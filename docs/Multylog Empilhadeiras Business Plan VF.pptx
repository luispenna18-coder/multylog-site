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0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2.xml" ContentType="application/vnd.openxmlformats-officedocument.themeOverr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3.xml" ContentType="application/vnd.openxmlformats-officedocument.themeOverr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4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5.xml" ContentType="application/vnd.openxmlformats-officedocument.themeOverrid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6.xml" ContentType="application/vnd.openxmlformats-officedocument.themeOverr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2" r:id="rId2"/>
  </p:sldMasterIdLst>
  <p:notesMasterIdLst>
    <p:notesMasterId r:id="rId38"/>
  </p:notesMasterIdLst>
  <p:handoutMasterIdLst>
    <p:handoutMasterId r:id="rId39"/>
  </p:handoutMasterIdLst>
  <p:sldIdLst>
    <p:sldId id="2076137528" r:id="rId3"/>
    <p:sldId id="304" r:id="rId4"/>
    <p:sldId id="2076137551" r:id="rId5"/>
    <p:sldId id="2076137522" r:id="rId6"/>
    <p:sldId id="268" r:id="rId7"/>
    <p:sldId id="2076137525" r:id="rId8"/>
    <p:sldId id="2076137527" r:id="rId9"/>
    <p:sldId id="2076137552" r:id="rId10"/>
    <p:sldId id="2076137530" r:id="rId11"/>
    <p:sldId id="2076137532" r:id="rId12"/>
    <p:sldId id="2076137533" r:id="rId13"/>
    <p:sldId id="2076137526" r:id="rId14"/>
    <p:sldId id="2076137553" r:id="rId15"/>
    <p:sldId id="289" r:id="rId16"/>
    <p:sldId id="276" r:id="rId17"/>
    <p:sldId id="299" r:id="rId18"/>
    <p:sldId id="2076137523" r:id="rId19"/>
    <p:sldId id="301" r:id="rId20"/>
    <p:sldId id="300" r:id="rId21"/>
    <p:sldId id="2076137524" r:id="rId22"/>
    <p:sldId id="2076137543" r:id="rId23"/>
    <p:sldId id="2076137550" r:id="rId24"/>
    <p:sldId id="2076137554" r:id="rId25"/>
    <p:sldId id="2076137538" r:id="rId26"/>
    <p:sldId id="2076137537" r:id="rId27"/>
    <p:sldId id="2076137534" r:id="rId28"/>
    <p:sldId id="2076137541" r:id="rId29"/>
    <p:sldId id="2076137556" r:id="rId30"/>
    <p:sldId id="2076137557" r:id="rId31"/>
    <p:sldId id="2076137558" r:id="rId32"/>
    <p:sldId id="2076137544" r:id="rId33"/>
    <p:sldId id="2076137545" r:id="rId34"/>
    <p:sldId id="2076137546" r:id="rId35"/>
    <p:sldId id="2076137547" r:id="rId36"/>
    <p:sldId id="2076137549" r:id="rId37"/>
  </p:sldIdLst>
  <p:sldSz cx="14630400" cy="8229600"/>
  <p:notesSz cx="8229600" cy="14630400"/>
  <p:embeddedFontLst>
    <p:embeddedFont>
      <p:font typeface="Aptos ExtraBold" panose="020B0004020202020204" pitchFamily="34" charset="0"/>
      <p:bold r:id="rId40"/>
      <p:boldItalic r:id="rId41"/>
    </p:embeddedFont>
    <p:embeddedFont>
      <p:font typeface="Cantora One" panose="020B0604020202020204" charset="0"/>
      <p:regular r:id="rId42"/>
    </p:embeddedFont>
    <p:embeddedFont>
      <p:font typeface="Montserrat" panose="00000500000000000000" pitchFamily="2" charset="0"/>
      <p:regular r:id="rId43"/>
      <p:bold r:id="rId44"/>
      <p:italic r:id="rId45"/>
      <p:boldItalic r:id="rId46"/>
    </p:embeddedFont>
    <p:embeddedFont>
      <p:font typeface="Poppins" panose="00000500000000000000" pitchFamily="2" charset="0"/>
      <p:regular r:id="rId47"/>
      <p:bold r:id="rId48"/>
      <p:italic r:id="rId49"/>
      <p:boldItalic r:id="rId50"/>
    </p:embeddedFont>
    <p:embeddedFont>
      <p:font typeface="Poppins Light" panose="00000400000000000000" pitchFamily="2" charset="0"/>
      <p:regular r:id="rId51"/>
      <p:italic r:id="rId52"/>
    </p:embeddedFont>
    <p:embeddedFont>
      <p:font typeface="Poppins Medium" panose="00000600000000000000" pitchFamily="2" charset="0"/>
      <p:regular r:id="rId53"/>
      <p:italic r:id="rId54"/>
    </p:embeddedFont>
    <p:embeddedFont>
      <p:font typeface="Poppins Regular" panose="00000500000000000000" charset="0"/>
      <p:regular r:id="rId55"/>
    </p:embeddedFont>
    <p:embeddedFont>
      <p:font typeface="Quicksand" panose="020B0604020202020204" charset="0"/>
      <p:regular r:id="rId5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4472C4"/>
    <a:srgbClr val="BFBFBF"/>
    <a:srgbClr val="67686C"/>
    <a:srgbClr val="7F7F7F"/>
    <a:srgbClr val="C00000"/>
    <a:srgbClr val="2E3434"/>
    <a:srgbClr val="F2F2F2"/>
    <a:srgbClr val="FBFBFB"/>
    <a:srgbClr val="CD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10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microsoft.com/office/2016/11/relationships/changesInfo" Target="changesInfos/changesInfo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8" Type="http://schemas.openxmlformats.org/officeDocument/2006/relationships/slide" Target="slides/slide6.xml"/><Relationship Id="rId51" Type="http://schemas.openxmlformats.org/officeDocument/2006/relationships/font" Target="fonts/font1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0.fntdata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uário Convidado" userId="S::urn:spo:tenantanon#fbda616e-b1b0-4c21-8775-f538a123ba97::" providerId="AD" clId="Web-{FACC59F2-7305-2035-39B3-D5172CF1DAD3}"/>
    <pc:docChg chg="modSld sldOrd">
      <pc:chgData name="Usuário Convidado" userId="S::urn:spo:tenantanon#fbda616e-b1b0-4c21-8775-f538a123ba97::" providerId="AD" clId="Web-{FACC59F2-7305-2035-39B3-D5172CF1DAD3}" dt="2025-06-27T03:45:59.371" v="314" actId="14100"/>
      <pc:docMkLst>
        <pc:docMk/>
      </pc:docMkLst>
      <pc:sldChg chg="ord">
        <pc:chgData name="Usuário Convidado" userId="S::urn:spo:tenantanon#fbda616e-b1b0-4c21-8775-f538a123ba97::" providerId="AD" clId="Web-{FACC59F2-7305-2035-39B3-D5172CF1DAD3}" dt="2025-06-27T02:19:17.118" v="5"/>
        <pc:sldMkLst>
          <pc:docMk/>
          <pc:sldMk cId="3749402110" sldId="2076137523"/>
        </pc:sldMkLst>
      </pc:sldChg>
      <pc:sldChg chg="modSp ord">
        <pc:chgData name="Usuário Convidado" userId="S::urn:spo:tenantanon#fbda616e-b1b0-4c21-8775-f538a123ba97::" providerId="AD" clId="Web-{FACC59F2-7305-2035-39B3-D5172CF1DAD3}" dt="2025-06-27T02:19:17.118" v="6"/>
        <pc:sldMkLst>
          <pc:docMk/>
          <pc:sldMk cId="3627629807" sldId="2076137543"/>
        </pc:sldMkLst>
        <pc:spChg chg="mod">
          <ac:chgData name="Usuário Convidado" userId="S::urn:spo:tenantanon#fbda616e-b1b0-4c21-8775-f538a123ba97::" providerId="AD" clId="Web-{FACC59F2-7305-2035-39B3-D5172CF1DAD3}" dt="2025-06-27T02:18:28.022" v="3" actId="20577"/>
          <ac:spMkLst>
            <pc:docMk/>
            <pc:sldMk cId="3627629807" sldId="2076137543"/>
            <ac:spMk id="37" creationId="{2E4BA880-ACD7-9AA1-58E1-BF5B43DCF6B0}"/>
          </ac:spMkLst>
        </pc:spChg>
      </pc:sldChg>
      <pc:sldChg chg="modSp">
        <pc:chgData name="Usuário Convidado" userId="S::urn:spo:tenantanon#fbda616e-b1b0-4c21-8775-f538a123ba97::" providerId="AD" clId="Web-{FACC59F2-7305-2035-39B3-D5172CF1DAD3}" dt="2025-06-27T03:16:18.751" v="96" actId="20577"/>
        <pc:sldMkLst>
          <pc:docMk/>
          <pc:sldMk cId="44426449" sldId="2076137544"/>
        </pc:sldMkLst>
        <pc:spChg chg="mod">
          <ac:chgData name="Usuário Convidado" userId="S::urn:spo:tenantanon#fbda616e-b1b0-4c21-8775-f538a123ba97::" providerId="AD" clId="Web-{FACC59F2-7305-2035-39B3-D5172CF1DAD3}" dt="2025-06-27T03:16:18.751" v="96" actId="20577"/>
          <ac:spMkLst>
            <pc:docMk/>
            <pc:sldMk cId="44426449" sldId="2076137544"/>
            <ac:spMk id="16" creationId="{3F5CCBB6-027B-8DA6-CED9-8BF874D39575}"/>
          </ac:spMkLst>
        </pc:spChg>
      </pc:sldChg>
      <pc:sldChg chg="modSp">
        <pc:chgData name="Usuário Convidado" userId="S::urn:spo:tenantanon#fbda616e-b1b0-4c21-8775-f538a123ba97::" providerId="AD" clId="Web-{FACC59F2-7305-2035-39B3-D5172CF1DAD3}" dt="2025-06-27T03:20:26.452" v="201" actId="20577"/>
        <pc:sldMkLst>
          <pc:docMk/>
          <pc:sldMk cId="4263670619" sldId="2076137545"/>
        </pc:sldMkLst>
        <pc:spChg chg="mod">
          <ac:chgData name="Usuário Convidado" userId="S::urn:spo:tenantanon#fbda616e-b1b0-4c21-8775-f538a123ba97::" providerId="AD" clId="Web-{FACC59F2-7305-2035-39B3-D5172CF1DAD3}" dt="2025-06-27T03:20:26.452" v="201" actId="20577"/>
          <ac:spMkLst>
            <pc:docMk/>
            <pc:sldMk cId="4263670619" sldId="2076137545"/>
            <ac:spMk id="19" creationId="{7634D155-F8CA-D4E9-1289-B07C3BFB5EAF}"/>
          </ac:spMkLst>
        </pc:spChg>
      </pc:sldChg>
      <pc:sldChg chg="modSp">
        <pc:chgData name="Usuário Convidado" userId="S::urn:spo:tenantanon#fbda616e-b1b0-4c21-8775-f538a123ba97::" providerId="AD" clId="Web-{FACC59F2-7305-2035-39B3-D5172CF1DAD3}" dt="2025-06-27T03:34:38.143" v="255" actId="20577"/>
        <pc:sldMkLst>
          <pc:docMk/>
          <pc:sldMk cId="3971767746" sldId="2076137546"/>
        </pc:sldMkLst>
        <pc:spChg chg="mod">
          <ac:chgData name="Usuário Convidado" userId="S::urn:spo:tenantanon#fbda616e-b1b0-4c21-8775-f538a123ba97::" providerId="AD" clId="Web-{FACC59F2-7305-2035-39B3-D5172CF1DAD3}" dt="2025-06-27T03:34:38.143" v="255" actId="20577"/>
          <ac:spMkLst>
            <pc:docMk/>
            <pc:sldMk cId="3971767746" sldId="2076137546"/>
            <ac:spMk id="4" creationId="{EE3C0C4C-3D87-7163-6B8C-A423E898361A}"/>
          </ac:spMkLst>
        </pc:spChg>
      </pc:sldChg>
      <pc:sldChg chg="modSp">
        <pc:chgData name="Usuário Convidado" userId="S::urn:spo:tenantanon#fbda616e-b1b0-4c21-8775-f538a123ba97::" providerId="AD" clId="Web-{FACC59F2-7305-2035-39B3-D5172CF1DAD3}" dt="2025-06-27T03:22:02.334" v="217" actId="20577"/>
        <pc:sldMkLst>
          <pc:docMk/>
          <pc:sldMk cId="4077865841" sldId="2076137547"/>
        </pc:sldMkLst>
        <pc:spChg chg="mod">
          <ac:chgData name="Usuário Convidado" userId="S::urn:spo:tenantanon#fbda616e-b1b0-4c21-8775-f538a123ba97::" providerId="AD" clId="Web-{FACC59F2-7305-2035-39B3-D5172CF1DAD3}" dt="2025-06-27T03:22:02.334" v="217" actId="20577"/>
          <ac:spMkLst>
            <pc:docMk/>
            <pc:sldMk cId="4077865841" sldId="2076137547"/>
            <ac:spMk id="5" creationId="{5BD6645A-27C6-EEC9-94D1-F9982B978996}"/>
          </ac:spMkLst>
        </pc:spChg>
      </pc:sldChg>
      <pc:sldChg chg="modSp">
        <pc:chgData name="Usuário Convidado" userId="S::urn:spo:tenantanon#fbda616e-b1b0-4c21-8775-f538a123ba97::" providerId="AD" clId="Web-{FACC59F2-7305-2035-39B3-D5172CF1DAD3}" dt="2025-06-27T03:45:59.371" v="314" actId="14100"/>
        <pc:sldMkLst>
          <pc:docMk/>
          <pc:sldMk cId="4076240627" sldId="2076137550"/>
        </pc:sldMkLst>
        <pc:spChg chg="mod">
          <ac:chgData name="Usuário Convidado" userId="S::urn:spo:tenantanon#fbda616e-b1b0-4c21-8775-f538a123ba97::" providerId="AD" clId="Web-{FACC59F2-7305-2035-39B3-D5172CF1DAD3}" dt="2025-06-27T03:39:52.482" v="307" actId="20577"/>
          <ac:spMkLst>
            <pc:docMk/>
            <pc:sldMk cId="4076240627" sldId="2076137550"/>
            <ac:spMk id="21" creationId="{465778A4-3E50-2E9B-DC6A-E2E965343C21}"/>
          </ac:spMkLst>
        </pc:spChg>
        <pc:spChg chg="mod">
          <ac:chgData name="Usuário Convidado" userId="S::urn:spo:tenantanon#fbda616e-b1b0-4c21-8775-f538a123ba97::" providerId="AD" clId="Web-{FACC59F2-7305-2035-39B3-D5172CF1DAD3}" dt="2025-06-27T03:37:10.492" v="264" actId="20577"/>
          <ac:spMkLst>
            <pc:docMk/>
            <pc:sldMk cId="4076240627" sldId="2076137550"/>
            <ac:spMk id="39" creationId="{66C3A598-279E-C7E8-AC24-E43C5F713DE5}"/>
          </ac:spMkLst>
        </pc:spChg>
        <pc:spChg chg="mod">
          <ac:chgData name="Usuário Convidado" userId="S::urn:spo:tenantanon#fbda616e-b1b0-4c21-8775-f538a123ba97::" providerId="AD" clId="Web-{FACC59F2-7305-2035-39B3-D5172CF1DAD3}" dt="2025-06-27T03:37:27.102" v="267" actId="20577"/>
          <ac:spMkLst>
            <pc:docMk/>
            <pc:sldMk cId="4076240627" sldId="2076137550"/>
            <ac:spMk id="40" creationId="{194DCFE0-7AB0-62FD-6667-596DA4CF8996}"/>
          </ac:spMkLst>
        </pc:spChg>
        <pc:spChg chg="mod">
          <ac:chgData name="Usuário Convidado" userId="S::urn:spo:tenantanon#fbda616e-b1b0-4c21-8775-f538a123ba97::" providerId="AD" clId="Web-{FACC59F2-7305-2035-39B3-D5172CF1DAD3}" dt="2025-06-27T03:37:39.806" v="284" actId="20577"/>
          <ac:spMkLst>
            <pc:docMk/>
            <pc:sldMk cId="4076240627" sldId="2076137550"/>
            <ac:spMk id="41" creationId="{A4D60442-6D75-410B-2467-1DB302178AC2}"/>
          </ac:spMkLst>
        </pc:spChg>
        <pc:spChg chg="mod">
          <ac:chgData name="Usuário Convidado" userId="S::urn:spo:tenantanon#fbda616e-b1b0-4c21-8775-f538a123ba97::" providerId="AD" clId="Web-{FACC59F2-7305-2035-39B3-D5172CF1DAD3}" dt="2025-06-27T03:23:02.242" v="219" actId="1076"/>
          <ac:spMkLst>
            <pc:docMk/>
            <pc:sldMk cId="4076240627" sldId="2076137550"/>
            <ac:spMk id="6145" creationId="{01F5FD9C-83F5-55C4-4105-25A21A3E0A09}"/>
          </ac:spMkLst>
        </pc:spChg>
        <pc:spChg chg="mod">
          <ac:chgData name="Usuário Convidado" userId="S::urn:spo:tenantanon#fbda616e-b1b0-4c21-8775-f538a123ba97::" providerId="AD" clId="Web-{FACC59F2-7305-2035-39B3-D5172CF1DAD3}" dt="2025-06-27T03:23:24.649" v="222" actId="14100"/>
          <ac:spMkLst>
            <pc:docMk/>
            <pc:sldMk cId="4076240627" sldId="2076137550"/>
            <ac:spMk id="6150" creationId="{758EA535-1FBD-3AD5-FCB1-40BC6FC731C9}"/>
          </ac:spMkLst>
        </pc:spChg>
        <pc:spChg chg="mod">
          <ac:chgData name="Usuário Convidado" userId="S::urn:spo:tenantanon#fbda616e-b1b0-4c21-8775-f538a123ba97::" providerId="AD" clId="Web-{FACC59F2-7305-2035-39B3-D5172CF1DAD3}" dt="2025-06-27T03:45:59.371" v="314" actId="14100"/>
          <ac:spMkLst>
            <pc:docMk/>
            <pc:sldMk cId="4076240627" sldId="2076137550"/>
            <ac:spMk id="6219" creationId="{8D8CC4C3-409C-DA5C-ABEB-3C749D85C9A7}"/>
          </ac:spMkLst>
        </pc:spChg>
      </pc:sldChg>
    </pc:docChg>
  </pc:docChgLst>
  <pc:docChgLst>
    <pc:chgData name="Usuário Convidado" userId="S::urn:spo:tenantanon#fbda616e-b1b0-4c21-8775-f538a123ba97::" providerId="AD" clId="Web-{5F16065C-CC2C-54F7-39E7-539DF7990A61}"/>
    <pc:docChg chg="modSld">
      <pc:chgData name="Usuário Convidado" userId="S::urn:spo:tenantanon#fbda616e-b1b0-4c21-8775-f538a123ba97::" providerId="AD" clId="Web-{5F16065C-CC2C-54F7-39E7-539DF7990A61}" dt="2025-06-27T03:36:46.566" v="170" actId="20577"/>
      <pc:docMkLst>
        <pc:docMk/>
      </pc:docMkLst>
      <pc:sldChg chg="modSp">
        <pc:chgData name="Usuário Convidado" userId="S::urn:spo:tenantanon#fbda616e-b1b0-4c21-8775-f538a123ba97::" providerId="AD" clId="Web-{5F16065C-CC2C-54F7-39E7-539DF7990A61}" dt="2025-06-27T03:36:29.768" v="168" actId="20577"/>
        <pc:sldMkLst>
          <pc:docMk/>
          <pc:sldMk cId="44426449" sldId="2076137544"/>
        </pc:sldMkLst>
        <pc:spChg chg="mod">
          <ac:chgData name="Usuário Convidado" userId="S::urn:spo:tenantanon#fbda616e-b1b0-4c21-8775-f538a123ba97::" providerId="AD" clId="Web-{5F16065C-CC2C-54F7-39E7-539DF7990A61}" dt="2025-06-27T03:36:29.768" v="168" actId="20577"/>
          <ac:spMkLst>
            <pc:docMk/>
            <pc:sldMk cId="44426449" sldId="2076137544"/>
            <ac:spMk id="16" creationId="{3F5CCBB6-027B-8DA6-CED9-8BF874D39575}"/>
          </ac:spMkLst>
        </pc:spChg>
      </pc:sldChg>
      <pc:sldChg chg="modSp">
        <pc:chgData name="Usuário Convidado" userId="S::urn:spo:tenantanon#fbda616e-b1b0-4c21-8775-f538a123ba97::" providerId="AD" clId="Web-{5F16065C-CC2C-54F7-39E7-539DF7990A61}" dt="2025-06-27T03:33:05.215" v="145" actId="1076"/>
        <pc:sldMkLst>
          <pc:docMk/>
          <pc:sldMk cId="4263670619" sldId="2076137545"/>
        </pc:sldMkLst>
        <pc:spChg chg="mod">
          <ac:chgData name="Usuário Convidado" userId="S::urn:spo:tenantanon#fbda616e-b1b0-4c21-8775-f538a123ba97::" providerId="AD" clId="Web-{5F16065C-CC2C-54F7-39E7-539DF7990A61}" dt="2025-06-27T03:33:05.215" v="145" actId="1076"/>
          <ac:spMkLst>
            <pc:docMk/>
            <pc:sldMk cId="4263670619" sldId="2076137545"/>
            <ac:spMk id="19" creationId="{7634D155-F8CA-D4E9-1289-B07C3BFB5EAF}"/>
          </ac:spMkLst>
        </pc:spChg>
      </pc:sldChg>
      <pc:sldChg chg="modSp">
        <pc:chgData name="Usuário Convidado" userId="S::urn:spo:tenantanon#fbda616e-b1b0-4c21-8775-f538a123ba97::" providerId="AD" clId="Web-{5F16065C-CC2C-54F7-39E7-539DF7990A61}" dt="2025-06-27T03:36:46.566" v="170" actId="20577"/>
        <pc:sldMkLst>
          <pc:docMk/>
          <pc:sldMk cId="3971767746" sldId="2076137546"/>
        </pc:sldMkLst>
        <pc:spChg chg="mod">
          <ac:chgData name="Usuário Convidado" userId="S::urn:spo:tenantanon#fbda616e-b1b0-4c21-8775-f538a123ba97::" providerId="AD" clId="Web-{5F16065C-CC2C-54F7-39E7-539DF7990A61}" dt="2025-06-27T03:36:46.566" v="170" actId="20577"/>
          <ac:spMkLst>
            <pc:docMk/>
            <pc:sldMk cId="3971767746" sldId="2076137546"/>
            <ac:spMk id="4" creationId="{EE3C0C4C-3D87-7163-6B8C-A423E898361A}"/>
          </ac:spMkLst>
        </pc:spChg>
      </pc:sldChg>
      <pc:sldChg chg="addSp delSp modSp">
        <pc:chgData name="Usuário Convidado" userId="S::urn:spo:tenantanon#fbda616e-b1b0-4c21-8775-f538a123ba97::" providerId="AD" clId="Web-{5F16065C-CC2C-54F7-39E7-539DF7990A61}" dt="2025-06-27T03:34:32.280" v="158" actId="14100"/>
        <pc:sldMkLst>
          <pc:docMk/>
          <pc:sldMk cId="4077865841" sldId="2076137547"/>
        </pc:sldMkLst>
        <pc:spChg chg="add del mod">
          <ac:chgData name="Usuário Convidado" userId="S::urn:spo:tenantanon#fbda616e-b1b0-4c21-8775-f538a123ba97::" providerId="AD" clId="Web-{5F16065C-CC2C-54F7-39E7-539DF7990A61}" dt="2025-06-27T03:33:55.685" v="156" actId="1076"/>
          <ac:spMkLst>
            <pc:docMk/>
            <pc:sldMk cId="4077865841" sldId="2076137547"/>
            <ac:spMk id="2" creationId="{50D6617C-DEF1-45AC-7E95-46E3D11CA26A}"/>
          </ac:spMkLst>
        </pc:spChg>
        <pc:spChg chg="mod">
          <ac:chgData name="Usuário Convidado" userId="S::urn:spo:tenantanon#fbda616e-b1b0-4c21-8775-f538a123ba97::" providerId="AD" clId="Web-{5F16065C-CC2C-54F7-39E7-539DF7990A61}" dt="2025-06-27T03:34:32.280" v="158" actId="14100"/>
          <ac:spMkLst>
            <pc:docMk/>
            <pc:sldMk cId="4077865841" sldId="2076137547"/>
            <ac:spMk id="5" creationId="{5BD6645A-27C6-EEC9-94D1-F9982B978996}"/>
          </ac:spMkLst>
        </pc:spChg>
      </pc:sldChg>
      <pc:sldChg chg="modSp">
        <pc:chgData name="Usuário Convidado" userId="S::urn:spo:tenantanon#fbda616e-b1b0-4c21-8775-f538a123ba97::" providerId="AD" clId="Web-{5F16065C-CC2C-54F7-39E7-539DF7990A61}" dt="2025-06-27T03:35:23.751" v="166" actId="14100"/>
        <pc:sldMkLst>
          <pc:docMk/>
          <pc:sldMk cId="4186523772" sldId="2076137549"/>
        </pc:sldMkLst>
        <pc:spChg chg="mod">
          <ac:chgData name="Usuário Convidado" userId="S::urn:spo:tenantanon#fbda616e-b1b0-4c21-8775-f538a123ba97::" providerId="AD" clId="Web-{5F16065C-CC2C-54F7-39E7-539DF7990A61}" dt="2025-06-27T03:35:23.751" v="166" actId="14100"/>
          <ac:spMkLst>
            <pc:docMk/>
            <pc:sldMk cId="4186523772" sldId="2076137549"/>
            <ac:spMk id="5" creationId="{D44C8385-96EE-F4CC-3757-F295279E91DD}"/>
          </ac:spMkLst>
        </pc:spChg>
      </pc:sldChg>
    </pc:docChg>
  </pc:docChgLst>
  <pc:docChgLst>
    <pc:chgData name="Luis Felipe Penna" userId="ad11b2d7-a213-475e-9999-0910500576e6" providerId="ADAL" clId="{0659C41E-4676-454B-91C2-E392C1C3446A}"/>
    <pc:docChg chg="undo custSel addSld delSld modSld sldOrd">
      <pc:chgData name="Luis Felipe Penna" userId="ad11b2d7-a213-475e-9999-0910500576e6" providerId="ADAL" clId="{0659C41E-4676-454B-91C2-E392C1C3446A}" dt="2025-06-27T19:19:01.335" v="10454" actId="20577"/>
      <pc:docMkLst>
        <pc:docMk/>
      </pc:docMkLst>
      <pc:sldChg chg="addSp delSp modSp mod">
        <pc:chgData name="Luis Felipe Penna" userId="ad11b2d7-a213-475e-9999-0910500576e6" providerId="ADAL" clId="{0659C41E-4676-454B-91C2-E392C1C3446A}" dt="2025-06-27T06:01:33.345" v="7050" actId="1036"/>
        <pc:sldMkLst>
          <pc:docMk/>
          <pc:sldMk cId="3628359379" sldId="268"/>
        </pc:sldMkLst>
        <pc:spChg chg="mod">
          <ac:chgData name="Luis Felipe Penna" userId="ad11b2d7-a213-475e-9999-0910500576e6" providerId="ADAL" clId="{0659C41E-4676-454B-91C2-E392C1C3446A}" dt="2025-06-27T05:18:14.886" v="6131" actId="255"/>
          <ac:spMkLst>
            <pc:docMk/>
            <pc:sldMk cId="3628359379" sldId="268"/>
            <ac:spMk id="2" creationId="{F47D745E-3C96-4E57-78A6-427163D013B5}"/>
          </ac:spMkLst>
        </pc:spChg>
        <pc:spChg chg="mod">
          <ac:chgData name="Luis Felipe Penna" userId="ad11b2d7-a213-475e-9999-0910500576e6" providerId="ADAL" clId="{0659C41E-4676-454B-91C2-E392C1C3446A}" dt="2025-06-27T05:18:14.886" v="6131" actId="255"/>
          <ac:spMkLst>
            <pc:docMk/>
            <pc:sldMk cId="3628359379" sldId="268"/>
            <ac:spMk id="6" creationId="{E5241778-A81A-8605-A104-270E8E4061BE}"/>
          </ac:spMkLst>
        </pc:spChg>
        <pc:spChg chg="mod">
          <ac:chgData name="Luis Felipe Penna" userId="ad11b2d7-a213-475e-9999-0910500576e6" providerId="ADAL" clId="{0659C41E-4676-454B-91C2-E392C1C3446A}" dt="2025-06-27T05:18:14.886" v="6131" actId="255"/>
          <ac:spMkLst>
            <pc:docMk/>
            <pc:sldMk cId="3628359379" sldId="268"/>
            <ac:spMk id="7" creationId="{BEB92C61-CF31-69C7-C814-5DF949864693}"/>
          </ac:spMkLst>
        </pc:spChg>
        <pc:spChg chg="mod">
          <ac:chgData name="Luis Felipe Penna" userId="ad11b2d7-a213-475e-9999-0910500576e6" providerId="ADAL" clId="{0659C41E-4676-454B-91C2-E392C1C3446A}" dt="2025-06-27T05:18:14.886" v="6131" actId="255"/>
          <ac:spMkLst>
            <pc:docMk/>
            <pc:sldMk cId="3628359379" sldId="268"/>
            <ac:spMk id="10" creationId="{0FE02D4B-8093-80C3-5EFF-A8CE228C6575}"/>
          </ac:spMkLst>
        </pc:spChg>
        <pc:spChg chg="mod">
          <ac:chgData name="Luis Felipe Penna" userId="ad11b2d7-a213-475e-9999-0910500576e6" providerId="ADAL" clId="{0659C41E-4676-454B-91C2-E392C1C3446A}" dt="2025-06-27T05:18:14.886" v="6131" actId="255"/>
          <ac:spMkLst>
            <pc:docMk/>
            <pc:sldMk cId="3628359379" sldId="268"/>
            <ac:spMk id="12" creationId="{377FFDA3-4372-75CB-E4A0-EF986A1939C9}"/>
          </ac:spMkLst>
        </pc:spChg>
        <pc:spChg chg="mod">
          <ac:chgData name="Luis Felipe Penna" userId="ad11b2d7-a213-475e-9999-0910500576e6" providerId="ADAL" clId="{0659C41E-4676-454B-91C2-E392C1C3446A}" dt="2025-06-27T05:18:14.886" v="6131" actId="255"/>
          <ac:spMkLst>
            <pc:docMk/>
            <pc:sldMk cId="3628359379" sldId="268"/>
            <ac:spMk id="15" creationId="{2E623833-A9AE-82D0-C6A9-C2B306AC80E0}"/>
          </ac:spMkLst>
        </pc:spChg>
        <pc:spChg chg="mod">
          <ac:chgData name="Luis Felipe Penna" userId="ad11b2d7-a213-475e-9999-0910500576e6" providerId="ADAL" clId="{0659C41E-4676-454B-91C2-E392C1C3446A}" dt="2025-06-27T05:18:14.886" v="6131" actId="255"/>
          <ac:spMkLst>
            <pc:docMk/>
            <pc:sldMk cId="3628359379" sldId="268"/>
            <ac:spMk id="18" creationId="{E0489099-A67B-BF01-7CDF-44F789645228}"/>
          </ac:spMkLst>
        </pc:spChg>
        <pc:spChg chg="mod">
          <ac:chgData name="Luis Felipe Penna" userId="ad11b2d7-a213-475e-9999-0910500576e6" providerId="ADAL" clId="{0659C41E-4676-454B-91C2-E392C1C3446A}" dt="2025-06-27T06:01:33.345" v="7050" actId="1036"/>
          <ac:spMkLst>
            <pc:docMk/>
            <pc:sldMk cId="3628359379" sldId="268"/>
            <ac:spMk id="37" creationId="{E541E47C-1C03-695B-00C4-AFBE5F708324}"/>
          </ac:spMkLst>
        </pc:spChg>
        <pc:spChg chg="mod">
          <ac:chgData name="Luis Felipe Penna" userId="ad11b2d7-a213-475e-9999-0910500576e6" providerId="ADAL" clId="{0659C41E-4676-454B-91C2-E392C1C3446A}" dt="2025-06-27T04:57:42.641" v="5002"/>
          <ac:spMkLst>
            <pc:docMk/>
            <pc:sldMk cId="3628359379" sldId="268"/>
            <ac:spMk id="58" creationId="{CA238288-AE15-7D3A-3600-9F289A39B2A3}"/>
          </ac:spMkLst>
        </pc:spChg>
        <pc:spChg chg="mod">
          <ac:chgData name="Luis Felipe Penna" userId="ad11b2d7-a213-475e-9999-0910500576e6" providerId="ADAL" clId="{0659C41E-4676-454B-91C2-E392C1C3446A}" dt="2025-06-27T04:57:42.641" v="5002"/>
          <ac:spMkLst>
            <pc:docMk/>
            <pc:sldMk cId="3628359379" sldId="268"/>
            <ac:spMk id="60" creationId="{99F0E6ED-0103-D3B4-BD2D-B1D5AD61E063}"/>
          </ac:spMkLst>
        </pc:spChg>
        <pc:spChg chg="mod">
          <ac:chgData name="Luis Felipe Penna" userId="ad11b2d7-a213-475e-9999-0910500576e6" providerId="ADAL" clId="{0659C41E-4676-454B-91C2-E392C1C3446A}" dt="2025-06-27T04:57:42.641" v="5002"/>
          <ac:spMkLst>
            <pc:docMk/>
            <pc:sldMk cId="3628359379" sldId="268"/>
            <ac:spMk id="62" creationId="{ACBB016B-ABD9-0EDA-1ACC-DE1D67E9ABB4}"/>
          </ac:spMkLst>
        </pc:spChg>
        <pc:spChg chg="mod">
          <ac:chgData name="Luis Felipe Penna" userId="ad11b2d7-a213-475e-9999-0910500576e6" providerId="ADAL" clId="{0659C41E-4676-454B-91C2-E392C1C3446A}" dt="2025-06-27T04:57:42.641" v="5002"/>
          <ac:spMkLst>
            <pc:docMk/>
            <pc:sldMk cId="3628359379" sldId="268"/>
            <ac:spMk id="7168" creationId="{C0A5BC87-107A-1F3D-B30A-58DA12797CE4}"/>
          </ac:spMkLst>
        </pc:spChg>
        <pc:spChg chg="mod">
          <ac:chgData name="Luis Felipe Penna" userId="ad11b2d7-a213-475e-9999-0910500576e6" providerId="ADAL" clId="{0659C41E-4676-454B-91C2-E392C1C3446A}" dt="2025-06-27T04:57:42.641" v="5002"/>
          <ac:spMkLst>
            <pc:docMk/>
            <pc:sldMk cId="3628359379" sldId="268"/>
            <ac:spMk id="7169" creationId="{DEF108E3-F22A-B8D5-673E-D224BE1C5810}"/>
          </ac:spMkLst>
        </pc:spChg>
        <pc:spChg chg="mod">
          <ac:chgData name="Luis Felipe Penna" userId="ad11b2d7-a213-475e-9999-0910500576e6" providerId="ADAL" clId="{0659C41E-4676-454B-91C2-E392C1C3446A}" dt="2025-06-27T04:57:42.641" v="5002"/>
          <ac:spMkLst>
            <pc:docMk/>
            <pc:sldMk cId="3628359379" sldId="268"/>
            <ac:spMk id="7171" creationId="{A93554A4-129A-D1A8-738C-E6649B50AD22}"/>
          </ac:spMkLst>
        </pc:spChg>
        <pc:spChg chg="mod">
          <ac:chgData name="Luis Felipe Penna" userId="ad11b2d7-a213-475e-9999-0910500576e6" providerId="ADAL" clId="{0659C41E-4676-454B-91C2-E392C1C3446A}" dt="2025-06-27T04:57:42.641" v="5002"/>
          <ac:spMkLst>
            <pc:docMk/>
            <pc:sldMk cId="3628359379" sldId="268"/>
            <ac:spMk id="7176" creationId="{2B1E63B0-06E0-9032-6C52-DEC5DF34774B}"/>
          </ac:spMkLst>
        </pc:spChg>
        <pc:spChg chg="mod">
          <ac:chgData name="Luis Felipe Penna" userId="ad11b2d7-a213-475e-9999-0910500576e6" providerId="ADAL" clId="{0659C41E-4676-454B-91C2-E392C1C3446A}" dt="2025-06-27T04:57:42.641" v="5002"/>
          <ac:spMkLst>
            <pc:docMk/>
            <pc:sldMk cId="3628359379" sldId="268"/>
            <ac:spMk id="7180" creationId="{3801BAA5-C6D7-F0BB-C75A-F59B7E376148}"/>
          </ac:spMkLst>
        </pc:spChg>
        <pc:spChg chg="mod">
          <ac:chgData name="Luis Felipe Penna" userId="ad11b2d7-a213-475e-9999-0910500576e6" providerId="ADAL" clId="{0659C41E-4676-454B-91C2-E392C1C3446A}" dt="2025-06-27T04:57:42.641" v="5002"/>
          <ac:spMkLst>
            <pc:docMk/>
            <pc:sldMk cId="3628359379" sldId="268"/>
            <ac:spMk id="7186" creationId="{AC780B88-0B4B-5D1E-594E-C0BDF72D0DA4}"/>
          </ac:spMkLst>
        </pc:spChg>
        <pc:spChg chg="mod">
          <ac:chgData name="Luis Felipe Penna" userId="ad11b2d7-a213-475e-9999-0910500576e6" providerId="ADAL" clId="{0659C41E-4676-454B-91C2-E392C1C3446A}" dt="2025-06-27T04:57:42.641" v="5002"/>
          <ac:spMkLst>
            <pc:docMk/>
            <pc:sldMk cId="3628359379" sldId="268"/>
            <ac:spMk id="7187" creationId="{571D9E59-9FB7-9FEC-46C0-95A26CE25768}"/>
          </ac:spMkLst>
        </pc:spChg>
        <pc:grpChg chg="mod">
          <ac:chgData name="Luis Felipe Penna" userId="ad11b2d7-a213-475e-9999-0910500576e6" providerId="ADAL" clId="{0659C41E-4676-454B-91C2-E392C1C3446A}" dt="2025-06-27T05:18:20.524" v="6132" actId="1076"/>
          <ac:grpSpMkLst>
            <pc:docMk/>
            <pc:sldMk cId="3628359379" sldId="268"/>
            <ac:grpSpMk id="55" creationId="{140BD739-AE45-FF32-D353-1A71D930D7FF}"/>
          </ac:grpSpMkLst>
        </pc:grpChg>
        <pc:picChg chg="add mod">
          <ac:chgData name="Luis Felipe Penna" userId="ad11b2d7-a213-475e-9999-0910500576e6" providerId="ADAL" clId="{0659C41E-4676-454B-91C2-E392C1C3446A}" dt="2025-06-27T05:18:23.848" v="6133" actId="1076"/>
          <ac:picMkLst>
            <pc:docMk/>
            <pc:sldMk cId="3628359379" sldId="268"/>
            <ac:picMk id="4" creationId="{DF383EC2-C031-43E5-D5AB-D0CD978B9567}"/>
          </ac:picMkLst>
        </pc:picChg>
        <pc:picChg chg="add mod">
          <ac:chgData name="Luis Felipe Penna" userId="ad11b2d7-a213-475e-9999-0910500576e6" providerId="ADAL" clId="{0659C41E-4676-454B-91C2-E392C1C3446A}" dt="2025-06-27T04:55:46.994" v="4920" actId="1076"/>
          <ac:picMkLst>
            <pc:docMk/>
            <pc:sldMk cId="3628359379" sldId="268"/>
            <ac:picMk id="19" creationId="{5E9DC9FA-139A-4779-CCA0-D104B452D655}"/>
          </ac:picMkLst>
        </pc:picChg>
        <pc:picChg chg="add mod">
          <ac:chgData name="Luis Felipe Penna" userId="ad11b2d7-a213-475e-9999-0910500576e6" providerId="ADAL" clId="{0659C41E-4676-454B-91C2-E392C1C3446A}" dt="2025-06-27T04:57:23.540" v="4949" actId="1076"/>
          <ac:picMkLst>
            <pc:docMk/>
            <pc:sldMk cId="3628359379" sldId="268"/>
            <ac:picMk id="7170" creationId="{9B37CA80-41E4-F260-4E14-C88ABC94044B}"/>
          </ac:picMkLst>
        </pc:picChg>
        <pc:picChg chg="add mod">
          <ac:chgData name="Luis Felipe Penna" userId="ad11b2d7-a213-475e-9999-0910500576e6" providerId="ADAL" clId="{0659C41E-4676-454B-91C2-E392C1C3446A}" dt="2025-06-27T04:59:19.280" v="5515" actId="1076"/>
          <ac:picMkLst>
            <pc:docMk/>
            <pc:sldMk cId="3628359379" sldId="268"/>
            <ac:picMk id="7194" creationId="{E14A7037-0658-9F0F-1BAC-D28B64523224}"/>
          </ac:picMkLst>
        </pc:picChg>
        <pc:picChg chg="add mod">
          <ac:chgData name="Luis Felipe Penna" userId="ad11b2d7-a213-475e-9999-0910500576e6" providerId="ADAL" clId="{0659C41E-4676-454B-91C2-E392C1C3446A}" dt="2025-06-27T05:01:32.162" v="5648" actId="1038"/>
          <ac:picMkLst>
            <pc:docMk/>
            <pc:sldMk cId="3628359379" sldId="268"/>
            <ac:picMk id="7195" creationId="{E3B5AAEE-5FDD-6E81-329E-69273D139143}"/>
          </ac:picMkLst>
        </pc:picChg>
        <pc:picChg chg="add mod">
          <ac:chgData name="Luis Felipe Penna" userId="ad11b2d7-a213-475e-9999-0910500576e6" providerId="ADAL" clId="{0659C41E-4676-454B-91C2-E392C1C3446A}" dt="2025-06-27T05:18:26.690" v="6134" actId="1076"/>
          <ac:picMkLst>
            <pc:docMk/>
            <pc:sldMk cId="3628359379" sldId="268"/>
            <ac:picMk id="7196" creationId="{8451CED2-58D2-938E-8F80-FA37D272D702}"/>
          </ac:picMkLst>
        </pc:picChg>
      </pc:sldChg>
      <pc:sldChg chg="modSp mod">
        <pc:chgData name="Luis Felipe Penna" userId="ad11b2d7-a213-475e-9999-0910500576e6" providerId="ADAL" clId="{0659C41E-4676-454B-91C2-E392C1C3446A}" dt="2025-06-27T06:49:18.531" v="8769" actId="1038"/>
        <pc:sldMkLst>
          <pc:docMk/>
          <pc:sldMk cId="144900419" sldId="276"/>
        </pc:sldMkLst>
        <pc:spChg chg="mod">
          <ac:chgData name="Luis Felipe Penna" userId="ad11b2d7-a213-475e-9999-0910500576e6" providerId="ADAL" clId="{0659C41E-4676-454B-91C2-E392C1C3446A}" dt="2025-06-27T06:04:03.665" v="7144" actId="20577"/>
          <ac:spMkLst>
            <pc:docMk/>
            <pc:sldMk cId="144900419" sldId="276"/>
            <ac:spMk id="6" creationId="{55A85D84-A587-B4C2-981A-A124B55CDE21}"/>
          </ac:spMkLst>
        </pc:spChg>
        <pc:spChg chg="mod">
          <ac:chgData name="Luis Felipe Penna" userId="ad11b2d7-a213-475e-9999-0910500576e6" providerId="ADAL" clId="{0659C41E-4676-454B-91C2-E392C1C3446A}" dt="2025-06-27T06:04:06.417" v="7146" actId="20577"/>
          <ac:spMkLst>
            <pc:docMk/>
            <pc:sldMk cId="144900419" sldId="276"/>
            <ac:spMk id="14" creationId="{E6612D96-7D92-3DB8-4A20-136FF7A8EA71}"/>
          </ac:spMkLst>
        </pc:spChg>
        <pc:graphicFrameChg chg="mod">
          <ac:chgData name="Luis Felipe Penna" userId="ad11b2d7-a213-475e-9999-0910500576e6" providerId="ADAL" clId="{0659C41E-4676-454B-91C2-E392C1C3446A}" dt="2025-06-27T06:49:18.531" v="8769" actId="1038"/>
          <ac:graphicFrameMkLst>
            <pc:docMk/>
            <pc:sldMk cId="144900419" sldId="276"/>
            <ac:graphicFrameMk id="2" creationId="{A5B6387D-3956-85D1-A28F-880E1211ADAA}"/>
          </ac:graphicFrameMkLst>
        </pc:graphicFrameChg>
        <pc:graphicFrameChg chg="mod">
          <ac:chgData name="Luis Felipe Penna" userId="ad11b2d7-a213-475e-9999-0910500576e6" providerId="ADAL" clId="{0659C41E-4676-454B-91C2-E392C1C3446A}" dt="2025-06-27T06:20:42.348" v="7650"/>
          <ac:graphicFrameMkLst>
            <pc:docMk/>
            <pc:sldMk cId="144900419" sldId="276"/>
            <ac:graphicFrameMk id="5" creationId="{800FB4F9-F121-2505-3AA9-3803D4A9F266}"/>
          </ac:graphicFrameMkLst>
        </pc:graphicFrameChg>
      </pc:sldChg>
      <pc:sldChg chg="addSp modSp mod">
        <pc:chgData name="Luis Felipe Penna" userId="ad11b2d7-a213-475e-9999-0910500576e6" providerId="ADAL" clId="{0659C41E-4676-454B-91C2-E392C1C3446A}" dt="2025-06-27T07:32:05.781" v="9765" actId="20577"/>
        <pc:sldMkLst>
          <pc:docMk/>
          <pc:sldMk cId="2625541695" sldId="289"/>
        </pc:sldMkLst>
        <pc:spChg chg="mod">
          <ac:chgData name="Luis Felipe Penna" userId="ad11b2d7-a213-475e-9999-0910500576e6" providerId="ADAL" clId="{0659C41E-4676-454B-91C2-E392C1C3446A}" dt="2025-06-27T06:18:51.409" v="7602" actId="1037"/>
          <ac:spMkLst>
            <pc:docMk/>
            <pc:sldMk cId="2625541695" sldId="289"/>
            <ac:spMk id="2" creationId="{5DC2498B-2614-3BED-2EB4-6B4DE0A5423F}"/>
          </ac:spMkLst>
        </pc:spChg>
        <pc:spChg chg="mod">
          <ac:chgData name="Luis Felipe Penna" userId="ad11b2d7-a213-475e-9999-0910500576e6" providerId="ADAL" clId="{0659C41E-4676-454B-91C2-E392C1C3446A}" dt="2025-06-27T06:18:51.409" v="7602" actId="1037"/>
          <ac:spMkLst>
            <pc:docMk/>
            <pc:sldMk cId="2625541695" sldId="289"/>
            <ac:spMk id="3" creationId="{8FDFDA1D-5578-06E1-8ED9-90C30606FFAB}"/>
          </ac:spMkLst>
        </pc:spChg>
        <pc:spChg chg="mod">
          <ac:chgData name="Luis Felipe Penna" userId="ad11b2d7-a213-475e-9999-0910500576e6" providerId="ADAL" clId="{0659C41E-4676-454B-91C2-E392C1C3446A}" dt="2025-06-27T06:18:51.409" v="7602" actId="1037"/>
          <ac:spMkLst>
            <pc:docMk/>
            <pc:sldMk cId="2625541695" sldId="289"/>
            <ac:spMk id="4" creationId="{59900605-636B-9435-41D0-90FCE71364D7}"/>
          </ac:spMkLst>
        </pc:spChg>
        <pc:spChg chg="mod">
          <ac:chgData name="Luis Felipe Penna" userId="ad11b2d7-a213-475e-9999-0910500576e6" providerId="ADAL" clId="{0659C41E-4676-454B-91C2-E392C1C3446A}" dt="2025-06-27T06:18:56.250" v="7608" actId="1038"/>
          <ac:spMkLst>
            <pc:docMk/>
            <pc:sldMk cId="2625541695" sldId="289"/>
            <ac:spMk id="5" creationId="{41E24691-31A5-E81A-0DC1-405563401D0D}"/>
          </ac:spMkLst>
        </pc:spChg>
        <pc:spChg chg="mod">
          <ac:chgData name="Luis Felipe Penna" userId="ad11b2d7-a213-475e-9999-0910500576e6" providerId="ADAL" clId="{0659C41E-4676-454B-91C2-E392C1C3446A}" dt="2025-06-27T06:18:51.409" v="7602" actId="1037"/>
          <ac:spMkLst>
            <pc:docMk/>
            <pc:sldMk cId="2625541695" sldId="289"/>
            <ac:spMk id="6" creationId="{CF01A5BB-0E5B-83D9-32E3-AAE410218850}"/>
          </ac:spMkLst>
        </pc:spChg>
        <pc:spChg chg="mod">
          <ac:chgData name="Luis Felipe Penna" userId="ad11b2d7-a213-475e-9999-0910500576e6" providerId="ADAL" clId="{0659C41E-4676-454B-91C2-E392C1C3446A}" dt="2025-06-27T06:18:51.409" v="7602" actId="1037"/>
          <ac:spMkLst>
            <pc:docMk/>
            <pc:sldMk cId="2625541695" sldId="289"/>
            <ac:spMk id="7" creationId="{7FADA464-9A01-DC23-911C-B524151F976E}"/>
          </ac:spMkLst>
        </pc:spChg>
        <pc:spChg chg="mod">
          <ac:chgData name="Luis Felipe Penna" userId="ad11b2d7-a213-475e-9999-0910500576e6" providerId="ADAL" clId="{0659C41E-4676-454B-91C2-E392C1C3446A}" dt="2025-06-27T06:18:51.409" v="7602" actId="1037"/>
          <ac:spMkLst>
            <pc:docMk/>
            <pc:sldMk cId="2625541695" sldId="289"/>
            <ac:spMk id="8" creationId="{0FC9838A-822A-3D56-5D3C-F5AA1C7BAE69}"/>
          </ac:spMkLst>
        </pc:spChg>
        <pc:spChg chg="add mod">
          <ac:chgData name="Luis Felipe Penna" userId="ad11b2d7-a213-475e-9999-0910500576e6" providerId="ADAL" clId="{0659C41E-4676-454B-91C2-E392C1C3446A}" dt="2025-06-27T07:02:22.822" v="9215" actId="1076"/>
          <ac:spMkLst>
            <pc:docMk/>
            <pc:sldMk cId="2625541695" sldId="289"/>
            <ac:spMk id="9" creationId="{8F43CBB2-763B-9E44-F35C-D57ADFEC7079}"/>
          </ac:spMkLst>
        </pc:spChg>
        <pc:spChg chg="add mod">
          <ac:chgData name="Luis Felipe Penna" userId="ad11b2d7-a213-475e-9999-0910500576e6" providerId="ADAL" clId="{0659C41E-4676-454B-91C2-E392C1C3446A}" dt="2025-06-27T07:02:22.822" v="9215" actId="1076"/>
          <ac:spMkLst>
            <pc:docMk/>
            <pc:sldMk cId="2625541695" sldId="289"/>
            <ac:spMk id="10" creationId="{8CEC302D-171C-6DD4-6CA2-E1377B4B4CF7}"/>
          </ac:spMkLst>
        </pc:spChg>
        <pc:spChg chg="mod">
          <ac:chgData name="Luis Felipe Penna" userId="ad11b2d7-a213-475e-9999-0910500576e6" providerId="ADAL" clId="{0659C41E-4676-454B-91C2-E392C1C3446A}" dt="2025-06-27T07:32:05.781" v="9765" actId="20577"/>
          <ac:spMkLst>
            <pc:docMk/>
            <pc:sldMk cId="2625541695" sldId="289"/>
            <ac:spMk id="16" creationId="{524A93BA-BFB3-4789-DA0D-69A94EA15C2E}"/>
          </ac:spMkLst>
        </pc:spChg>
        <pc:spChg chg="mod">
          <ac:chgData name="Luis Felipe Penna" userId="ad11b2d7-a213-475e-9999-0910500576e6" providerId="ADAL" clId="{0659C41E-4676-454B-91C2-E392C1C3446A}" dt="2025-06-27T07:02:06.020" v="9211" actId="164"/>
          <ac:spMkLst>
            <pc:docMk/>
            <pc:sldMk cId="2625541695" sldId="289"/>
            <ac:spMk id="18" creationId="{1448311F-2397-D29E-6B6A-8685222D1586}"/>
          </ac:spMkLst>
        </pc:spChg>
        <pc:spChg chg="mod">
          <ac:chgData name="Luis Felipe Penna" userId="ad11b2d7-a213-475e-9999-0910500576e6" providerId="ADAL" clId="{0659C41E-4676-454B-91C2-E392C1C3446A}" dt="2025-06-27T07:02:07.981" v="9212" actId="164"/>
          <ac:spMkLst>
            <pc:docMk/>
            <pc:sldMk cId="2625541695" sldId="289"/>
            <ac:spMk id="19" creationId="{57EB1DB7-7D56-B37D-8366-08309AE3A9FD}"/>
          </ac:spMkLst>
        </pc:spChg>
        <pc:spChg chg="mod">
          <ac:chgData name="Luis Felipe Penna" userId="ad11b2d7-a213-475e-9999-0910500576e6" providerId="ADAL" clId="{0659C41E-4676-454B-91C2-E392C1C3446A}" dt="2025-06-27T07:02:07.981" v="9212" actId="164"/>
          <ac:spMkLst>
            <pc:docMk/>
            <pc:sldMk cId="2625541695" sldId="289"/>
            <ac:spMk id="20" creationId="{3BA63196-83E2-0851-A210-8B2490828D07}"/>
          </ac:spMkLst>
        </pc:spChg>
        <pc:spChg chg="mod">
          <ac:chgData name="Luis Felipe Penna" userId="ad11b2d7-a213-475e-9999-0910500576e6" providerId="ADAL" clId="{0659C41E-4676-454B-91C2-E392C1C3446A}" dt="2025-06-27T07:02:06.020" v="9211" actId="164"/>
          <ac:spMkLst>
            <pc:docMk/>
            <pc:sldMk cId="2625541695" sldId="289"/>
            <ac:spMk id="22" creationId="{D8BFE569-5C6C-F7A4-8A7D-88FDEBCDD181}"/>
          </ac:spMkLst>
        </pc:spChg>
        <pc:grpChg chg="add mod">
          <ac:chgData name="Luis Felipe Penna" userId="ad11b2d7-a213-475e-9999-0910500576e6" providerId="ADAL" clId="{0659C41E-4676-454B-91C2-E392C1C3446A}" dt="2025-06-27T07:02:10.566" v="9213" actId="12789"/>
          <ac:grpSpMkLst>
            <pc:docMk/>
            <pc:sldMk cId="2625541695" sldId="289"/>
            <ac:grpSpMk id="11" creationId="{D7B7D274-FCC5-957F-F1C6-E682EE64C504}"/>
          </ac:grpSpMkLst>
        </pc:grpChg>
        <pc:grpChg chg="add mod">
          <ac:chgData name="Luis Felipe Penna" userId="ad11b2d7-a213-475e-9999-0910500576e6" providerId="ADAL" clId="{0659C41E-4676-454B-91C2-E392C1C3446A}" dt="2025-06-27T07:02:10.566" v="9213" actId="12789"/>
          <ac:grpSpMkLst>
            <pc:docMk/>
            <pc:sldMk cId="2625541695" sldId="289"/>
            <ac:grpSpMk id="12" creationId="{858F09FC-4C23-D708-BACD-D2A84D19EC52}"/>
          </ac:grpSpMkLst>
        </pc:grpChg>
        <pc:graphicFrameChg chg="mod">
          <ac:chgData name="Luis Felipe Penna" userId="ad11b2d7-a213-475e-9999-0910500576e6" providerId="ADAL" clId="{0659C41E-4676-454B-91C2-E392C1C3446A}" dt="2025-06-27T07:02:15.355" v="9214"/>
          <ac:graphicFrameMkLst>
            <pc:docMk/>
            <pc:sldMk cId="2625541695" sldId="289"/>
            <ac:graphicFrameMk id="13" creationId="{C11DADC3-EF7F-78B2-D6E5-E10DBA6FEC18}"/>
          </ac:graphicFrameMkLst>
        </pc:graphicFrameChg>
      </pc:sldChg>
      <pc:sldChg chg="del">
        <pc:chgData name="Luis Felipe Penna" userId="ad11b2d7-a213-475e-9999-0910500576e6" providerId="ADAL" clId="{0659C41E-4676-454B-91C2-E392C1C3446A}" dt="2025-06-27T00:57:38.128" v="105" actId="47"/>
        <pc:sldMkLst>
          <pc:docMk/>
          <pc:sldMk cId="1895333492" sldId="296"/>
        </pc:sldMkLst>
      </pc:sldChg>
      <pc:sldChg chg="modSp mod">
        <pc:chgData name="Luis Felipe Penna" userId="ad11b2d7-a213-475e-9999-0910500576e6" providerId="ADAL" clId="{0659C41E-4676-454B-91C2-E392C1C3446A}" dt="2025-06-27T06:29:31.609" v="7766"/>
        <pc:sldMkLst>
          <pc:docMk/>
          <pc:sldMk cId="2927617268" sldId="299"/>
        </pc:sldMkLst>
        <pc:graphicFrameChg chg="mod">
          <ac:chgData name="Luis Felipe Penna" userId="ad11b2d7-a213-475e-9999-0910500576e6" providerId="ADAL" clId="{0659C41E-4676-454B-91C2-E392C1C3446A}" dt="2025-06-27T06:21:02.746" v="7674" actId="1038"/>
          <ac:graphicFrameMkLst>
            <pc:docMk/>
            <pc:sldMk cId="2927617268" sldId="299"/>
            <ac:graphicFrameMk id="3" creationId="{488D685D-E43A-0B1D-79CE-94E176448650}"/>
          </ac:graphicFrameMkLst>
        </pc:graphicFrameChg>
        <pc:graphicFrameChg chg="mod modGraphic">
          <ac:chgData name="Luis Felipe Penna" userId="ad11b2d7-a213-475e-9999-0910500576e6" providerId="ADAL" clId="{0659C41E-4676-454B-91C2-E392C1C3446A}" dt="2025-06-27T06:21:02.746" v="7674" actId="1038"/>
          <ac:graphicFrameMkLst>
            <pc:docMk/>
            <pc:sldMk cId="2927617268" sldId="299"/>
            <ac:graphicFrameMk id="6" creationId="{8E65F975-3F2F-AA14-B5AE-56D8C47322C6}"/>
          </ac:graphicFrameMkLst>
        </pc:graphicFrameChg>
        <pc:graphicFrameChg chg="mod">
          <ac:chgData name="Luis Felipe Penna" userId="ad11b2d7-a213-475e-9999-0910500576e6" providerId="ADAL" clId="{0659C41E-4676-454B-91C2-E392C1C3446A}" dt="2025-06-27T06:29:31.609" v="7766"/>
          <ac:graphicFrameMkLst>
            <pc:docMk/>
            <pc:sldMk cId="2927617268" sldId="299"/>
            <ac:graphicFrameMk id="7" creationId="{4F6EEC7E-50D5-BBFA-F334-41BDF4DDE87C}"/>
          </ac:graphicFrameMkLst>
        </pc:graphicFrameChg>
      </pc:sldChg>
      <pc:sldChg chg="addSp delSp modSp mod">
        <pc:chgData name="Luis Felipe Penna" userId="ad11b2d7-a213-475e-9999-0910500576e6" providerId="ADAL" clId="{0659C41E-4676-454B-91C2-E392C1C3446A}" dt="2025-06-27T08:05:55.038" v="9899" actId="1076"/>
        <pc:sldMkLst>
          <pc:docMk/>
          <pc:sldMk cId="361003640" sldId="300"/>
        </pc:sldMkLst>
        <pc:picChg chg="mod">
          <ac:chgData name="Luis Felipe Penna" userId="ad11b2d7-a213-475e-9999-0910500576e6" providerId="ADAL" clId="{0659C41E-4676-454B-91C2-E392C1C3446A}" dt="2025-06-27T08:05:55.038" v="9899" actId="1076"/>
          <ac:picMkLst>
            <pc:docMk/>
            <pc:sldMk cId="361003640" sldId="300"/>
            <ac:picMk id="18" creationId="{1989C2E5-47A1-76A2-AE7D-3F3990683E85}"/>
          </ac:picMkLst>
        </pc:picChg>
      </pc:sldChg>
      <pc:sldChg chg="addSp delSp modSp mod ord">
        <pc:chgData name="Luis Felipe Penna" userId="ad11b2d7-a213-475e-9999-0910500576e6" providerId="ADAL" clId="{0659C41E-4676-454B-91C2-E392C1C3446A}" dt="2025-06-27T08:05:45.451" v="9898" actId="14100"/>
        <pc:sldMkLst>
          <pc:docMk/>
          <pc:sldMk cId="164537551" sldId="301"/>
        </pc:sldMkLst>
        <pc:spChg chg="mod">
          <ac:chgData name="Luis Felipe Penna" userId="ad11b2d7-a213-475e-9999-0910500576e6" providerId="ADAL" clId="{0659C41E-4676-454B-91C2-E392C1C3446A}" dt="2025-06-27T06:28:01.484" v="7759" actId="14100"/>
          <ac:spMkLst>
            <pc:docMk/>
            <pc:sldMk cId="164537551" sldId="301"/>
            <ac:spMk id="3" creationId="{257C16F2-B6D6-64CF-ECED-441E4041A147}"/>
          </ac:spMkLst>
        </pc:spChg>
        <pc:graphicFrameChg chg="add mod">
          <ac:chgData name="Luis Felipe Penna" userId="ad11b2d7-a213-475e-9999-0910500576e6" providerId="ADAL" clId="{0659C41E-4676-454B-91C2-E392C1C3446A}" dt="2025-06-27T08:05:45.451" v="9898" actId="14100"/>
          <ac:graphicFrameMkLst>
            <pc:docMk/>
            <pc:sldMk cId="164537551" sldId="301"/>
            <ac:graphicFrameMk id="4" creationId="{9EACC1E6-F233-4005-A2E6-7B8CB01A715F}"/>
          </ac:graphicFrameMkLst>
        </pc:graphicFrameChg>
        <pc:graphicFrameChg chg="mod">
          <ac:chgData name="Luis Felipe Penna" userId="ad11b2d7-a213-475e-9999-0910500576e6" providerId="ADAL" clId="{0659C41E-4676-454B-91C2-E392C1C3446A}" dt="2025-06-27T06:29:48.416" v="7767"/>
          <ac:graphicFrameMkLst>
            <pc:docMk/>
            <pc:sldMk cId="164537551" sldId="301"/>
            <ac:graphicFrameMk id="5" creationId="{B7BB74FF-FC97-4FE9-AABE-04CCC56306DC}"/>
          </ac:graphicFrameMkLst>
        </pc:graphicFrameChg>
      </pc:sldChg>
      <pc:sldChg chg="modSp">
        <pc:chgData name="Luis Felipe Penna" userId="ad11b2d7-a213-475e-9999-0910500576e6" providerId="ADAL" clId="{0659C41E-4676-454B-91C2-E392C1C3446A}" dt="2025-06-27T07:26:49.513" v="9666"/>
        <pc:sldMkLst>
          <pc:docMk/>
          <pc:sldMk cId="695221526" sldId="304"/>
        </pc:sldMkLst>
        <pc:spChg chg="mod">
          <ac:chgData name="Luis Felipe Penna" userId="ad11b2d7-a213-475e-9999-0910500576e6" providerId="ADAL" clId="{0659C41E-4676-454B-91C2-E392C1C3446A}" dt="2025-06-27T07:26:49.513" v="9666"/>
          <ac:spMkLst>
            <pc:docMk/>
            <pc:sldMk cId="695221526" sldId="304"/>
            <ac:spMk id="13" creationId="{F5F83FC4-085C-0F4D-D192-03F5F191FC93}"/>
          </ac:spMkLst>
        </pc:spChg>
        <pc:spChg chg="mod">
          <ac:chgData name="Luis Felipe Penna" userId="ad11b2d7-a213-475e-9999-0910500576e6" providerId="ADAL" clId="{0659C41E-4676-454B-91C2-E392C1C3446A}" dt="2025-06-27T07:26:49.513" v="9666"/>
          <ac:spMkLst>
            <pc:docMk/>
            <pc:sldMk cId="695221526" sldId="304"/>
            <ac:spMk id="15" creationId="{C3D8BD01-74DA-C24A-4874-77037E566D21}"/>
          </ac:spMkLst>
        </pc:spChg>
        <pc:spChg chg="mod">
          <ac:chgData name="Luis Felipe Penna" userId="ad11b2d7-a213-475e-9999-0910500576e6" providerId="ADAL" clId="{0659C41E-4676-454B-91C2-E392C1C3446A}" dt="2025-06-27T07:26:49.513" v="9666"/>
          <ac:spMkLst>
            <pc:docMk/>
            <pc:sldMk cId="695221526" sldId="304"/>
            <ac:spMk id="16" creationId="{9B668CBE-2DED-5890-60A7-A37AEC7CBF0D}"/>
          </ac:spMkLst>
        </pc:spChg>
        <pc:grpChg chg="mod">
          <ac:chgData name="Luis Felipe Penna" userId="ad11b2d7-a213-475e-9999-0910500576e6" providerId="ADAL" clId="{0659C41E-4676-454B-91C2-E392C1C3446A}" dt="2025-06-27T07:26:49.513" v="9666"/>
          <ac:grpSpMkLst>
            <pc:docMk/>
            <pc:sldMk cId="695221526" sldId="304"/>
            <ac:grpSpMk id="14" creationId="{AEDD7D7F-745B-2E72-FA23-C62312F3CEFE}"/>
          </ac:grpSpMkLst>
        </pc:grpChg>
        <pc:grpChg chg="mod">
          <ac:chgData name="Luis Felipe Penna" userId="ad11b2d7-a213-475e-9999-0910500576e6" providerId="ADAL" clId="{0659C41E-4676-454B-91C2-E392C1C3446A}" dt="2025-06-27T07:26:49.513" v="9666"/>
          <ac:grpSpMkLst>
            <pc:docMk/>
            <pc:sldMk cId="695221526" sldId="304"/>
            <ac:grpSpMk id="27" creationId="{92190053-37DC-5BBA-38FE-E92013FE152B}"/>
          </ac:grpSpMkLst>
        </pc:grpChg>
      </pc:sldChg>
      <pc:sldChg chg="addSp delSp modSp mod">
        <pc:chgData name="Luis Felipe Penna" userId="ad11b2d7-a213-475e-9999-0910500576e6" providerId="ADAL" clId="{0659C41E-4676-454B-91C2-E392C1C3446A}" dt="2025-06-27T07:05:43.149" v="9352" actId="12789"/>
        <pc:sldMkLst>
          <pc:docMk/>
          <pc:sldMk cId="3467328365" sldId="2076137522"/>
        </pc:sldMkLst>
        <pc:spChg chg="mod">
          <ac:chgData name="Luis Felipe Penna" userId="ad11b2d7-a213-475e-9999-0910500576e6" providerId="ADAL" clId="{0659C41E-4676-454B-91C2-E392C1C3446A}" dt="2025-06-27T07:00:36.746" v="9208" actId="179"/>
          <ac:spMkLst>
            <pc:docMk/>
            <pc:sldMk cId="3467328365" sldId="2076137522"/>
            <ac:spMk id="2" creationId="{09B7BBD4-D53B-F647-8901-7DC3195FCC26}"/>
          </ac:spMkLst>
        </pc:spChg>
        <pc:spChg chg="mod">
          <ac:chgData name="Luis Felipe Penna" userId="ad11b2d7-a213-475e-9999-0910500576e6" providerId="ADAL" clId="{0659C41E-4676-454B-91C2-E392C1C3446A}" dt="2025-06-27T06:02:24.497" v="7057" actId="255"/>
          <ac:spMkLst>
            <pc:docMk/>
            <pc:sldMk cId="3467328365" sldId="2076137522"/>
            <ac:spMk id="5" creationId="{699AB1A2-FF72-EB4F-9826-A8486EC3BC53}"/>
          </ac:spMkLst>
        </pc:spChg>
        <pc:spChg chg="mod">
          <ac:chgData name="Luis Felipe Penna" userId="ad11b2d7-a213-475e-9999-0910500576e6" providerId="ADAL" clId="{0659C41E-4676-454B-91C2-E392C1C3446A}" dt="2025-06-27T00:38:36.011" v="47" actId="20577"/>
          <ac:spMkLst>
            <pc:docMk/>
            <pc:sldMk cId="3467328365" sldId="2076137522"/>
            <ac:spMk id="8" creationId="{32EDB851-BBF9-BB47-12D3-A39CA59343AA}"/>
          </ac:spMkLst>
        </pc:spChg>
        <pc:spChg chg="mod">
          <ac:chgData name="Luis Felipe Penna" userId="ad11b2d7-a213-475e-9999-0910500576e6" providerId="ADAL" clId="{0659C41E-4676-454B-91C2-E392C1C3446A}" dt="2025-06-27T07:00:42.979" v="9209" actId="403"/>
          <ac:spMkLst>
            <pc:docMk/>
            <pc:sldMk cId="3467328365" sldId="2076137522"/>
            <ac:spMk id="13" creationId="{D8E2CC1E-9F2A-C688-26BA-709E874EEFFA}"/>
          </ac:spMkLst>
        </pc:spChg>
        <pc:spChg chg="add mod">
          <ac:chgData name="Luis Felipe Penna" userId="ad11b2d7-a213-475e-9999-0910500576e6" providerId="ADAL" clId="{0659C41E-4676-454B-91C2-E392C1C3446A}" dt="2025-06-27T07:05:43.149" v="9352" actId="12789"/>
          <ac:spMkLst>
            <pc:docMk/>
            <pc:sldMk cId="3467328365" sldId="2076137522"/>
            <ac:spMk id="23" creationId="{26D3FACF-ADC8-608C-FAD3-0A5BA14F2FAD}"/>
          </ac:spMkLst>
        </pc:spChg>
        <pc:spChg chg="add mod">
          <ac:chgData name="Luis Felipe Penna" userId="ad11b2d7-a213-475e-9999-0910500576e6" providerId="ADAL" clId="{0659C41E-4676-454B-91C2-E392C1C3446A}" dt="2025-06-27T07:05:43.149" v="9352" actId="12789"/>
          <ac:spMkLst>
            <pc:docMk/>
            <pc:sldMk cId="3467328365" sldId="2076137522"/>
            <ac:spMk id="24" creationId="{17CEDEEE-E148-4516-82C8-6521C6C9167B}"/>
          </ac:spMkLst>
        </pc:spChg>
        <pc:spChg chg="add mod">
          <ac:chgData name="Luis Felipe Penna" userId="ad11b2d7-a213-475e-9999-0910500576e6" providerId="ADAL" clId="{0659C41E-4676-454B-91C2-E392C1C3446A}" dt="2025-06-27T07:04:56.731" v="9325" actId="571"/>
          <ac:spMkLst>
            <pc:docMk/>
            <pc:sldMk cId="3467328365" sldId="2076137522"/>
            <ac:spMk id="25" creationId="{3A1CE280-A080-5659-8DAD-F2F83509FADE}"/>
          </ac:spMkLst>
        </pc:spChg>
        <pc:spChg chg="add mod">
          <ac:chgData name="Luis Felipe Penna" userId="ad11b2d7-a213-475e-9999-0910500576e6" providerId="ADAL" clId="{0659C41E-4676-454B-91C2-E392C1C3446A}" dt="2025-06-27T07:05:07.237" v="9337" actId="1036"/>
          <ac:spMkLst>
            <pc:docMk/>
            <pc:sldMk cId="3467328365" sldId="2076137522"/>
            <ac:spMk id="26" creationId="{3DD363B1-09EF-E7D0-C1D8-83C812FDA918}"/>
          </ac:spMkLst>
        </pc:spChg>
        <pc:spChg chg="add mod">
          <ac:chgData name="Luis Felipe Penna" userId="ad11b2d7-a213-475e-9999-0910500576e6" providerId="ADAL" clId="{0659C41E-4676-454B-91C2-E392C1C3446A}" dt="2025-06-27T07:05:07.237" v="9337" actId="1036"/>
          <ac:spMkLst>
            <pc:docMk/>
            <pc:sldMk cId="3467328365" sldId="2076137522"/>
            <ac:spMk id="62" creationId="{5BB67B1B-7754-CD2C-242F-AB2091B12D90}"/>
          </ac:spMkLst>
        </pc:spChg>
        <pc:spChg chg="add mod">
          <ac:chgData name="Luis Felipe Penna" userId="ad11b2d7-a213-475e-9999-0910500576e6" providerId="ADAL" clId="{0659C41E-4676-454B-91C2-E392C1C3446A}" dt="2025-06-27T07:04:56.731" v="9325" actId="571"/>
          <ac:spMkLst>
            <pc:docMk/>
            <pc:sldMk cId="3467328365" sldId="2076137522"/>
            <ac:spMk id="202" creationId="{1F2EB584-0623-7898-7CA2-2BAE8EAB714A}"/>
          </ac:spMkLst>
        </pc:spChg>
        <pc:spChg chg="mod">
          <ac:chgData name="Luis Felipe Penna" userId="ad11b2d7-a213-475e-9999-0910500576e6" providerId="ADAL" clId="{0659C41E-4676-454B-91C2-E392C1C3446A}" dt="2025-06-27T05:16:51.983" v="6116" actId="14100"/>
          <ac:spMkLst>
            <pc:docMk/>
            <pc:sldMk cId="3467328365" sldId="2076137522"/>
            <ac:spMk id="296" creationId="{6DA684A6-0303-DC8F-0C78-50077F550A40}"/>
          </ac:spMkLst>
        </pc:spChg>
        <pc:spChg chg="mod">
          <ac:chgData name="Luis Felipe Penna" userId="ad11b2d7-a213-475e-9999-0910500576e6" providerId="ADAL" clId="{0659C41E-4676-454B-91C2-E392C1C3446A}" dt="2025-06-27T05:16:51.983" v="6116" actId="14100"/>
          <ac:spMkLst>
            <pc:docMk/>
            <pc:sldMk cId="3467328365" sldId="2076137522"/>
            <ac:spMk id="297" creationId="{B6FBF10F-0613-7C3C-99E6-28656BA01937}"/>
          </ac:spMkLst>
        </pc:spChg>
        <pc:spChg chg="mod">
          <ac:chgData name="Luis Felipe Penna" userId="ad11b2d7-a213-475e-9999-0910500576e6" providerId="ADAL" clId="{0659C41E-4676-454B-91C2-E392C1C3446A}" dt="2025-06-27T05:16:51.983" v="6116" actId="14100"/>
          <ac:spMkLst>
            <pc:docMk/>
            <pc:sldMk cId="3467328365" sldId="2076137522"/>
            <ac:spMk id="298" creationId="{AA857989-C3A0-907A-A595-9F02474D1FE7}"/>
          </ac:spMkLst>
        </pc:spChg>
        <pc:spChg chg="mod">
          <ac:chgData name="Luis Felipe Penna" userId="ad11b2d7-a213-475e-9999-0910500576e6" providerId="ADAL" clId="{0659C41E-4676-454B-91C2-E392C1C3446A}" dt="2025-06-27T05:16:51.983" v="6116" actId="14100"/>
          <ac:spMkLst>
            <pc:docMk/>
            <pc:sldMk cId="3467328365" sldId="2076137522"/>
            <ac:spMk id="299" creationId="{8EC6653E-F87C-94E7-7DBD-FE0913665944}"/>
          </ac:spMkLst>
        </pc:spChg>
        <pc:spChg chg="mod">
          <ac:chgData name="Luis Felipe Penna" userId="ad11b2d7-a213-475e-9999-0910500576e6" providerId="ADAL" clId="{0659C41E-4676-454B-91C2-E392C1C3446A}" dt="2025-06-27T05:16:51.983" v="6116" actId="14100"/>
          <ac:spMkLst>
            <pc:docMk/>
            <pc:sldMk cId="3467328365" sldId="2076137522"/>
            <ac:spMk id="300" creationId="{F343D1A0-4A5F-12B5-B3E1-B81913FB56F1}"/>
          </ac:spMkLst>
        </pc:spChg>
        <pc:grpChg chg="add mod">
          <ac:chgData name="Luis Felipe Penna" userId="ad11b2d7-a213-475e-9999-0910500576e6" providerId="ADAL" clId="{0659C41E-4676-454B-91C2-E392C1C3446A}" dt="2025-06-27T05:15:59.201" v="6111" actId="1076"/>
          <ac:grpSpMkLst>
            <pc:docMk/>
            <pc:sldMk cId="3467328365" sldId="2076137522"/>
            <ac:grpSpMk id="16" creationId="{D626BF07-2BBF-AAB0-4060-FBF5A7935FA7}"/>
          </ac:grpSpMkLst>
        </pc:grpChg>
        <pc:grpChg chg="add mod">
          <ac:chgData name="Luis Felipe Penna" userId="ad11b2d7-a213-475e-9999-0910500576e6" providerId="ADAL" clId="{0659C41E-4676-454B-91C2-E392C1C3446A}" dt="2025-06-27T07:04:47.420" v="9323" actId="1036"/>
          <ac:grpSpMkLst>
            <pc:docMk/>
            <pc:sldMk cId="3467328365" sldId="2076137522"/>
            <ac:grpSpMk id="63" creationId="{2A8D318D-C6F4-3624-AE6E-C9A897AC8E51}"/>
          </ac:grpSpMkLst>
        </pc:grpChg>
        <pc:grpChg chg="add mod">
          <ac:chgData name="Luis Felipe Penna" userId="ad11b2d7-a213-475e-9999-0910500576e6" providerId="ADAL" clId="{0659C41E-4676-454B-91C2-E392C1C3446A}" dt="2025-06-27T06:59:33.704" v="9124" actId="164"/>
          <ac:grpSpMkLst>
            <pc:docMk/>
            <pc:sldMk cId="3467328365" sldId="2076137522"/>
            <ac:grpSpMk id="201" creationId="{75406235-ABCE-15F6-5168-627A3345E02A}"/>
          </ac:grpSpMkLst>
        </pc:grpChg>
        <pc:grpChg chg="add mod">
          <ac:chgData name="Luis Felipe Penna" userId="ad11b2d7-a213-475e-9999-0910500576e6" providerId="ADAL" clId="{0659C41E-4676-454B-91C2-E392C1C3446A}" dt="2025-06-27T07:04:47.420" v="9323" actId="1036"/>
          <ac:grpSpMkLst>
            <pc:docMk/>
            <pc:sldMk cId="3467328365" sldId="2076137522"/>
            <ac:grpSpMk id="204" creationId="{17169369-02F1-A1B5-C940-999BC9F5406C}"/>
          </ac:grpSpMkLst>
        </pc:grpChg>
        <pc:grpChg chg="mod">
          <ac:chgData name="Luis Felipe Penna" userId="ad11b2d7-a213-475e-9999-0910500576e6" providerId="ADAL" clId="{0659C41E-4676-454B-91C2-E392C1C3446A}" dt="2025-06-27T05:15:09.307" v="5980" actId="164"/>
          <ac:grpSpMkLst>
            <pc:docMk/>
            <pc:sldMk cId="3467328365" sldId="2076137522"/>
            <ac:grpSpMk id="242" creationId="{715065D5-2043-7ECE-4045-4E7CF07D52C4}"/>
          </ac:grpSpMkLst>
        </pc:grpChg>
        <pc:grpChg chg="mod">
          <ac:chgData name="Luis Felipe Penna" userId="ad11b2d7-a213-475e-9999-0910500576e6" providerId="ADAL" clId="{0659C41E-4676-454B-91C2-E392C1C3446A}" dt="2025-06-27T05:15:09.307" v="5980" actId="164"/>
          <ac:grpSpMkLst>
            <pc:docMk/>
            <pc:sldMk cId="3467328365" sldId="2076137522"/>
            <ac:grpSpMk id="309" creationId="{6855DBEE-32A0-94D8-ABBD-A06C0F999AAF}"/>
          </ac:grpSpMkLst>
        </pc:grpChg>
        <pc:graphicFrameChg chg="add mod">
          <ac:chgData name="Luis Felipe Penna" userId="ad11b2d7-a213-475e-9999-0910500576e6" providerId="ADAL" clId="{0659C41E-4676-454B-91C2-E392C1C3446A}" dt="2025-06-27T06:59:21.682" v="9123" actId="403"/>
          <ac:graphicFrameMkLst>
            <pc:docMk/>
            <pc:sldMk cId="3467328365" sldId="2076137522"/>
            <ac:graphicFrameMk id="15" creationId="{FE2A6D71-BC93-D360-626F-25BA9850323A}"/>
          </ac:graphicFrameMkLst>
        </pc:graphicFrameChg>
        <pc:picChg chg="add mod">
          <ac:chgData name="Luis Felipe Penna" userId="ad11b2d7-a213-475e-9999-0910500576e6" providerId="ADAL" clId="{0659C41E-4676-454B-91C2-E392C1C3446A}" dt="2025-06-27T07:04:56.731" v="9325" actId="571"/>
          <ac:picMkLst>
            <pc:docMk/>
            <pc:sldMk cId="3467328365" sldId="2076137522"/>
            <ac:picMk id="22" creationId="{F727675F-7D01-DBDC-1809-F13BA67A961C}"/>
          </ac:picMkLst>
        </pc:picChg>
        <pc:picChg chg="add mod">
          <ac:chgData name="Luis Felipe Penna" userId="ad11b2d7-a213-475e-9999-0910500576e6" providerId="ADAL" clId="{0659C41E-4676-454B-91C2-E392C1C3446A}" dt="2025-06-27T07:04:56.731" v="9325" actId="571"/>
          <ac:picMkLst>
            <pc:docMk/>
            <pc:sldMk cId="3467328365" sldId="2076137522"/>
            <ac:picMk id="203" creationId="{BA5F3FA3-FAC0-E782-A027-DEF2C4099DCA}"/>
          </ac:picMkLst>
        </pc:picChg>
        <pc:picChg chg="add mod">
          <ac:chgData name="Luis Felipe Penna" userId="ad11b2d7-a213-475e-9999-0910500576e6" providerId="ADAL" clId="{0659C41E-4676-454B-91C2-E392C1C3446A}" dt="2025-06-27T07:05:10.390" v="9345" actId="1036"/>
          <ac:picMkLst>
            <pc:docMk/>
            <pc:sldMk cId="3467328365" sldId="2076137522"/>
            <ac:picMk id="206" creationId="{68960224-A9D6-3DEC-10CC-D84C3D8E363D}"/>
          </ac:picMkLst>
        </pc:picChg>
        <pc:cxnChg chg="mod">
          <ac:chgData name="Luis Felipe Penna" userId="ad11b2d7-a213-475e-9999-0910500576e6" providerId="ADAL" clId="{0659C41E-4676-454B-91C2-E392C1C3446A}" dt="2025-06-27T06:02:36.913" v="7059" actId="14100"/>
          <ac:cxnSpMkLst>
            <pc:docMk/>
            <pc:sldMk cId="3467328365" sldId="2076137522"/>
            <ac:cxnSpMk id="3" creationId="{BCFD85C0-8E27-584F-EF89-4BC17E2C1D13}"/>
          </ac:cxnSpMkLst>
        </pc:cxnChg>
        <pc:cxnChg chg="mod">
          <ac:chgData name="Luis Felipe Penna" userId="ad11b2d7-a213-475e-9999-0910500576e6" providerId="ADAL" clId="{0659C41E-4676-454B-91C2-E392C1C3446A}" dt="2025-06-27T06:02:33.723" v="7058" actId="14100"/>
          <ac:cxnSpMkLst>
            <pc:docMk/>
            <pc:sldMk cId="3467328365" sldId="2076137522"/>
            <ac:cxnSpMk id="12" creationId="{70AE4A0B-0A45-EB0F-CF38-2B691105051F}"/>
          </ac:cxnSpMkLst>
        </pc:cxnChg>
        <pc:cxnChg chg="add del mod">
          <ac:chgData name="Luis Felipe Penna" userId="ad11b2d7-a213-475e-9999-0910500576e6" providerId="ADAL" clId="{0659C41E-4676-454B-91C2-E392C1C3446A}" dt="2025-06-27T07:05:30.697" v="9348" actId="478"/>
          <ac:cxnSpMkLst>
            <pc:docMk/>
            <pc:sldMk cId="3467328365" sldId="2076137522"/>
            <ac:cxnSpMk id="194" creationId="{8533FA63-926F-4628-BBE4-9AC0CF34386F}"/>
          </ac:cxnSpMkLst>
        </pc:cxnChg>
        <pc:cxnChg chg="add del mod">
          <ac:chgData name="Luis Felipe Penna" userId="ad11b2d7-a213-475e-9999-0910500576e6" providerId="ADAL" clId="{0659C41E-4676-454B-91C2-E392C1C3446A}" dt="2025-06-27T07:05:37.447" v="9351" actId="12789"/>
          <ac:cxnSpMkLst>
            <pc:docMk/>
            <pc:sldMk cId="3467328365" sldId="2076137522"/>
            <ac:cxnSpMk id="195" creationId="{E1133A09-B972-986A-B35C-95D96B728083}"/>
          </ac:cxnSpMkLst>
        </pc:cxnChg>
      </pc:sldChg>
      <pc:sldChg chg="addSp delSp modSp mod ord">
        <pc:chgData name="Luis Felipe Penna" userId="ad11b2d7-a213-475e-9999-0910500576e6" providerId="ADAL" clId="{0659C41E-4676-454B-91C2-E392C1C3446A}" dt="2025-06-27T07:54:10.983" v="9895"/>
        <pc:sldMkLst>
          <pc:docMk/>
          <pc:sldMk cId="3749402110" sldId="2076137523"/>
        </pc:sldMkLst>
        <pc:spChg chg="add mod">
          <ac:chgData name="Luis Felipe Penna" userId="ad11b2d7-a213-475e-9999-0910500576e6" providerId="ADAL" clId="{0659C41E-4676-454B-91C2-E392C1C3446A}" dt="2025-06-27T06:21:47.854" v="7682"/>
          <ac:spMkLst>
            <pc:docMk/>
            <pc:sldMk cId="3749402110" sldId="2076137523"/>
            <ac:spMk id="6" creationId="{AB632BD3-FFC1-3F9C-88A5-9281778389EE}"/>
          </ac:spMkLst>
        </pc:spChg>
        <pc:spChg chg="mod">
          <ac:chgData name="Luis Felipe Penna" userId="ad11b2d7-a213-475e-9999-0910500576e6" providerId="ADAL" clId="{0659C41E-4676-454B-91C2-E392C1C3446A}" dt="2025-06-27T06:24:22.948" v="7713" actId="1076"/>
          <ac:spMkLst>
            <pc:docMk/>
            <pc:sldMk cId="3749402110" sldId="2076137523"/>
            <ac:spMk id="12" creationId="{4915E7CE-A40C-DC71-61BF-6C753D9FEDD4}"/>
          </ac:spMkLst>
        </pc:spChg>
        <pc:graphicFrameChg chg="mod">
          <ac:chgData name="Luis Felipe Penna" userId="ad11b2d7-a213-475e-9999-0910500576e6" providerId="ADAL" clId="{0659C41E-4676-454B-91C2-E392C1C3446A}" dt="2025-06-27T06:22:45.107" v="7699" actId="14100"/>
          <ac:graphicFrameMkLst>
            <pc:docMk/>
            <pc:sldMk cId="3749402110" sldId="2076137523"/>
            <ac:graphicFrameMk id="3" creationId="{8A57E857-6BE8-4DEC-BBC4-5257B5811812}"/>
          </ac:graphicFrameMkLst>
        </pc:graphicFrameChg>
        <pc:graphicFrameChg chg="add mod">
          <ac:chgData name="Luis Felipe Penna" userId="ad11b2d7-a213-475e-9999-0910500576e6" providerId="ADAL" clId="{0659C41E-4676-454B-91C2-E392C1C3446A}" dt="2025-06-27T07:54:10.983" v="9895"/>
          <ac:graphicFrameMkLst>
            <pc:docMk/>
            <pc:sldMk cId="3749402110" sldId="2076137523"/>
            <ac:graphicFrameMk id="7" creationId="{B883156F-DBF5-477A-B144-699F76F97691}"/>
          </ac:graphicFrameMkLst>
        </pc:graphicFrameChg>
        <pc:graphicFrameChg chg="mod">
          <ac:chgData name="Luis Felipe Penna" userId="ad11b2d7-a213-475e-9999-0910500576e6" providerId="ADAL" clId="{0659C41E-4676-454B-91C2-E392C1C3446A}" dt="2025-06-27T07:51:47.518" v="9876" actId="1076"/>
          <ac:graphicFrameMkLst>
            <pc:docMk/>
            <pc:sldMk cId="3749402110" sldId="2076137523"/>
            <ac:graphicFrameMk id="9" creationId="{B883156F-DBF5-477A-B144-699F76F97691}"/>
          </ac:graphicFrameMkLst>
        </pc:graphicFrameChg>
      </pc:sldChg>
      <pc:sldChg chg="addSp delSp modSp add del mod">
        <pc:chgData name="Luis Felipe Penna" userId="ad11b2d7-a213-475e-9999-0910500576e6" providerId="ADAL" clId="{0659C41E-4676-454B-91C2-E392C1C3446A}" dt="2025-06-27T06:30:05.819" v="7768" actId="14100"/>
        <pc:sldMkLst>
          <pc:docMk/>
          <pc:sldMk cId="207963450" sldId="2076137524"/>
        </pc:sldMkLst>
        <pc:picChg chg="mod">
          <ac:chgData name="Luis Felipe Penna" userId="ad11b2d7-a213-475e-9999-0910500576e6" providerId="ADAL" clId="{0659C41E-4676-454B-91C2-E392C1C3446A}" dt="2025-06-27T06:30:05.819" v="7768" actId="14100"/>
          <ac:picMkLst>
            <pc:docMk/>
            <pc:sldMk cId="207963450" sldId="2076137524"/>
            <ac:picMk id="6" creationId="{4256D04B-1A0F-2BBB-943E-2E3FF40A4E67}"/>
          </ac:picMkLst>
        </pc:picChg>
      </pc:sldChg>
      <pc:sldChg chg="modSp mod">
        <pc:chgData name="Luis Felipe Penna" userId="ad11b2d7-a213-475e-9999-0910500576e6" providerId="ADAL" clId="{0659C41E-4676-454B-91C2-E392C1C3446A}" dt="2025-06-27T12:22:55.259" v="10401" actId="20577"/>
        <pc:sldMkLst>
          <pc:docMk/>
          <pc:sldMk cId="144362700" sldId="2076137525"/>
        </pc:sldMkLst>
        <pc:spChg chg="mod">
          <ac:chgData name="Luis Felipe Penna" userId="ad11b2d7-a213-475e-9999-0910500576e6" providerId="ADAL" clId="{0659C41E-4676-454B-91C2-E392C1C3446A}" dt="2025-06-27T12:22:55.259" v="10401" actId="20577"/>
          <ac:spMkLst>
            <pc:docMk/>
            <pc:sldMk cId="144362700" sldId="2076137525"/>
            <ac:spMk id="6" creationId="{B34BC4E1-8B6E-DB56-BAF1-6DEE6EE25454}"/>
          </ac:spMkLst>
        </pc:spChg>
        <pc:spChg chg="mod">
          <ac:chgData name="Luis Felipe Penna" userId="ad11b2d7-a213-475e-9999-0910500576e6" providerId="ADAL" clId="{0659C41E-4676-454B-91C2-E392C1C3446A}" dt="2025-06-27T10:49:10.401" v="9919" actId="403"/>
          <ac:spMkLst>
            <pc:docMk/>
            <pc:sldMk cId="144362700" sldId="2076137525"/>
            <ac:spMk id="8" creationId="{FF6FC8C9-2330-0857-30ED-DACF79351143}"/>
          </ac:spMkLst>
        </pc:spChg>
        <pc:spChg chg="mod">
          <ac:chgData name="Luis Felipe Penna" userId="ad11b2d7-a213-475e-9999-0910500576e6" providerId="ADAL" clId="{0659C41E-4676-454B-91C2-E392C1C3446A}" dt="2025-06-27T10:48:44.733" v="9908" actId="403"/>
          <ac:spMkLst>
            <pc:docMk/>
            <pc:sldMk cId="144362700" sldId="2076137525"/>
            <ac:spMk id="10" creationId="{E625D707-B89C-A9DE-84A8-C5C086FDFD0E}"/>
          </ac:spMkLst>
        </pc:spChg>
        <pc:spChg chg="mod">
          <ac:chgData name="Luis Felipe Penna" userId="ad11b2d7-a213-475e-9999-0910500576e6" providerId="ADAL" clId="{0659C41E-4676-454B-91C2-E392C1C3446A}" dt="2025-06-27T10:48:44.733" v="9908" actId="403"/>
          <ac:spMkLst>
            <pc:docMk/>
            <pc:sldMk cId="144362700" sldId="2076137525"/>
            <ac:spMk id="15" creationId="{A95FB2A6-ED58-0F61-DA15-38CC27F8F28A}"/>
          </ac:spMkLst>
        </pc:spChg>
        <pc:spChg chg="mod">
          <ac:chgData name="Luis Felipe Penna" userId="ad11b2d7-a213-475e-9999-0910500576e6" providerId="ADAL" clId="{0659C41E-4676-454B-91C2-E392C1C3446A}" dt="2025-06-27T10:48:50.817" v="9916" actId="1036"/>
          <ac:spMkLst>
            <pc:docMk/>
            <pc:sldMk cId="144362700" sldId="2076137525"/>
            <ac:spMk id="16" creationId="{80EFB197-DC90-BD92-B47B-66D835C322ED}"/>
          </ac:spMkLst>
        </pc:spChg>
        <pc:spChg chg="mod">
          <ac:chgData name="Luis Felipe Penna" userId="ad11b2d7-a213-475e-9999-0910500576e6" providerId="ADAL" clId="{0659C41E-4676-454B-91C2-E392C1C3446A}" dt="2025-06-27T10:48:55.894" v="9917" actId="403"/>
          <ac:spMkLst>
            <pc:docMk/>
            <pc:sldMk cId="144362700" sldId="2076137525"/>
            <ac:spMk id="19" creationId="{69B06687-7432-4C50-4DC9-25B13D96947B}"/>
          </ac:spMkLst>
        </pc:spChg>
        <pc:spChg chg="mod">
          <ac:chgData name="Luis Felipe Penna" userId="ad11b2d7-a213-475e-9999-0910500576e6" providerId="ADAL" clId="{0659C41E-4676-454B-91C2-E392C1C3446A}" dt="2025-06-27T10:49:04.493" v="9918" actId="403"/>
          <ac:spMkLst>
            <pc:docMk/>
            <pc:sldMk cId="144362700" sldId="2076137525"/>
            <ac:spMk id="22" creationId="{79EEE759-F2FA-3DBC-11AA-3470BBC46D46}"/>
          </ac:spMkLst>
        </pc:spChg>
        <pc:spChg chg="mod">
          <ac:chgData name="Luis Felipe Penna" userId="ad11b2d7-a213-475e-9999-0910500576e6" providerId="ADAL" clId="{0659C41E-4676-454B-91C2-E392C1C3446A}" dt="2025-06-27T10:48:11.836" v="9903" actId="403"/>
          <ac:spMkLst>
            <pc:docMk/>
            <pc:sldMk cId="144362700" sldId="2076137525"/>
            <ac:spMk id="41" creationId="{C39B4385-0CBE-AC8F-AF28-098D1E07A34F}"/>
          </ac:spMkLst>
        </pc:spChg>
        <pc:spChg chg="mod">
          <ac:chgData name="Luis Felipe Penna" userId="ad11b2d7-a213-475e-9999-0910500576e6" providerId="ADAL" clId="{0659C41E-4676-454B-91C2-E392C1C3446A}" dt="2025-06-27T10:48:19.699" v="9907" actId="1035"/>
          <ac:spMkLst>
            <pc:docMk/>
            <pc:sldMk cId="144362700" sldId="2076137525"/>
            <ac:spMk id="42" creationId="{0887053F-FD05-B656-7063-2E68C77E58F7}"/>
          </ac:spMkLst>
        </pc:spChg>
      </pc:sldChg>
      <pc:sldChg chg="modSp mod ord">
        <pc:chgData name="Luis Felipe Penna" userId="ad11b2d7-a213-475e-9999-0910500576e6" providerId="ADAL" clId="{0659C41E-4676-454B-91C2-E392C1C3446A}" dt="2025-06-27T01:12:55.725" v="546" actId="123"/>
        <pc:sldMkLst>
          <pc:docMk/>
          <pc:sldMk cId="746911139" sldId="2076137526"/>
        </pc:sldMkLst>
        <pc:spChg chg="mod">
          <ac:chgData name="Luis Felipe Penna" userId="ad11b2d7-a213-475e-9999-0910500576e6" providerId="ADAL" clId="{0659C41E-4676-454B-91C2-E392C1C3446A}" dt="2025-06-27T01:12:55.725" v="546" actId="123"/>
          <ac:spMkLst>
            <pc:docMk/>
            <pc:sldMk cId="746911139" sldId="2076137526"/>
            <ac:spMk id="56" creationId="{D78D41B7-17A6-2B9A-4EEE-FCC1039FF99E}"/>
          </ac:spMkLst>
        </pc:spChg>
      </pc:sldChg>
      <pc:sldChg chg="modSp mod">
        <pc:chgData name="Luis Felipe Penna" userId="ad11b2d7-a213-475e-9999-0910500576e6" providerId="ADAL" clId="{0659C41E-4676-454B-91C2-E392C1C3446A}" dt="2025-06-27T05:54:57.981" v="6869" actId="1076"/>
        <pc:sldMkLst>
          <pc:docMk/>
          <pc:sldMk cId="4254211547" sldId="2076137527"/>
        </pc:sldMkLst>
        <pc:grpChg chg="mod">
          <ac:chgData name="Luis Felipe Penna" userId="ad11b2d7-a213-475e-9999-0910500576e6" providerId="ADAL" clId="{0659C41E-4676-454B-91C2-E392C1C3446A}" dt="2025-06-27T05:54:57.981" v="6869" actId="1076"/>
          <ac:grpSpMkLst>
            <pc:docMk/>
            <pc:sldMk cId="4254211547" sldId="2076137527"/>
            <ac:grpSpMk id="435" creationId="{38304909-A4E9-D2C5-D266-71F9476C7E38}"/>
          </ac:grpSpMkLst>
        </pc:grpChg>
      </pc:sldChg>
      <pc:sldChg chg="addSp delSp modSp mod">
        <pc:chgData name="Luis Felipe Penna" userId="ad11b2d7-a213-475e-9999-0910500576e6" providerId="ADAL" clId="{0659C41E-4676-454B-91C2-E392C1C3446A}" dt="2025-06-27T07:11:38.473" v="9376" actId="1076"/>
        <pc:sldMkLst>
          <pc:docMk/>
          <pc:sldMk cId="50946272" sldId="2076137528"/>
        </pc:sldMkLst>
        <pc:spChg chg="add mod ord">
          <ac:chgData name="Luis Felipe Penna" userId="ad11b2d7-a213-475e-9999-0910500576e6" providerId="ADAL" clId="{0659C41E-4676-454B-91C2-E392C1C3446A}" dt="2025-06-27T07:11:38.473" v="9376" actId="1076"/>
          <ac:spMkLst>
            <pc:docMk/>
            <pc:sldMk cId="50946272" sldId="2076137528"/>
            <ac:spMk id="5" creationId="{9F97E163-BFDF-D6E8-8FA5-5B422DE7B09A}"/>
          </ac:spMkLst>
        </pc:spChg>
        <pc:picChg chg="mod">
          <ac:chgData name="Luis Felipe Penna" userId="ad11b2d7-a213-475e-9999-0910500576e6" providerId="ADAL" clId="{0659C41E-4676-454B-91C2-E392C1C3446A}" dt="2025-06-27T07:11:35.667" v="9375" actId="1076"/>
          <ac:picMkLst>
            <pc:docMk/>
            <pc:sldMk cId="50946272" sldId="2076137528"/>
            <ac:picMk id="2" creationId="{E6E7E9AA-0EA6-C6D8-5925-DBEF44E2FC7F}"/>
          </ac:picMkLst>
        </pc:picChg>
      </pc:sldChg>
      <pc:sldChg chg="addSp delSp modSp mod">
        <pc:chgData name="Luis Felipe Penna" userId="ad11b2d7-a213-475e-9999-0910500576e6" providerId="ADAL" clId="{0659C41E-4676-454B-91C2-E392C1C3446A}" dt="2025-06-27T05:55:17.586" v="6873" actId="108"/>
        <pc:sldMkLst>
          <pc:docMk/>
          <pc:sldMk cId="689154478" sldId="2076137530"/>
        </pc:sldMkLst>
        <pc:spChg chg="add mod">
          <ac:chgData name="Luis Felipe Penna" userId="ad11b2d7-a213-475e-9999-0910500576e6" providerId="ADAL" clId="{0659C41E-4676-454B-91C2-E392C1C3446A}" dt="2025-06-27T02:34:20.060" v="2909" actId="164"/>
          <ac:spMkLst>
            <pc:docMk/>
            <pc:sldMk cId="689154478" sldId="2076137530"/>
            <ac:spMk id="3" creationId="{F1DE8E56-FFFF-32C2-D2AC-5E771D603DDE}"/>
          </ac:spMkLst>
        </pc:spChg>
        <pc:spChg chg="add mod">
          <ac:chgData name="Luis Felipe Penna" userId="ad11b2d7-a213-475e-9999-0910500576e6" providerId="ADAL" clId="{0659C41E-4676-454B-91C2-E392C1C3446A}" dt="2025-06-27T02:34:20.060" v="2909" actId="164"/>
          <ac:spMkLst>
            <pc:docMk/>
            <pc:sldMk cId="689154478" sldId="2076137530"/>
            <ac:spMk id="4" creationId="{18A9F17F-BF0A-EEC6-E43E-077CFC53A894}"/>
          </ac:spMkLst>
        </pc:spChg>
        <pc:spChg chg="mod">
          <ac:chgData name="Luis Felipe Penna" userId="ad11b2d7-a213-475e-9999-0910500576e6" providerId="ADAL" clId="{0659C41E-4676-454B-91C2-E392C1C3446A}" dt="2025-06-27T05:25:48.097" v="6242" actId="20577"/>
          <ac:spMkLst>
            <pc:docMk/>
            <pc:sldMk cId="689154478" sldId="2076137530"/>
            <ac:spMk id="16" creationId="{5D0E51E8-3D34-2830-70EA-AF1E3DA026AB}"/>
          </ac:spMkLst>
        </pc:spChg>
        <pc:spChg chg="mod">
          <ac:chgData name="Luis Felipe Penna" userId="ad11b2d7-a213-475e-9999-0910500576e6" providerId="ADAL" clId="{0659C41E-4676-454B-91C2-E392C1C3446A}" dt="2025-06-27T05:55:17.586" v="6873" actId="108"/>
          <ac:spMkLst>
            <pc:docMk/>
            <pc:sldMk cId="689154478" sldId="2076137530"/>
            <ac:spMk id="19" creationId="{DE207531-9D25-BF48-25C6-C778C59EC621}"/>
          </ac:spMkLst>
        </pc:spChg>
        <pc:spChg chg="mod">
          <ac:chgData name="Luis Felipe Penna" userId="ad11b2d7-a213-475e-9999-0910500576e6" providerId="ADAL" clId="{0659C41E-4676-454B-91C2-E392C1C3446A}" dt="2025-06-27T05:19:08.024" v="6135" actId="20577"/>
          <ac:spMkLst>
            <pc:docMk/>
            <pc:sldMk cId="689154478" sldId="2076137530"/>
            <ac:spMk id="35" creationId="{4BC0343F-759D-783B-C9D6-F835D511016E}"/>
          </ac:spMkLst>
        </pc:spChg>
        <pc:grpChg chg="add mod">
          <ac:chgData name="Luis Felipe Penna" userId="ad11b2d7-a213-475e-9999-0910500576e6" providerId="ADAL" clId="{0659C41E-4676-454B-91C2-E392C1C3446A}" dt="2025-06-27T02:34:25.467" v="2910" actId="1076"/>
          <ac:grpSpMkLst>
            <pc:docMk/>
            <pc:sldMk cId="689154478" sldId="2076137530"/>
            <ac:grpSpMk id="7" creationId="{DF3BD5A2-6E4F-9F5E-8EC0-A0F76BD9270A}"/>
          </ac:grpSpMkLst>
        </pc:grpChg>
        <pc:graphicFrameChg chg="mod">
          <ac:chgData name="Luis Felipe Penna" userId="ad11b2d7-a213-475e-9999-0910500576e6" providerId="ADAL" clId="{0659C41E-4676-454B-91C2-E392C1C3446A}" dt="2025-06-27T05:24:54.569" v="6199" actId="1076"/>
          <ac:graphicFrameMkLst>
            <pc:docMk/>
            <pc:sldMk cId="689154478" sldId="2076137530"/>
            <ac:graphicFrameMk id="5" creationId="{E2A61B76-C998-0F92-4C2F-FF144B8F5CF2}"/>
          </ac:graphicFrameMkLst>
        </pc:graphicFrameChg>
        <pc:graphicFrameChg chg="mod">
          <ac:chgData name="Luis Felipe Penna" userId="ad11b2d7-a213-475e-9999-0910500576e6" providerId="ADAL" clId="{0659C41E-4676-454B-91C2-E392C1C3446A}" dt="2025-06-27T05:24:35.877" v="6198" actId="2711"/>
          <ac:graphicFrameMkLst>
            <pc:docMk/>
            <pc:sldMk cId="689154478" sldId="2076137530"/>
            <ac:graphicFrameMk id="6" creationId="{CED41147-92AE-8228-4D28-2D7FAFFA691E}"/>
          </ac:graphicFrameMkLst>
        </pc:graphicFrameChg>
      </pc:sldChg>
      <pc:sldChg chg="addSp delSp modSp mod">
        <pc:chgData name="Luis Felipe Penna" userId="ad11b2d7-a213-475e-9999-0910500576e6" providerId="ADAL" clId="{0659C41E-4676-454B-91C2-E392C1C3446A}" dt="2025-06-27T10:56:10.992" v="10291" actId="1037"/>
        <pc:sldMkLst>
          <pc:docMk/>
          <pc:sldMk cId="3190088735" sldId="2076137532"/>
        </pc:sldMkLst>
        <pc:spChg chg="add mod">
          <ac:chgData name="Luis Felipe Penna" userId="ad11b2d7-a213-475e-9999-0910500576e6" providerId="ADAL" clId="{0659C41E-4676-454B-91C2-E392C1C3446A}" dt="2025-06-27T10:56:10.992" v="10291" actId="1037"/>
          <ac:spMkLst>
            <pc:docMk/>
            <pc:sldMk cId="3190088735" sldId="2076137532"/>
            <ac:spMk id="2" creationId="{23A06962-E41F-F8F9-7E38-95F3E1400E2D}"/>
          </ac:spMkLst>
        </pc:spChg>
        <pc:spChg chg="add mod">
          <ac:chgData name="Luis Felipe Penna" userId="ad11b2d7-a213-475e-9999-0910500576e6" providerId="ADAL" clId="{0659C41E-4676-454B-91C2-E392C1C3446A}" dt="2025-06-27T05:50:26.483" v="6607" actId="164"/>
          <ac:spMkLst>
            <pc:docMk/>
            <pc:sldMk cId="3190088735" sldId="2076137532"/>
            <ac:spMk id="5" creationId="{DBFDE538-87E7-465D-C01C-6FE82AF50A67}"/>
          </ac:spMkLst>
        </pc:spChg>
        <pc:spChg chg="add mod">
          <ac:chgData name="Luis Felipe Penna" userId="ad11b2d7-a213-475e-9999-0910500576e6" providerId="ADAL" clId="{0659C41E-4676-454B-91C2-E392C1C3446A}" dt="2025-06-27T10:55:52.455" v="10256" actId="1037"/>
          <ac:spMkLst>
            <pc:docMk/>
            <pc:sldMk cId="3190088735" sldId="2076137532"/>
            <ac:spMk id="10" creationId="{2467514E-AC88-15AE-5605-31B65B16CF50}"/>
          </ac:spMkLst>
        </pc:spChg>
        <pc:spChg chg="mod">
          <ac:chgData name="Luis Felipe Penna" userId="ad11b2d7-a213-475e-9999-0910500576e6" providerId="ADAL" clId="{0659C41E-4676-454B-91C2-E392C1C3446A}" dt="2025-06-27T05:55:42.797" v="6875" actId="108"/>
          <ac:spMkLst>
            <pc:docMk/>
            <pc:sldMk cId="3190088735" sldId="2076137532"/>
            <ac:spMk id="11" creationId="{C4246D64-EC00-84F2-895B-F0A0E8E98C79}"/>
          </ac:spMkLst>
        </pc:spChg>
        <pc:spChg chg="add mod">
          <ac:chgData name="Luis Felipe Penna" userId="ad11b2d7-a213-475e-9999-0910500576e6" providerId="ADAL" clId="{0659C41E-4676-454B-91C2-E392C1C3446A}" dt="2025-06-27T05:50:26.483" v="6607" actId="164"/>
          <ac:spMkLst>
            <pc:docMk/>
            <pc:sldMk cId="3190088735" sldId="2076137532"/>
            <ac:spMk id="12" creationId="{92E21329-97E2-A93E-CD23-7E21BC9D7694}"/>
          </ac:spMkLst>
        </pc:spChg>
        <pc:spChg chg="add mod">
          <ac:chgData name="Luis Felipe Penna" userId="ad11b2d7-a213-475e-9999-0910500576e6" providerId="ADAL" clId="{0659C41E-4676-454B-91C2-E392C1C3446A}" dt="2025-06-27T10:55:52.455" v="10256" actId="1037"/>
          <ac:spMkLst>
            <pc:docMk/>
            <pc:sldMk cId="3190088735" sldId="2076137532"/>
            <ac:spMk id="13" creationId="{A493BA6E-88E8-8EC7-97C6-47D5D881910E}"/>
          </ac:spMkLst>
        </pc:spChg>
        <pc:spChg chg="add mod">
          <ac:chgData name="Luis Felipe Penna" userId="ad11b2d7-a213-475e-9999-0910500576e6" providerId="ADAL" clId="{0659C41E-4676-454B-91C2-E392C1C3446A}" dt="2025-06-27T05:55:33.729" v="6874" actId="108"/>
          <ac:spMkLst>
            <pc:docMk/>
            <pc:sldMk cId="3190088735" sldId="2076137532"/>
            <ac:spMk id="16" creationId="{470072CB-4D53-DEFE-7976-7F777C4BC6DF}"/>
          </ac:spMkLst>
        </pc:spChg>
        <pc:grpChg chg="add mod">
          <ac:chgData name="Luis Felipe Penna" userId="ad11b2d7-a213-475e-9999-0910500576e6" providerId="ADAL" clId="{0659C41E-4676-454B-91C2-E392C1C3446A}" dt="2025-06-27T10:56:04.196" v="10287" actId="1037"/>
          <ac:grpSpMkLst>
            <pc:docMk/>
            <pc:sldMk cId="3190088735" sldId="2076137532"/>
            <ac:grpSpMk id="15" creationId="{7A641FA7-68C0-131C-82C9-8293EB31C748}"/>
          </ac:grpSpMkLst>
        </pc:grpChg>
        <pc:graphicFrameChg chg="mod">
          <ac:chgData name="Luis Felipe Penna" userId="ad11b2d7-a213-475e-9999-0910500576e6" providerId="ADAL" clId="{0659C41E-4676-454B-91C2-E392C1C3446A}" dt="2025-06-27T06:05:35.819" v="7162" actId="1076"/>
          <ac:graphicFrameMkLst>
            <pc:docMk/>
            <pc:sldMk cId="3190088735" sldId="2076137532"/>
            <ac:graphicFrameMk id="3" creationId="{B21F3232-AF7D-3B5E-5250-6777E8D0FA9F}"/>
          </ac:graphicFrameMkLst>
        </pc:graphicFrameChg>
        <pc:graphicFrameChg chg="mod modGraphic">
          <ac:chgData name="Luis Felipe Penna" userId="ad11b2d7-a213-475e-9999-0910500576e6" providerId="ADAL" clId="{0659C41E-4676-454B-91C2-E392C1C3446A}" dt="2025-06-27T05:52:35.790" v="6642" actId="255"/>
          <ac:graphicFrameMkLst>
            <pc:docMk/>
            <pc:sldMk cId="3190088735" sldId="2076137532"/>
            <ac:graphicFrameMk id="6" creationId="{DA2CD59B-04B3-CCC3-A222-B92B452E9A67}"/>
          </ac:graphicFrameMkLst>
        </pc:graphicFrameChg>
        <pc:graphicFrameChg chg="add mod modGraphic">
          <ac:chgData name="Luis Felipe Penna" userId="ad11b2d7-a213-475e-9999-0910500576e6" providerId="ADAL" clId="{0659C41E-4676-454B-91C2-E392C1C3446A}" dt="2025-06-27T05:52:07.194" v="6638" actId="20577"/>
          <ac:graphicFrameMkLst>
            <pc:docMk/>
            <pc:sldMk cId="3190088735" sldId="2076137532"/>
            <ac:graphicFrameMk id="14" creationId="{18059FC8-6624-8468-A8EC-69E4005F89F9}"/>
          </ac:graphicFrameMkLst>
        </pc:graphicFrameChg>
      </pc:sldChg>
      <pc:sldChg chg="addSp delSp modSp mod">
        <pc:chgData name="Luis Felipe Penna" userId="ad11b2d7-a213-475e-9999-0910500576e6" providerId="ADAL" clId="{0659C41E-4676-454B-91C2-E392C1C3446A}" dt="2025-06-27T06:04:57.563" v="7155" actId="403"/>
        <pc:sldMkLst>
          <pc:docMk/>
          <pc:sldMk cId="2558702802" sldId="2076137533"/>
        </pc:sldMkLst>
        <pc:spChg chg="add mod">
          <ac:chgData name="Luis Felipe Penna" userId="ad11b2d7-a213-475e-9999-0910500576e6" providerId="ADAL" clId="{0659C41E-4676-454B-91C2-E392C1C3446A}" dt="2025-06-27T05:58:35.160" v="7026" actId="1036"/>
          <ac:spMkLst>
            <pc:docMk/>
            <pc:sldMk cId="2558702802" sldId="2076137533"/>
            <ac:spMk id="5" creationId="{CB2834AC-C84A-8C30-36FD-AA2B5FADFE2F}"/>
          </ac:spMkLst>
        </pc:spChg>
        <pc:spChg chg="add mod">
          <ac:chgData name="Luis Felipe Penna" userId="ad11b2d7-a213-475e-9999-0910500576e6" providerId="ADAL" clId="{0659C41E-4676-454B-91C2-E392C1C3446A}" dt="2025-06-27T05:58:13.243" v="7017" actId="20577"/>
          <ac:spMkLst>
            <pc:docMk/>
            <pc:sldMk cId="2558702802" sldId="2076137533"/>
            <ac:spMk id="8" creationId="{E8FFBE06-E299-6AD3-F4EF-56EAA0D520F6}"/>
          </ac:spMkLst>
        </pc:spChg>
        <pc:spChg chg="mod">
          <ac:chgData name="Luis Felipe Penna" userId="ad11b2d7-a213-475e-9999-0910500576e6" providerId="ADAL" clId="{0659C41E-4676-454B-91C2-E392C1C3446A}" dt="2025-06-27T05:56:36.747" v="6885" actId="1076"/>
          <ac:spMkLst>
            <pc:docMk/>
            <pc:sldMk cId="2558702802" sldId="2076137533"/>
            <ac:spMk id="17" creationId="{889A6ED7-C3BF-690F-B211-5B261709749D}"/>
          </ac:spMkLst>
        </pc:spChg>
        <pc:graphicFrameChg chg="mod">
          <ac:chgData name="Luis Felipe Penna" userId="ad11b2d7-a213-475e-9999-0910500576e6" providerId="ADAL" clId="{0659C41E-4676-454B-91C2-E392C1C3446A}" dt="2025-06-27T06:04:52.159" v="7153" actId="403"/>
          <ac:graphicFrameMkLst>
            <pc:docMk/>
            <pc:sldMk cId="2558702802" sldId="2076137533"/>
            <ac:graphicFrameMk id="2" creationId="{FF7BC593-AFEF-A692-718B-5D265B33F0CA}"/>
          </ac:graphicFrameMkLst>
        </pc:graphicFrameChg>
        <pc:graphicFrameChg chg="mod">
          <ac:chgData name="Luis Felipe Penna" userId="ad11b2d7-a213-475e-9999-0910500576e6" providerId="ADAL" clId="{0659C41E-4676-454B-91C2-E392C1C3446A}" dt="2025-06-27T06:04:57.563" v="7155" actId="403"/>
          <ac:graphicFrameMkLst>
            <pc:docMk/>
            <pc:sldMk cId="2558702802" sldId="2076137533"/>
            <ac:graphicFrameMk id="3" creationId="{22A6A08A-B967-41BF-8DC2-276AEE1BB49A}"/>
          </ac:graphicFrameMkLst>
        </pc:graphicFrameChg>
        <pc:graphicFrameChg chg="mod">
          <ac:chgData name="Luis Felipe Penna" userId="ad11b2d7-a213-475e-9999-0910500576e6" providerId="ADAL" clId="{0659C41E-4676-454B-91C2-E392C1C3446A}" dt="2025-06-27T06:04:54.919" v="7154" actId="403"/>
          <ac:graphicFrameMkLst>
            <pc:docMk/>
            <pc:sldMk cId="2558702802" sldId="2076137533"/>
            <ac:graphicFrameMk id="6" creationId="{06749076-D435-4DE4-ACFE-02A4E685FEC3}"/>
          </ac:graphicFrameMkLst>
        </pc:graphicFrameChg>
      </pc:sldChg>
      <pc:sldChg chg="addSp delSp modSp mod ord">
        <pc:chgData name="Luis Felipe Penna" userId="ad11b2d7-a213-475e-9999-0910500576e6" providerId="ADAL" clId="{0659C41E-4676-454B-91C2-E392C1C3446A}" dt="2025-06-27T07:08:33.158" v="9369" actId="20577"/>
        <pc:sldMkLst>
          <pc:docMk/>
          <pc:sldMk cId="3274046731" sldId="2076137534"/>
        </pc:sldMkLst>
        <pc:spChg chg="mod">
          <ac:chgData name="Luis Felipe Penna" userId="ad11b2d7-a213-475e-9999-0910500576e6" providerId="ADAL" clId="{0659C41E-4676-454B-91C2-E392C1C3446A}" dt="2025-06-27T06:18:11.879" v="7574" actId="1036"/>
          <ac:spMkLst>
            <pc:docMk/>
            <pc:sldMk cId="3274046731" sldId="2076137534"/>
            <ac:spMk id="2" creationId="{3A31BF19-7DEF-9B50-272D-72548AD8294C}"/>
          </ac:spMkLst>
        </pc:spChg>
        <pc:spChg chg="mod">
          <ac:chgData name="Luis Felipe Penna" userId="ad11b2d7-a213-475e-9999-0910500576e6" providerId="ADAL" clId="{0659C41E-4676-454B-91C2-E392C1C3446A}" dt="2025-06-27T07:08:19.792" v="9355" actId="1076"/>
          <ac:spMkLst>
            <pc:docMk/>
            <pc:sldMk cId="3274046731" sldId="2076137534"/>
            <ac:spMk id="5" creationId="{1FBD1020-3732-1DB1-EA07-AD446CB9E0E9}"/>
          </ac:spMkLst>
        </pc:spChg>
        <pc:spChg chg="mod">
          <ac:chgData name="Luis Felipe Penna" userId="ad11b2d7-a213-475e-9999-0910500576e6" providerId="ADAL" clId="{0659C41E-4676-454B-91C2-E392C1C3446A}" dt="2025-06-27T07:08:33.158" v="9369" actId="20577"/>
          <ac:spMkLst>
            <pc:docMk/>
            <pc:sldMk cId="3274046731" sldId="2076137534"/>
            <ac:spMk id="37" creationId="{33719FF3-6E33-A994-DE2B-815F9D30524D}"/>
          </ac:spMkLst>
        </pc:spChg>
        <pc:grpChg chg="mod">
          <ac:chgData name="Luis Felipe Penna" userId="ad11b2d7-a213-475e-9999-0910500576e6" providerId="ADAL" clId="{0659C41E-4676-454B-91C2-E392C1C3446A}" dt="2025-06-27T06:18:11.879" v="7574" actId="1036"/>
          <ac:grpSpMkLst>
            <pc:docMk/>
            <pc:sldMk cId="3274046731" sldId="2076137534"/>
            <ac:grpSpMk id="4" creationId="{8939291A-230F-9DF6-107A-7744E63E7A9E}"/>
          </ac:grpSpMkLst>
        </pc:grpChg>
        <pc:picChg chg="mod">
          <ac:chgData name="Luis Felipe Penna" userId="ad11b2d7-a213-475e-9999-0910500576e6" providerId="ADAL" clId="{0659C41E-4676-454B-91C2-E392C1C3446A}" dt="2025-06-27T06:18:11.879" v="7574" actId="1036"/>
          <ac:picMkLst>
            <pc:docMk/>
            <pc:sldMk cId="3274046731" sldId="2076137534"/>
            <ac:picMk id="6148" creationId="{65ECE059-B39F-D350-32BA-B6F911F09050}"/>
          </ac:picMkLst>
        </pc:picChg>
        <pc:cxnChg chg="mod">
          <ac:chgData name="Luis Felipe Penna" userId="ad11b2d7-a213-475e-9999-0910500576e6" providerId="ADAL" clId="{0659C41E-4676-454B-91C2-E392C1C3446A}" dt="2025-06-27T07:08:17.248" v="9354" actId="14100"/>
          <ac:cxnSpMkLst>
            <pc:docMk/>
            <pc:sldMk cId="3274046731" sldId="2076137534"/>
            <ac:cxnSpMk id="3" creationId="{8E5F3C63-2A3F-DEB4-E043-35EE308139F8}"/>
          </ac:cxnSpMkLst>
        </pc:cxnChg>
      </pc:sldChg>
      <pc:sldChg chg="addSp delSp modSp mod">
        <pc:chgData name="Luis Felipe Penna" userId="ad11b2d7-a213-475e-9999-0910500576e6" providerId="ADAL" clId="{0659C41E-4676-454B-91C2-E392C1C3446A}" dt="2025-06-27T06:18:00.284" v="7561" actId="1036"/>
        <pc:sldMkLst>
          <pc:docMk/>
          <pc:sldMk cId="1517413621" sldId="2076137537"/>
        </pc:sldMkLst>
        <pc:spChg chg="mod">
          <ac:chgData name="Luis Felipe Penna" userId="ad11b2d7-a213-475e-9999-0910500576e6" providerId="ADAL" clId="{0659C41E-4676-454B-91C2-E392C1C3446A}" dt="2025-06-27T06:17:56.054" v="7555" actId="12788"/>
          <ac:spMkLst>
            <pc:docMk/>
            <pc:sldMk cId="1517413621" sldId="2076137537"/>
            <ac:spMk id="3" creationId="{C503859D-B633-07AA-8DFD-B8481974AE60}"/>
          </ac:spMkLst>
        </pc:spChg>
        <pc:spChg chg="mod">
          <ac:chgData name="Luis Felipe Penna" userId="ad11b2d7-a213-475e-9999-0910500576e6" providerId="ADAL" clId="{0659C41E-4676-454B-91C2-E392C1C3446A}" dt="2025-06-27T06:17:45.066" v="7543" actId="1036"/>
          <ac:spMkLst>
            <pc:docMk/>
            <pc:sldMk cId="1517413621" sldId="2076137537"/>
            <ac:spMk id="7" creationId="{89C22370-75DB-B07F-F9D2-ABC82667A3D7}"/>
          </ac:spMkLst>
        </pc:spChg>
        <pc:spChg chg="mod">
          <ac:chgData name="Luis Felipe Penna" userId="ad11b2d7-a213-475e-9999-0910500576e6" providerId="ADAL" clId="{0659C41E-4676-454B-91C2-E392C1C3446A}" dt="2025-06-27T06:17:45.066" v="7543" actId="1036"/>
          <ac:spMkLst>
            <pc:docMk/>
            <pc:sldMk cId="1517413621" sldId="2076137537"/>
            <ac:spMk id="8" creationId="{02A5BC78-A092-F727-C9DA-FDB47678D7AA}"/>
          </ac:spMkLst>
        </pc:spChg>
        <pc:spChg chg="mod">
          <ac:chgData name="Luis Felipe Penna" userId="ad11b2d7-a213-475e-9999-0910500576e6" providerId="ADAL" clId="{0659C41E-4676-454B-91C2-E392C1C3446A}" dt="2025-06-27T06:17:45.066" v="7543" actId="1036"/>
          <ac:spMkLst>
            <pc:docMk/>
            <pc:sldMk cId="1517413621" sldId="2076137537"/>
            <ac:spMk id="9" creationId="{5B3EF991-5D51-911F-765F-A09C6992A8FF}"/>
          </ac:spMkLst>
        </pc:spChg>
        <pc:spChg chg="mod">
          <ac:chgData name="Luis Felipe Penna" userId="ad11b2d7-a213-475e-9999-0910500576e6" providerId="ADAL" clId="{0659C41E-4676-454B-91C2-E392C1C3446A}" dt="2025-06-27T06:17:45.066" v="7543" actId="1036"/>
          <ac:spMkLst>
            <pc:docMk/>
            <pc:sldMk cId="1517413621" sldId="2076137537"/>
            <ac:spMk id="10" creationId="{92308049-DE00-2066-CDBE-7E99A99C0CEA}"/>
          </ac:spMkLst>
        </pc:spChg>
        <pc:spChg chg="mod">
          <ac:chgData name="Luis Felipe Penna" userId="ad11b2d7-a213-475e-9999-0910500576e6" providerId="ADAL" clId="{0659C41E-4676-454B-91C2-E392C1C3446A}" dt="2025-06-27T06:18:00.284" v="7561" actId="1036"/>
          <ac:spMkLst>
            <pc:docMk/>
            <pc:sldMk cId="1517413621" sldId="2076137537"/>
            <ac:spMk id="31" creationId="{98645B67-7EBA-2543-960B-F5971A3EF59C}"/>
          </ac:spMkLst>
        </pc:spChg>
        <pc:spChg chg="mod">
          <ac:chgData name="Luis Felipe Penna" userId="ad11b2d7-a213-475e-9999-0910500576e6" providerId="ADAL" clId="{0659C41E-4676-454B-91C2-E392C1C3446A}" dt="2025-06-27T06:17:45.066" v="7543" actId="1036"/>
          <ac:spMkLst>
            <pc:docMk/>
            <pc:sldMk cId="1517413621" sldId="2076137537"/>
            <ac:spMk id="57" creationId="{94776BA7-66DB-FF6A-9C3C-4FC74A1FDAB9}"/>
          </ac:spMkLst>
        </pc:spChg>
        <pc:spChg chg="mod">
          <ac:chgData name="Luis Felipe Penna" userId="ad11b2d7-a213-475e-9999-0910500576e6" providerId="ADAL" clId="{0659C41E-4676-454B-91C2-E392C1C3446A}" dt="2025-06-27T06:17:45.066" v="7543" actId="1036"/>
          <ac:spMkLst>
            <pc:docMk/>
            <pc:sldMk cId="1517413621" sldId="2076137537"/>
            <ac:spMk id="58" creationId="{CC50E702-FA93-0A57-B1B7-88D523AF08BE}"/>
          </ac:spMkLst>
        </pc:spChg>
        <pc:spChg chg="mod">
          <ac:chgData name="Luis Felipe Penna" userId="ad11b2d7-a213-475e-9999-0910500576e6" providerId="ADAL" clId="{0659C41E-4676-454B-91C2-E392C1C3446A}" dt="2025-06-27T06:17:45.066" v="7543" actId="1036"/>
          <ac:spMkLst>
            <pc:docMk/>
            <pc:sldMk cId="1517413621" sldId="2076137537"/>
            <ac:spMk id="59" creationId="{C52FEA7C-768C-95C9-903C-F70F514AE08A}"/>
          </ac:spMkLst>
        </pc:spChg>
        <pc:grpChg chg="mod">
          <ac:chgData name="Luis Felipe Penna" userId="ad11b2d7-a213-475e-9999-0910500576e6" providerId="ADAL" clId="{0659C41E-4676-454B-91C2-E392C1C3446A}" dt="2025-06-27T02:25:40.896" v="2683" actId="1076"/>
          <ac:grpSpMkLst>
            <pc:docMk/>
            <pc:sldMk cId="1517413621" sldId="2076137537"/>
            <ac:grpSpMk id="13" creationId="{6707BF61-1788-AAD4-4A9C-E28BA4E5E964}"/>
          </ac:grpSpMkLst>
        </pc:grpChg>
        <pc:picChg chg="mod">
          <ac:chgData name="Luis Felipe Penna" userId="ad11b2d7-a213-475e-9999-0910500576e6" providerId="ADAL" clId="{0659C41E-4676-454B-91C2-E392C1C3446A}" dt="2025-06-27T06:17:45.066" v="7543" actId="1036"/>
          <ac:picMkLst>
            <pc:docMk/>
            <pc:sldMk cId="1517413621" sldId="2076137537"/>
            <ac:picMk id="5" creationId="{B946B99B-8563-C9D2-9977-ED7098481B52}"/>
          </ac:picMkLst>
        </pc:picChg>
        <pc:picChg chg="mod">
          <ac:chgData name="Luis Felipe Penna" userId="ad11b2d7-a213-475e-9999-0910500576e6" providerId="ADAL" clId="{0659C41E-4676-454B-91C2-E392C1C3446A}" dt="2025-06-27T06:17:41.945" v="7530" actId="164"/>
          <ac:picMkLst>
            <pc:docMk/>
            <pc:sldMk cId="1517413621" sldId="2076137537"/>
            <ac:picMk id="6" creationId="{F2457AE0-9FAE-3B42-52C3-87C09878A062}"/>
          </ac:picMkLst>
        </pc:picChg>
        <pc:picChg chg="add mod">
          <ac:chgData name="Luis Felipe Penna" userId="ad11b2d7-a213-475e-9999-0910500576e6" providerId="ADAL" clId="{0659C41E-4676-454B-91C2-E392C1C3446A}" dt="2025-06-27T06:17:45.066" v="7543" actId="1036"/>
          <ac:picMkLst>
            <pc:docMk/>
            <pc:sldMk cId="1517413621" sldId="2076137537"/>
            <ac:picMk id="15" creationId="{06D0A5B0-D0D2-3603-92F2-AE210C2D2B08}"/>
          </ac:picMkLst>
        </pc:picChg>
        <pc:picChg chg="add mod">
          <ac:chgData name="Luis Felipe Penna" userId="ad11b2d7-a213-475e-9999-0910500576e6" providerId="ADAL" clId="{0659C41E-4676-454B-91C2-E392C1C3446A}" dt="2025-06-27T02:24:46.279" v="2654" actId="14100"/>
          <ac:picMkLst>
            <pc:docMk/>
            <pc:sldMk cId="1517413621" sldId="2076137537"/>
            <ac:picMk id="21" creationId="{BA0350FC-75D9-9B7E-C1DD-A9BE4CDEE8E2}"/>
          </ac:picMkLst>
        </pc:picChg>
        <pc:picChg chg="add mod">
          <ac:chgData name="Luis Felipe Penna" userId="ad11b2d7-a213-475e-9999-0910500576e6" providerId="ADAL" clId="{0659C41E-4676-454B-91C2-E392C1C3446A}" dt="2025-06-27T02:26:18.620" v="2726" actId="1038"/>
          <ac:picMkLst>
            <pc:docMk/>
            <pc:sldMk cId="1517413621" sldId="2076137537"/>
            <ac:picMk id="23" creationId="{3F71B3E1-8247-F556-387D-06AE57A85931}"/>
          </ac:picMkLst>
        </pc:picChg>
        <pc:picChg chg="mod">
          <ac:chgData name="Luis Felipe Penna" userId="ad11b2d7-a213-475e-9999-0910500576e6" providerId="ADAL" clId="{0659C41E-4676-454B-91C2-E392C1C3446A}" dt="2025-06-27T06:17:41.945" v="7530" actId="164"/>
          <ac:picMkLst>
            <pc:docMk/>
            <pc:sldMk cId="1517413621" sldId="2076137537"/>
            <ac:picMk id="5122" creationId="{27F86702-1E3B-2AAA-D488-B84406CF456A}"/>
          </ac:picMkLst>
        </pc:picChg>
        <pc:picChg chg="mod">
          <ac:chgData name="Luis Felipe Penna" userId="ad11b2d7-a213-475e-9999-0910500576e6" providerId="ADAL" clId="{0659C41E-4676-454B-91C2-E392C1C3446A}" dt="2025-06-27T02:25:40.896" v="2683" actId="1076"/>
          <ac:picMkLst>
            <pc:docMk/>
            <pc:sldMk cId="1517413621" sldId="2076137537"/>
            <ac:picMk id="5124" creationId="{BFD9BC31-8AEF-FA1D-1908-70077DE5B668}"/>
          </ac:picMkLst>
        </pc:picChg>
        <pc:picChg chg="mod">
          <ac:chgData name="Luis Felipe Penna" userId="ad11b2d7-a213-475e-9999-0910500576e6" providerId="ADAL" clId="{0659C41E-4676-454B-91C2-E392C1C3446A}" dt="2025-06-27T06:17:45.066" v="7543" actId="1036"/>
          <ac:picMkLst>
            <pc:docMk/>
            <pc:sldMk cId="1517413621" sldId="2076137537"/>
            <ac:picMk id="5126" creationId="{255F630C-7390-D4E0-4308-D1492C197C23}"/>
          </ac:picMkLst>
        </pc:picChg>
      </pc:sldChg>
      <pc:sldChg chg="addSp modSp mod">
        <pc:chgData name="Luis Felipe Penna" userId="ad11b2d7-a213-475e-9999-0910500576e6" providerId="ADAL" clId="{0659C41E-4676-454B-91C2-E392C1C3446A}" dt="2025-06-27T06:17:34.461" v="7529" actId="1036"/>
        <pc:sldMkLst>
          <pc:docMk/>
          <pc:sldMk cId="3123173334" sldId="2076137538"/>
        </pc:sldMkLst>
        <pc:spChg chg="mod">
          <ac:chgData name="Luis Felipe Penna" userId="ad11b2d7-a213-475e-9999-0910500576e6" providerId="ADAL" clId="{0659C41E-4676-454B-91C2-E392C1C3446A}" dt="2025-06-27T06:17:30.945" v="7517" actId="164"/>
          <ac:spMkLst>
            <pc:docMk/>
            <pc:sldMk cId="3123173334" sldId="2076137538"/>
            <ac:spMk id="17" creationId="{010EE8BC-A4FF-22C0-43D3-47AB864BF68E}"/>
          </ac:spMkLst>
        </pc:spChg>
        <pc:spChg chg="mod">
          <ac:chgData name="Luis Felipe Penna" userId="ad11b2d7-a213-475e-9999-0910500576e6" providerId="ADAL" clId="{0659C41E-4676-454B-91C2-E392C1C3446A}" dt="2025-06-27T06:17:30.945" v="7517" actId="164"/>
          <ac:spMkLst>
            <pc:docMk/>
            <pc:sldMk cId="3123173334" sldId="2076137538"/>
            <ac:spMk id="20" creationId="{ED8CD37A-E38E-188D-87F6-A81F39170895}"/>
          </ac:spMkLst>
        </pc:spChg>
        <pc:spChg chg="mod">
          <ac:chgData name="Luis Felipe Penna" userId="ad11b2d7-a213-475e-9999-0910500576e6" providerId="ADAL" clId="{0659C41E-4676-454B-91C2-E392C1C3446A}" dt="2025-06-27T06:17:30.945" v="7517" actId="164"/>
          <ac:spMkLst>
            <pc:docMk/>
            <pc:sldMk cId="3123173334" sldId="2076137538"/>
            <ac:spMk id="22" creationId="{7FA30466-0229-5288-7224-162259C3BA49}"/>
          </ac:spMkLst>
        </pc:spChg>
        <pc:spChg chg="mod">
          <ac:chgData name="Luis Felipe Penna" userId="ad11b2d7-a213-475e-9999-0910500576e6" providerId="ADAL" clId="{0659C41E-4676-454B-91C2-E392C1C3446A}" dt="2025-06-27T06:17:30.945" v="7517" actId="164"/>
          <ac:spMkLst>
            <pc:docMk/>
            <pc:sldMk cId="3123173334" sldId="2076137538"/>
            <ac:spMk id="23" creationId="{F3AB69A6-5F28-A620-756A-DC71424A43FD}"/>
          </ac:spMkLst>
        </pc:spChg>
        <pc:spChg chg="mod">
          <ac:chgData name="Luis Felipe Penna" userId="ad11b2d7-a213-475e-9999-0910500576e6" providerId="ADAL" clId="{0659C41E-4676-454B-91C2-E392C1C3446A}" dt="2025-06-27T06:17:25.403" v="7516" actId="1076"/>
          <ac:spMkLst>
            <pc:docMk/>
            <pc:sldMk cId="3123173334" sldId="2076137538"/>
            <ac:spMk id="28" creationId="{0B62064A-2749-F808-4A6B-2D447A6C7CF1}"/>
          </ac:spMkLst>
        </pc:spChg>
        <pc:spChg chg="mod">
          <ac:chgData name="Luis Felipe Penna" userId="ad11b2d7-a213-475e-9999-0910500576e6" providerId="ADAL" clId="{0659C41E-4676-454B-91C2-E392C1C3446A}" dt="2025-06-27T06:17:34.461" v="7529" actId="1036"/>
          <ac:spMkLst>
            <pc:docMk/>
            <pc:sldMk cId="3123173334" sldId="2076137538"/>
            <ac:spMk id="32" creationId="{0A04501E-B31C-1FF1-06BA-ADE3EC959711}"/>
          </ac:spMkLst>
        </pc:spChg>
        <pc:spChg chg="mod">
          <ac:chgData name="Luis Felipe Penna" userId="ad11b2d7-a213-475e-9999-0910500576e6" providerId="ADAL" clId="{0659C41E-4676-454B-91C2-E392C1C3446A}" dt="2025-06-27T06:17:34.461" v="7529" actId="1036"/>
          <ac:spMkLst>
            <pc:docMk/>
            <pc:sldMk cId="3123173334" sldId="2076137538"/>
            <ac:spMk id="33" creationId="{52513169-D43F-9373-7739-A00538527E4A}"/>
          </ac:spMkLst>
        </pc:spChg>
        <pc:spChg chg="mod">
          <ac:chgData name="Luis Felipe Penna" userId="ad11b2d7-a213-475e-9999-0910500576e6" providerId="ADAL" clId="{0659C41E-4676-454B-91C2-E392C1C3446A}" dt="2025-06-27T06:17:34.461" v="7529" actId="1036"/>
          <ac:spMkLst>
            <pc:docMk/>
            <pc:sldMk cId="3123173334" sldId="2076137538"/>
            <ac:spMk id="34" creationId="{F93DA51A-AE41-BB12-E812-248277B2F4DB}"/>
          </ac:spMkLst>
        </pc:spChg>
        <pc:spChg chg="mod">
          <ac:chgData name="Luis Felipe Penna" userId="ad11b2d7-a213-475e-9999-0910500576e6" providerId="ADAL" clId="{0659C41E-4676-454B-91C2-E392C1C3446A}" dt="2025-06-27T06:17:34.461" v="7529" actId="1036"/>
          <ac:spMkLst>
            <pc:docMk/>
            <pc:sldMk cId="3123173334" sldId="2076137538"/>
            <ac:spMk id="38" creationId="{9D37214D-ABF3-0831-2CCD-FA732E7E1270}"/>
          </ac:spMkLst>
        </pc:spChg>
        <pc:spChg chg="mod">
          <ac:chgData name="Luis Felipe Penna" userId="ad11b2d7-a213-475e-9999-0910500576e6" providerId="ADAL" clId="{0659C41E-4676-454B-91C2-E392C1C3446A}" dt="2025-06-27T06:17:34.461" v="7529" actId="1036"/>
          <ac:spMkLst>
            <pc:docMk/>
            <pc:sldMk cId="3123173334" sldId="2076137538"/>
            <ac:spMk id="39" creationId="{89F46A95-9B28-24B5-E333-923C61E344AF}"/>
          </ac:spMkLst>
        </pc:spChg>
        <pc:spChg chg="mod">
          <ac:chgData name="Luis Felipe Penna" userId="ad11b2d7-a213-475e-9999-0910500576e6" providerId="ADAL" clId="{0659C41E-4676-454B-91C2-E392C1C3446A}" dt="2025-06-27T06:17:34.461" v="7529" actId="1036"/>
          <ac:spMkLst>
            <pc:docMk/>
            <pc:sldMk cId="3123173334" sldId="2076137538"/>
            <ac:spMk id="43" creationId="{70BA74B0-FC4F-35C6-1921-8CFFA9918710}"/>
          </ac:spMkLst>
        </pc:spChg>
        <pc:spChg chg="mod">
          <ac:chgData name="Luis Felipe Penna" userId="ad11b2d7-a213-475e-9999-0910500576e6" providerId="ADAL" clId="{0659C41E-4676-454B-91C2-E392C1C3446A}" dt="2025-06-27T06:17:34.461" v="7529" actId="1036"/>
          <ac:spMkLst>
            <pc:docMk/>
            <pc:sldMk cId="3123173334" sldId="2076137538"/>
            <ac:spMk id="46" creationId="{5BFFC3C1-BBA7-8FC2-264A-8D3AF722FB0B}"/>
          </ac:spMkLst>
        </pc:spChg>
        <pc:spChg chg="mod">
          <ac:chgData name="Luis Felipe Penna" userId="ad11b2d7-a213-475e-9999-0910500576e6" providerId="ADAL" clId="{0659C41E-4676-454B-91C2-E392C1C3446A}" dt="2025-06-27T06:17:34.461" v="7529" actId="1036"/>
          <ac:spMkLst>
            <pc:docMk/>
            <pc:sldMk cId="3123173334" sldId="2076137538"/>
            <ac:spMk id="69" creationId="{6EEF54EA-9221-3EEB-2CC4-BD41F196CEF8}"/>
          </ac:spMkLst>
        </pc:spChg>
        <pc:spChg chg="mod">
          <ac:chgData name="Luis Felipe Penna" userId="ad11b2d7-a213-475e-9999-0910500576e6" providerId="ADAL" clId="{0659C41E-4676-454B-91C2-E392C1C3446A}" dt="2025-06-27T06:17:34.461" v="7529" actId="1036"/>
          <ac:spMkLst>
            <pc:docMk/>
            <pc:sldMk cId="3123173334" sldId="2076137538"/>
            <ac:spMk id="137" creationId="{AC252BAA-6DEF-658F-7205-8D456615DAC1}"/>
          </ac:spMkLst>
        </pc:spChg>
        <pc:spChg chg="mod">
          <ac:chgData name="Luis Felipe Penna" userId="ad11b2d7-a213-475e-9999-0910500576e6" providerId="ADAL" clId="{0659C41E-4676-454B-91C2-E392C1C3446A}" dt="2025-06-27T06:17:34.461" v="7529" actId="1036"/>
          <ac:spMkLst>
            <pc:docMk/>
            <pc:sldMk cId="3123173334" sldId="2076137538"/>
            <ac:spMk id="138" creationId="{4A26D4A6-CA01-EA9A-0610-98F69C685778}"/>
          </ac:spMkLst>
        </pc:spChg>
        <pc:picChg chg="mod">
          <ac:chgData name="Luis Felipe Penna" userId="ad11b2d7-a213-475e-9999-0910500576e6" providerId="ADAL" clId="{0659C41E-4676-454B-91C2-E392C1C3446A}" dt="2025-06-27T06:17:30.945" v="7517" actId="164"/>
          <ac:picMkLst>
            <pc:docMk/>
            <pc:sldMk cId="3123173334" sldId="2076137538"/>
            <ac:picMk id="144" creationId="{463E5D55-5523-3FC8-CCC9-2937269D79FA}"/>
          </ac:picMkLst>
        </pc:picChg>
      </pc:sldChg>
      <pc:sldChg chg="delSp del mod">
        <pc:chgData name="Luis Felipe Penna" userId="ad11b2d7-a213-475e-9999-0910500576e6" providerId="ADAL" clId="{0659C41E-4676-454B-91C2-E392C1C3446A}" dt="2025-06-27T00:57:37.379" v="104" actId="47"/>
        <pc:sldMkLst>
          <pc:docMk/>
          <pc:sldMk cId="3669060594" sldId="2076137539"/>
        </pc:sldMkLst>
      </pc:sldChg>
      <pc:sldChg chg="addSp delSp modSp mod ord">
        <pc:chgData name="Luis Felipe Penna" userId="ad11b2d7-a213-475e-9999-0910500576e6" providerId="ADAL" clId="{0659C41E-4676-454B-91C2-E392C1C3446A}" dt="2025-06-27T07:08:53.793" v="9370" actId="6549"/>
        <pc:sldMkLst>
          <pc:docMk/>
          <pc:sldMk cId="2982367210" sldId="2076137541"/>
        </pc:sldMkLst>
        <pc:spChg chg="mod">
          <ac:chgData name="Luis Felipe Penna" userId="ad11b2d7-a213-475e-9999-0910500576e6" providerId="ADAL" clId="{0659C41E-4676-454B-91C2-E392C1C3446A}" dt="2025-06-27T06:40:58.553" v="8502" actId="6549"/>
          <ac:spMkLst>
            <pc:docMk/>
            <pc:sldMk cId="2982367210" sldId="2076137541"/>
            <ac:spMk id="2" creationId="{F9937310-C885-AA60-6AA1-A567DE64938F}"/>
          </ac:spMkLst>
        </pc:spChg>
        <pc:spChg chg="add mod">
          <ac:chgData name="Luis Felipe Penna" userId="ad11b2d7-a213-475e-9999-0910500576e6" providerId="ADAL" clId="{0659C41E-4676-454B-91C2-E392C1C3446A}" dt="2025-06-27T06:48:06.266" v="8748" actId="1035"/>
          <ac:spMkLst>
            <pc:docMk/>
            <pc:sldMk cId="2982367210" sldId="2076137541"/>
            <ac:spMk id="7" creationId="{A9AA14A1-1833-710C-BE94-DA99C703DA49}"/>
          </ac:spMkLst>
        </pc:spChg>
        <pc:spChg chg="add mod">
          <ac:chgData name="Luis Felipe Penna" userId="ad11b2d7-a213-475e-9999-0910500576e6" providerId="ADAL" clId="{0659C41E-4676-454B-91C2-E392C1C3446A}" dt="2025-06-27T06:47:00.167" v="8727" actId="12788"/>
          <ac:spMkLst>
            <pc:docMk/>
            <pc:sldMk cId="2982367210" sldId="2076137541"/>
            <ac:spMk id="8" creationId="{D82293F7-4B4A-C663-FD85-C6CEE1B5DB39}"/>
          </ac:spMkLst>
        </pc:spChg>
        <pc:spChg chg="add mod">
          <ac:chgData name="Luis Felipe Penna" userId="ad11b2d7-a213-475e-9999-0910500576e6" providerId="ADAL" clId="{0659C41E-4676-454B-91C2-E392C1C3446A}" dt="2025-06-27T06:46:57.076" v="8726" actId="12788"/>
          <ac:spMkLst>
            <pc:docMk/>
            <pc:sldMk cId="2982367210" sldId="2076137541"/>
            <ac:spMk id="9" creationId="{0F2A1657-7E40-3556-2C49-A8813DB3AC68}"/>
          </ac:spMkLst>
        </pc:spChg>
        <pc:spChg chg="add mod">
          <ac:chgData name="Luis Felipe Penna" userId="ad11b2d7-a213-475e-9999-0910500576e6" providerId="ADAL" clId="{0659C41E-4676-454B-91C2-E392C1C3446A}" dt="2025-06-27T06:46:54.050" v="8725" actId="12788"/>
          <ac:spMkLst>
            <pc:docMk/>
            <pc:sldMk cId="2982367210" sldId="2076137541"/>
            <ac:spMk id="10" creationId="{7EA6E4A4-AA0A-48C3-28A0-DA4AFD58FFBA}"/>
          </ac:spMkLst>
        </pc:spChg>
        <pc:spChg chg="add mod">
          <ac:chgData name="Luis Felipe Penna" userId="ad11b2d7-a213-475e-9999-0910500576e6" providerId="ADAL" clId="{0659C41E-4676-454B-91C2-E392C1C3446A}" dt="2025-06-27T07:08:53.793" v="9370" actId="6549"/>
          <ac:spMkLst>
            <pc:docMk/>
            <pc:sldMk cId="2982367210" sldId="2076137541"/>
            <ac:spMk id="11" creationId="{2ABAEEE2-8C4E-34E7-82C5-389EF7B1D762}"/>
          </ac:spMkLst>
        </pc:spChg>
        <pc:spChg chg="add mod">
          <ac:chgData name="Luis Felipe Penna" userId="ad11b2d7-a213-475e-9999-0910500576e6" providerId="ADAL" clId="{0659C41E-4676-454B-91C2-E392C1C3446A}" dt="2025-06-27T06:46:47.374" v="8723" actId="12788"/>
          <ac:spMkLst>
            <pc:docMk/>
            <pc:sldMk cId="2982367210" sldId="2076137541"/>
            <ac:spMk id="12" creationId="{5BA49423-2CBB-B9E0-58BA-6141B146FA39}"/>
          </ac:spMkLst>
        </pc:spChg>
        <pc:picChg chg="add mod">
          <ac:chgData name="Luis Felipe Penna" userId="ad11b2d7-a213-475e-9999-0910500576e6" providerId="ADAL" clId="{0659C41E-4676-454B-91C2-E392C1C3446A}" dt="2025-06-27T06:47:56.448" v="8736" actId="12789"/>
          <ac:picMkLst>
            <pc:docMk/>
            <pc:sldMk cId="2982367210" sldId="2076137541"/>
            <ac:picMk id="4" creationId="{1EDF8EBC-858E-1A83-9848-FDD41AFF38C6}"/>
          </ac:picMkLst>
        </pc:picChg>
        <pc:picChg chg="add mod">
          <ac:chgData name="Luis Felipe Penna" userId="ad11b2d7-a213-475e-9999-0910500576e6" providerId="ADAL" clId="{0659C41E-4676-454B-91C2-E392C1C3446A}" dt="2025-06-27T06:47:56.448" v="8736" actId="12789"/>
          <ac:picMkLst>
            <pc:docMk/>
            <pc:sldMk cId="2982367210" sldId="2076137541"/>
            <ac:picMk id="5" creationId="{B775144F-E205-7EBE-9214-139D2B001392}"/>
          </ac:picMkLst>
        </pc:picChg>
        <pc:picChg chg="add mod">
          <ac:chgData name="Luis Felipe Penna" userId="ad11b2d7-a213-475e-9999-0910500576e6" providerId="ADAL" clId="{0659C41E-4676-454B-91C2-E392C1C3446A}" dt="2025-06-27T06:47:56.448" v="8736" actId="12789"/>
          <ac:picMkLst>
            <pc:docMk/>
            <pc:sldMk cId="2982367210" sldId="2076137541"/>
            <ac:picMk id="8200" creationId="{44CCF7A9-F08C-23AC-0363-3D3DC4AF46C7}"/>
          </ac:picMkLst>
        </pc:picChg>
        <pc:picChg chg="add mod">
          <ac:chgData name="Luis Felipe Penna" userId="ad11b2d7-a213-475e-9999-0910500576e6" providerId="ADAL" clId="{0659C41E-4676-454B-91C2-E392C1C3446A}" dt="2025-06-27T06:47:56.448" v="8736" actId="12789"/>
          <ac:picMkLst>
            <pc:docMk/>
            <pc:sldMk cId="2982367210" sldId="2076137541"/>
            <ac:picMk id="8202" creationId="{BB6F5648-A10B-D2AE-467F-347D2C57CCA2}"/>
          </ac:picMkLst>
        </pc:picChg>
        <pc:picChg chg="add mod">
          <ac:chgData name="Luis Felipe Penna" userId="ad11b2d7-a213-475e-9999-0910500576e6" providerId="ADAL" clId="{0659C41E-4676-454B-91C2-E392C1C3446A}" dt="2025-06-27T06:47:56.448" v="8736" actId="12789"/>
          <ac:picMkLst>
            <pc:docMk/>
            <pc:sldMk cId="2982367210" sldId="2076137541"/>
            <ac:picMk id="8204" creationId="{774DFCAA-00E3-20C9-166E-B56FA4BCC651}"/>
          </ac:picMkLst>
        </pc:picChg>
      </pc:sldChg>
      <pc:sldChg chg="addSp delSp modSp del mod">
        <pc:chgData name="Luis Felipe Penna" userId="ad11b2d7-a213-475e-9999-0910500576e6" providerId="ADAL" clId="{0659C41E-4676-454B-91C2-E392C1C3446A}" dt="2025-06-27T02:56:48.171" v="3220" actId="47"/>
        <pc:sldMkLst>
          <pc:docMk/>
          <pc:sldMk cId="1954350202" sldId="2076137542"/>
        </pc:sldMkLst>
      </pc:sldChg>
      <pc:sldChg chg="del">
        <pc:chgData name="Luis Felipe Penna" userId="ad11b2d7-a213-475e-9999-0910500576e6" providerId="ADAL" clId="{0659C41E-4676-454B-91C2-E392C1C3446A}" dt="2025-06-27T00:58:11.225" v="106" actId="47"/>
        <pc:sldMkLst>
          <pc:docMk/>
          <pc:sldMk cId="3120424352" sldId="2076137543"/>
        </pc:sldMkLst>
      </pc:sldChg>
      <pc:sldChg chg="addSp delSp modSp add mod ord">
        <pc:chgData name="Luis Felipe Penna" userId="ad11b2d7-a213-475e-9999-0910500576e6" providerId="ADAL" clId="{0659C41E-4676-454B-91C2-E392C1C3446A}" dt="2025-06-27T06:36:30.518" v="8363" actId="1038"/>
        <pc:sldMkLst>
          <pc:docMk/>
          <pc:sldMk cId="3627629807" sldId="2076137543"/>
        </pc:sldMkLst>
        <pc:spChg chg="mod">
          <ac:chgData name="Luis Felipe Penna" userId="ad11b2d7-a213-475e-9999-0910500576e6" providerId="ADAL" clId="{0659C41E-4676-454B-91C2-E392C1C3446A}" dt="2025-06-27T06:33:48.295" v="8169" actId="1037"/>
          <ac:spMkLst>
            <pc:docMk/>
            <pc:sldMk cId="3627629807" sldId="2076137543"/>
            <ac:spMk id="3" creationId="{FD59A0DA-F2E4-7FC9-C3AA-1B6FAD750E28}"/>
          </ac:spMkLst>
        </pc:spChg>
        <pc:spChg chg="mod">
          <ac:chgData name="Luis Felipe Penna" userId="ad11b2d7-a213-475e-9999-0910500576e6" providerId="ADAL" clId="{0659C41E-4676-454B-91C2-E392C1C3446A}" dt="2025-06-27T06:33:11.806" v="8115" actId="1035"/>
          <ac:spMkLst>
            <pc:docMk/>
            <pc:sldMk cId="3627629807" sldId="2076137543"/>
            <ac:spMk id="11" creationId="{99137B89-C622-E4B3-ECFA-C856A2A6AFCF}"/>
          </ac:spMkLst>
        </pc:spChg>
        <pc:spChg chg="mod">
          <ac:chgData name="Luis Felipe Penna" userId="ad11b2d7-a213-475e-9999-0910500576e6" providerId="ADAL" clId="{0659C41E-4676-454B-91C2-E392C1C3446A}" dt="2025-06-27T06:33:11.806" v="8115" actId="1035"/>
          <ac:spMkLst>
            <pc:docMk/>
            <pc:sldMk cId="3627629807" sldId="2076137543"/>
            <ac:spMk id="15" creationId="{A7447D55-49EC-F307-D864-F367B4BDBDA8}"/>
          </ac:spMkLst>
        </pc:spChg>
        <pc:spChg chg="mod">
          <ac:chgData name="Luis Felipe Penna" userId="ad11b2d7-a213-475e-9999-0910500576e6" providerId="ADAL" clId="{0659C41E-4676-454B-91C2-E392C1C3446A}" dt="2025-06-27T06:33:11.806" v="8115" actId="1035"/>
          <ac:spMkLst>
            <pc:docMk/>
            <pc:sldMk cId="3627629807" sldId="2076137543"/>
            <ac:spMk id="18" creationId="{BBE0B470-FA34-5EBC-2A8B-167E5BCF6450}"/>
          </ac:spMkLst>
        </pc:spChg>
        <pc:spChg chg="mod">
          <ac:chgData name="Luis Felipe Penna" userId="ad11b2d7-a213-475e-9999-0910500576e6" providerId="ADAL" clId="{0659C41E-4676-454B-91C2-E392C1C3446A}" dt="2025-06-27T01:05:57.443" v="461" actId="20577"/>
          <ac:spMkLst>
            <pc:docMk/>
            <pc:sldMk cId="3627629807" sldId="2076137543"/>
            <ac:spMk id="37" creationId="{2E4BA880-ACD7-9AA1-58E1-BF5B43DCF6B0}"/>
          </ac:spMkLst>
        </pc:spChg>
        <pc:spChg chg="mod">
          <ac:chgData name="Luis Felipe Penna" userId="ad11b2d7-a213-475e-9999-0910500576e6" providerId="ADAL" clId="{0659C41E-4676-454B-91C2-E392C1C3446A}" dt="2025-06-27T01:15:21.363" v="868"/>
          <ac:spMkLst>
            <pc:docMk/>
            <pc:sldMk cId="3627629807" sldId="2076137543"/>
            <ac:spMk id="258" creationId="{E807A669-AA83-434B-06EC-6E9EA98E9065}"/>
          </ac:spMkLst>
        </pc:spChg>
        <pc:spChg chg="mod">
          <ac:chgData name="Luis Felipe Penna" userId="ad11b2d7-a213-475e-9999-0910500576e6" providerId="ADAL" clId="{0659C41E-4676-454B-91C2-E392C1C3446A}" dt="2025-06-27T01:22:59.558" v="1416" actId="165"/>
          <ac:spMkLst>
            <pc:docMk/>
            <pc:sldMk cId="3627629807" sldId="2076137543"/>
            <ac:spMk id="262" creationId="{6E35E4CD-7A15-FEBE-3CAC-933A42ED8EB4}"/>
          </ac:spMkLst>
        </pc:spChg>
        <pc:spChg chg="mod">
          <ac:chgData name="Luis Felipe Penna" userId="ad11b2d7-a213-475e-9999-0910500576e6" providerId="ADAL" clId="{0659C41E-4676-454B-91C2-E392C1C3446A}" dt="2025-06-27T01:22:59.558" v="1416" actId="165"/>
          <ac:spMkLst>
            <pc:docMk/>
            <pc:sldMk cId="3627629807" sldId="2076137543"/>
            <ac:spMk id="264" creationId="{B4FA87F2-88AE-E069-E61E-C4B2048E98C6}"/>
          </ac:spMkLst>
        </pc:spChg>
        <pc:spChg chg="mod">
          <ac:chgData name="Luis Felipe Penna" userId="ad11b2d7-a213-475e-9999-0910500576e6" providerId="ADAL" clId="{0659C41E-4676-454B-91C2-E392C1C3446A}" dt="2025-06-27T01:22:59.558" v="1416" actId="165"/>
          <ac:spMkLst>
            <pc:docMk/>
            <pc:sldMk cId="3627629807" sldId="2076137543"/>
            <ac:spMk id="266" creationId="{F2EDFCC8-90B8-D305-8D75-05ED0411914C}"/>
          </ac:spMkLst>
        </pc:spChg>
        <pc:spChg chg="mod">
          <ac:chgData name="Luis Felipe Penna" userId="ad11b2d7-a213-475e-9999-0910500576e6" providerId="ADAL" clId="{0659C41E-4676-454B-91C2-E392C1C3446A}" dt="2025-06-27T01:16:54.883" v="1187" actId="207"/>
          <ac:spMkLst>
            <pc:docMk/>
            <pc:sldMk cId="3627629807" sldId="2076137543"/>
            <ac:spMk id="267" creationId="{173CCB3C-C1EA-C0AF-D2B9-B42CBC0C4473}"/>
          </ac:spMkLst>
        </pc:spChg>
        <pc:spChg chg="mod">
          <ac:chgData name="Luis Felipe Penna" userId="ad11b2d7-a213-475e-9999-0910500576e6" providerId="ADAL" clId="{0659C41E-4676-454B-91C2-E392C1C3446A}" dt="2025-06-27T01:16:51.848" v="1186" actId="207"/>
          <ac:spMkLst>
            <pc:docMk/>
            <pc:sldMk cId="3627629807" sldId="2076137543"/>
            <ac:spMk id="273" creationId="{724BD1F5-47B1-BF01-153C-C7A64691F5D9}"/>
          </ac:spMkLst>
        </pc:spChg>
        <pc:spChg chg="mod">
          <ac:chgData name="Luis Felipe Penna" userId="ad11b2d7-a213-475e-9999-0910500576e6" providerId="ADAL" clId="{0659C41E-4676-454B-91C2-E392C1C3446A}" dt="2025-06-27T01:16:51.848" v="1186" actId="207"/>
          <ac:spMkLst>
            <pc:docMk/>
            <pc:sldMk cId="3627629807" sldId="2076137543"/>
            <ac:spMk id="274" creationId="{50A380D2-9046-9CC8-B94A-4D2B013E65AF}"/>
          </ac:spMkLst>
        </pc:spChg>
        <pc:spChg chg="mod">
          <ac:chgData name="Luis Felipe Penna" userId="ad11b2d7-a213-475e-9999-0910500576e6" providerId="ADAL" clId="{0659C41E-4676-454B-91C2-E392C1C3446A}" dt="2025-06-27T01:16:51.848" v="1186" actId="207"/>
          <ac:spMkLst>
            <pc:docMk/>
            <pc:sldMk cId="3627629807" sldId="2076137543"/>
            <ac:spMk id="275" creationId="{9A8BB1E2-5492-23BD-BF54-AE265FD7C4D9}"/>
          </ac:spMkLst>
        </pc:spChg>
        <pc:spChg chg="mod">
          <ac:chgData name="Luis Felipe Penna" userId="ad11b2d7-a213-475e-9999-0910500576e6" providerId="ADAL" clId="{0659C41E-4676-454B-91C2-E392C1C3446A}" dt="2025-06-27T01:16:51.848" v="1186" actId="207"/>
          <ac:spMkLst>
            <pc:docMk/>
            <pc:sldMk cId="3627629807" sldId="2076137543"/>
            <ac:spMk id="276" creationId="{2E227A01-A017-B8A6-FAD6-BE16E5AAFAD0}"/>
          </ac:spMkLst>
        </pc:spChg>
        <pc:spChg chg="mod">
          <ac:chgData name="Luis Felipe Penna" userId="ad11b2d7-a213-475e-9999-0910500576e6" providerId="ADAL" clId="{0659C41E-4676-454B-91C2-E392C1C3446A}" dt="2025-06-27T01:22:59.558" v="1416" actId="165"/>
          <ac:spMkLst>
            <pc:docMk/>
            <pc:sldMk cId="3627629807" sldId="2076137543"/>
            <ac:spMk id="277" creationId="{763D2FBF-6C8A-F713-AB38-011F9E72E06F}"/>
          </ac:spMkLst>
        </pc:spChg>
        <pc:spChg chg="mod">
          <ac:chgData name="Luis Felipe Penna" userId="ad11b2d7-a213-475e-9999-0910500576e6" providerId="ADAL" clId="{0659C41E-4676-454B-91C2-E392C1C3446A}" dt="2025-06-27T01:22:59.558" v="1416" actId="165"/>
          <ac:spMkLst>
            <pc:docMk/>
            <pc:sldMk cId="3627629807" sldId="2076137543"/>
            <ac:spMk id="278" creationId="{95E42C6C-945A-E129-27F4-8C8B18EFA1E2}"/>
          </ac:spMkLst>
        </pc:spChg>
        <pc:spChg chg="mod">
          <ac:chgData name="Luis Felipe Penna" userId="ad11b2d7-a213-475e-9999-0910500576e6" providerId="ADAL" clId="{0659C41E-4676-454B-91C2-E392C1C3446A}" dt="2025-06-27T01:22:59.558" v="1416" actId="165"/>
          <ac:spMkLst>
            <pc:docMk/>
            <pc:sldMk cId="3627629807" sldId="2076137543"/>
            <ac:spMk id="283" creationId="{D168B7E8-742D-FF3B-6211-C277719F675A}"/>
          </ac:spMkLst>
        </pc:spChg>
        <pc:spChg chg="mod">
          <ac:chgData name="Luis Felipe Penna" userId="ad11b2d7-a213-475e-9999-0910500576e6" providerId="ADAL" clId="{0659C41E-4676-454B-91C2-E392C1C3446A}" dt="2025-06-27T01:22:59.558" v="1416" actId="165"/>
          <ac:spMkLst>
            <pc:docMk/>
            <pc:sldMk cId="3627629807" sldId="2076137543"/>
            <ac:spMk id="284" creationId="{FD770B55-A622-7A40-DB29-8813C77D2F7A}"/>
          </ac:spMkLst>
        </pc:spChg>
        <pc:spChg chg="mod">
          <ac:chgData name="Luis Felipe Penna" userId="ad11b2d7-a213-475e-9999-0910500576e6" providerId="ADAL" clId="{0659C41E-4676-454B-91C2-E392C1C3446A}" dt="2025-06-27T01:22:59.558" v="1416" actId="165"/>
          <ac:spMkLst>
            <pc:docMk/>
            <pc:sldMk cId="3627629807" sldId="2076137543"/>
            <ac:spMk id="285" creationId="{78A2E18E-B4F9-1A5B-A19F-CCAC8A6BA840}"/>
          </ac:spMkLst>
        </pc:spChg>
        <pc:spChg chg="add mod topLvl">
          <ac:chgData name="Luis Felipe Penna" userId="ad11b2d7-a213-475e-9999-0910500576e6" providerId="ADAL" clId="{0659C41E-4676-454B-91C2-E392C1C3446A}" dt="2025-06-27T06:36:17.955" v="8347" actId="207"/>
          <ac:spMkLst>
            <pc:docMk/>
            <pc:sldMk cId="3627629807" sldId="2076137543"/>
            <ac:spMk id="288" creationId="{FFDB823A-EF93-DF00-BCD7-7498AD5F2B7A}"/>
          </ac:spMkLst>
        </pc:spChg>
        <pc:spChg chg="add mod topLvl">
          <ac:chgData name="Luis Felipe Penna" userId="ad11b2d7-a213-475e-9999-0910500576e6" providerId="ADAL" clId="{0659C41E-4676-454B-91C2-E392C1C3446A}" dt="2025-06-27T06:35:59.151" v="8345" actId="1076"/>
          <ac:spMkLst>
            <pc:docMk/>
            <pc:sldMk cId="3627629807" sldId="2076137543"/>
            <ac:spMk id="289" creationId="{02F3D40B-7149-EBB9-8B2E-46A990A2665A}"/>
          </ac:spMkLst>
        </pc:spChg>
        <pc:spChg chg="add mod topLvl">
          <ac:chgData name="Luis Felipe Penna" userId="ad11b2d7-a213-475e-9999-0910500576e6" providerId="ADAL" clId="{0659C41E-4676-454B-91C2-E392C1C3446A}" dt="2025-06-27T06:36:17.955" v="8347" actId="207"/>
          <ac:spMkLst>
            <pc:docMk/>
            <pc:sldMk cId="3627629807" sldId="2076137543"/>
            <ac:spMk id="290" creationId="{A4D958C0-23DF-D325-1805-5395869692D8}"/>
          </ac:spMkLst>
        </pc:spChg>
        <pc:spChg chg="add del mod ord topLvl">
          <ac:chgData name="Luis Felipe Penna" userId="ad11b2d7-a213-475e-9999-0910500576e6" providerId="ADAL" clId="{0659C41E-4676-454B-91C2-E392C1C3446A}" dt="2025-06-27T06:35:57.084" v="8344" actId="1076"/>
          <ac:spMkLst>
            <pc:docMk/>
            <pc:sldMk cId="3627629807" sldId="2076137543"/>
            <ac:spMk id="292" creationId="{14B51297-09B1-224A-E6C3-220A09A4715A}"/>
          </ac:spMkLst>
        </pc:spChg>
        <pc:spChg chg="add mod">
          <ac:chgData name="Luis Felipe Penna" userId="ad11b2d7-a213-475e-9999-0910500576e6" providerId="ADAL" clId="{0659C41E-4676-454B-91C2-E392C1C3446A}" dt="2025-06-27T01:24:36.116" v="1439" actId="164"/>
          <ac:spMkLst>
            <pc:docMk/>
            <pc:sldMk cId="3627629807" sldId="2076137543"/>
            <ac:spMk id="308" creationId="{E098F7AE-A796-FC87-B8AC-FCAB4BEA95C1}"/>
          </ac:spMkLst>
        </pc:spChg>
        <pc:spChg chg="add mod">
          <ac:chgData name="Luis Felipe Penna" userId="ad11b2d7-a213-475e-9999-0910500576e6" providerId="ADAL" clId="{0659C41E-4676-454B-91C2-E392C1C3446A}" dt="2025-06-27T01:23:45.992" v="1430" actId="1076"/>
          <ac:spMkLst>
            <pc:docMk/>
            <pc:sldMk cId="3627629807" sldId="2076137543"/>
            <ac:spMk id="311" creationId="{AF16CCC6-5384-40E2-2CE5-06C829D4F7F6}"/>
          </ac:spMkLst>
        </pc:spChg>
        <pc:spChg chg="add mod">
          <ac:chgData name="Luis Felipe Penna" userId="ad11b2d7-a213-475e-9999-0910500576e6" providerId="ADAL" clId="{0659C41E-4676-454B-91C2-E392C1C3446A}" dt="2025-06-27T01:29:07.037" v="1497" actId="14100"/>
          <ac:spMkLst>
            <pc:docMk/>
            <pc:sldMk cId="3627629807" sldId="2076137543"/>
            <ac:spMk id="313" creationId="{BD6E8A18-2574-ECE6-2571-5A493684F863}"/>
          </ac:spMkLst>
        </pc:spChg>
        <pc:spChg chg="add mod">
          <ac:chgData name="Luis Felipe Penna" userId="ad11b2d7-a213-475e-9999-0910500576e6" providerId="ADAL" clId="{0659C41E-4676-454B-91C2-E392C1C3446A}" dt="2025-06-27T06:33:54.304" v="8180" actId="1038"/>
          <ac:spMkLst>
            <pc:docMk/>
            <pc:sldMk cId="3627629807" sldId="2076137543"/>
            <ac:spMk id="323" creationId="{A0B95915-946F-CAD3-4215-EB37DC873E69}"/>
          </ac:spMkLst>
        </pc:spChg>
        <pc:spChg chg="add mod">
          <ac:chgData name="Luis Felipe Penna" userId="ad11b2d7-a213-475e-9999-0910500576e6" providerId="ADAL" clId="{0659C41E-4676-454B-91C2-E392C1C3446A}" dt="2025-06-27T06:33:25.809" v="8120" actId="1076"/>
          <ac:spMkLst>
            <pc:docMk/>
            <pc:sldMk cId="3627629807" sldId="2076137543"/>
            <ac:spMk id="324" creationId="{D6F704E6-7D48-5690-5E22-1A79CE6412C5}"/>
          </ac:spMkLst>
        </pc:spChg>
        <pc:spChg chg="add del mod topLvl">
          <ac:chgData name="Luis Felipe Penna" userId="ad11b2d7-a213-475e-9999-0910500576e6" providerId="ADAL" clId="{0659C41E-4676-454B-91C2-E392C1C3446A}" dt="2025-06-27T01:53:55.475" v="2132" actId="164"/>
          <ac:spMkLst>
            <pc:docMk/>
            <pc:sldMk cId="3627629807" sldId="2076137543"/>
            <ac:spMk id="331" creationId="{F6AF88D9-285F-4D5E-334E-F79255E454FB}"/>
          </ac:spMkLst>
        </pc:spChg>
        <pc:spChg chg="add mod topLvl">
          <ac:chgData name="Luis Felipe Penna" userId="ad11b2d7-a213-475e-9999-0910500576e6" providerId="ADAL" clId="{0659C41E-4676-454B-91C2-E392C1C3446A}" dt="2025-06-27T01:53:55.475" v="2132" actId="164"/>
          <ac:spMkLst>
            <pc:docMk/>
            <pc:sldMk cId="3627629807" sldId="2076137543"/>
            <ac:spMk id="332" creationId="{E57366DC-2A94-513D-F8DE-35CF2A86FD10}"/>
          </ac:spMkLst>
        </pc:spChg>
        <pc:spChg chg="add mod topLvl">
          <ac:chgData name="Luis Felipe Penna" userId="ad11b2d7-a213-475e-9999-0910500576e6" providerId="ADAL" clId="{0659C41E-4676-454B-91C2-E392C1C3446A}" dt="2025-06-27T01:53:55.475" v="2132" actId="164"/>
          <ac:spMkLst>
            <pc:docMk/>
            <pc:sldMk cId="3627629807" sldId="2076137543"/>
            <ac:spMk id="333" creationId="{1678FDB2-752A-9EF9-780C-F13A93DC4DB4}"/>
          </ac:spMkLst>
        </pc:spChg>
        <pc:spChg chg="add mod topLvl">
          <ac:chgData name="Luis Felipe Penna" userId="ad11b2d7-a213-475e-9999-0910500576e6" providerId="ADAL" clId="{0659C41E-4676-454B-91C2-E392C1C3446A}" dt="2025-06-27T01:53:55.475" v="2132" actId="164"/>
          <ac:spMkLst>
            <pc:docMk/>
            <pc:sldMk cId="3627629807" sldId="2076137543"/>
            <ac:spMk id="338" creationId="{14A3BE61-E98E-A9CC-F4CC-4818EE732302}"/>
          </ac:spMkLst>
        </pc:spChg>
        <pc:spChg chg="add mod">
          <ac:chgData name="Luis Felipe Penna" userId="ad11b2d7-a213-475e-9999-0910500576e6" providerId="ADAL" clId="{0659C41E-4676-454B-91C2-E392C1C3446A}" dt="2025-06-27T01:53:55.475" v="2132" actId="164"/>
          <ac:spMkLst>
            <pc:docMk/>
            <pc:sldMk cId="3627629807" sldId="2076137543"/>
            <ac:spMk id="341" creationId="{6EC520B8-59AE-28B6-FFED-0C5200ED9100}"/>
          </ac:spMkLst>
        </pc:spChg>
        <pc:spChg chg="add mod">
          <ac:chgData name="Luis Felipe Penna" userId="ad11b2d7-a213-475e-9999-0910500576e6" providerId="ADAL" clId="{0659C41E-4676-454B-91C2-E392C1C3446A}" dt="2025-06-27T06:33:38.425" v="8152" actId="1035"/>
          <ac:spMkLst>
            <pc:docMk/>
            <pc:sldMk cId="3627629807" sldId="2076137543"/>
            <ac:spMk id="354" creationId="{2AB3BA51-59CC-66F4-D235-F98C365C33FE}"/>
          </ac:spMkLst>
        </pc:spChg>
        <pc:spChg chg="add mod">
          <ac:chgData name="Luis Felipe Penna" userId="ad11b2d7-a213-475e-9999-0910500576e6" providerId="ADAL" clId="{0659C41E-4676-454B-91C2-E392C1C3446A}" dt="2025-06-27T06:33:38.425" v="8152" actId="1035"/>
          <ac:spMkLst>
            <pc:docMk/>
            <pc:sldMk cId="3627629807" sldId="2076137543"/>
            <ac:spMk id="355" creationId="{1C216D17-EB5D-C85B-26DC-F25142A9E80E}"/>
          </ac:spMkLst>
        </pc:spChg>
        <pc:spChg chg="add mod">
          <ac:chgData name="Luis Felipe Penna" userId="ad11b2d7-a213-475e-9999-0910500576e6" providerId="ADAL" clId="{0659C41E-4676-454B-91C2-E392C1C3446A}" dt="2025-06-27T06:33:38.425" v="8152" actId="1035"/>
          <ac:spMkLst>
            <pc:docMk/>
            <pc:sldMk cId="3627629807" sldId="2076137543"/>
            <ac:spMk id="357" creationId="{10DD0F69-ED3A-7BF8-DD93-77AC15CD977F}"/>
          </ac:spMkLst>
        </pc:spChg>
        <pc:spChg chg="add mod">
          <ac:chgData name="Luis Felipe Penna" userId="ad11b2d7-a213-475e-9999-0910500576e6" providerId="ADAL" clId="{0659C41E-4676-454B-91C2-E392C1C3446A}" dt="2025-06-27T06:33:38.425" v="8152" actId="1035"/>
          <ac:spMkLst>
            <pc:docMk/>
            <pc:sldMk cId="3627629807" sldId="2076137543"/>
            <ac:spMk id="358" creationId="{46997A45-C178-7CAD-47DC-2436AD04A083}"/>
          </ac:spMkLst>
        </pc:spChg>
        <pc:spChg chg="add mod">
          <ac:chgData name="Luis Felipe Penna" userId="ad11b2d7-a213-475e-9999-0910500576e6" providerId="ADAL" clId="{0659C41E-4676-454B-91C2-E392C1C3446A}" dt="2025-06-27T06:34:10.322" v="8182" actId="1076"/>
          <ac:spMkLst>
            <pc:docMk/>
            <pc:sldMk cId="3627629807" sldId="2076137543"/>
            <ac:spMk id="398" creationId="{8358CA0C-78EB-D1F9-D69D-22383451C773}"/>
          </ac:spMkLst>
        </pc:spChg>
        <pc:spChg chg="mod">
          <ac:chgData name="Luis Felipe Penna" userId="ad11b2d7-a213-475e-9999-0910500576e6" providerId="ADAL" clId="{0659C41E-4676-454B-91C2-E392C1C3446A}" dt="2025-06-27T06:33:38.425" v="8152" actId="1035"/>
          <ac:spMkLst>
            <pc:docMk/>
            <pc:sldMk cId="3627629807" sldId="2076137543"/>
            <ac:spMk id="408" creationId="{7D164474-7505-0584-39EA-E4A7A778C245}"/>
          </ac:spMkLst>
        </pc:spChg>
        <pc:spChg chg="mod">
          <ac:chgData name="Luis Felipe Penna" userId="ad11b2d7-a213-475e-9999-0910500576e6" providerId="ADAL" clId="{0659C41E-4676-454B-91C2-E392C1C3446A}" dt="2025-06-27T06:33:38.425" v="8152" actId="1035"/>
          <ac:spMkLst>
            <pc:docMk/>
            <pc:sldMk cId="3627629807" sldId="2076137543"/>
            <ac:spMk id="409" creationId="{F70A4CD7-DA2C-075B-A532-5A56BFE1E78D}"/>
          </ac:spMkLst>
        </pc:spChg>
        <pc:spChg chg="add mod">
          <ac:chgData name="Luis Felipe Penna" userId="ad11b2d7-a213-475e-9999-0910500576e6" providerId="ADAL" clId="{0659C41E-4676-454B-91C2-E392C1C3446A}" dt="2025-06-27T06:33:38.425" v="8152" actId="1035"/>
          <ac:spMkLst>
            <pc:docMk/>
            <pc:sldMk cId="3627629807" sldId="2076137543"/>
            <ac:spMk id="428" creationId="{58319C2A-51FB-4BE2-4170-FDD5E32309C0}"/>
          </ac:spMkLst>
        </pc:spChg>
        <pc:spChg chg="add mod">
          <ac:chgData name="Luis Felipe Penna" userId="ad11b2d7-a213-475e-9999-0910500576e6" providerId="ADAL" clId="{0659C41E-4676-454B-91C2-E392C1C3446A}" dt="2025-06-27T06:33:38.425" v="8152" actId="1035"/>
          <ac:spMkLst>
            <pc:docMk/>
            <pc:sldMk cId="3627629807" sldId="2076137543"/>
            <ac:spMk id="429" creationId="{A983362C-B6B3-823C-6290-82B82D0B8571}"/>
          </ac:spMkLst>
        </pc:spChg>
        <pc:spChg chg="add mod">
          <ac:chgData name="Luis Felipe Penna" userId="ad11b2d7-a213-475e-9999-0910500576e6" providerId="ADAL" clId="{0659C41E-4676-454B-91C2-E392C1C3446A}" dt="2025-06-27T06:35:12.575" v="8262" actId="20577"/>
          <ac:spMkLst>
            <pc:docMk/>
            <pc:sldMk cId="3627629807" sldId="2076137543"/>
            <ac:spMk id="438" creationId="{1BCCA6A2-0742-75B7-65D3-D1177245BE5F}"/>
          </ac:spMkLst>
        </pc:spChg>
        <pc:grpChg chg="add mod">
          <ac:chgData name="Luis Felipe Penna" userId="ad11b2d7-a213-475e-9999-0910500576e6" providerId="ADAL" clId="{0659C41E-4676-454B-91C2-E392C1C3446A}" dt="2025-06-27T06:30:20.159" v="7769" actId="164"/>
          <ac:grpSpMkLst>
            <pc:docMk/>
            <pc:sldMk cId="3627629807" sldId="2076137543"/>
            <ac:grpSpMk id="24" creationId="{DA4FFF9B-5C36-BE7F-9ED1-AF850BC5719F}"/>
          </ac:grpSpMkLst>
        </pc:grpChg>
        <pc:grpChg chg="mod">
          <ac:chgData name="Luis Felipe Penna" userId="ad11b2d7-a213-475e-9999-0910500576e6" providerId="ADAL" clId="{0659C41E-4676-454B-91C2-E392C1C3446A}" dt="2025-06-27T06:35:35.473" v="8320" actId="1035"/>
          <ac:grpSpMkLst>
            <pc:docMk/>
            <pc:sldMk cId="3627629807" sldId="2076137543"/>
            <ac:grpSpMk id="254" creationId="{196BC697-5B97-112A-C8A6-B430C303932C}"/>
          </ac:grpSpMkLst>
        </pc:grpChg>
        <pc:grpChg chg="add mod">
          <ac:chgData name="Luis Felipe Penna" userId="ad11b2d7-a213-475e-9999-0910500576e6" providerId="ADAL" clId="{0659C41E-4676-454B-91C2-E392C1C3446A}" dt="2025-06-27T01:23:27.001" v="1425" actId="164"/>
          <ac:grpSpMkLst>
            <pc:docMk/>
            <pc:sldMk cId="3627629807" sldId="2076137543"/>
            <ac:grpSpMk id="309" creationId="{07327515-B290-7632-BCE1-76AA23469505}"/>
          </ac:grpSpMkLst>
        </pc:grpChg>
        <pc:grpChg chg="add mod">
          <ac:chgData name="Luis Felipe Penna" userId="ad11b2d7-a213-475e-9999-0910500576e6" providerId="ADAL" clId="{0659C41E-4676-454B-91C2-E392C1C3446A}" dt="2025-06-27T01:24:25.365" v="1438" actId="164"/>
          <ac:grpSpMkLst>
            <pc:docMk/>
            <pc:sldMk cId="3627629807" sldId="2076137543"/>
            <ac:grpSpMk id="310" creationId="{D2ED86EC-7FFB-B822-1957-791427ED5057}"/>
          </ac:grpSpMkLst>
        </pc:grpChg>
        <pc:grpChg chg="add mod">
          <ac:chgData name="Luis Felipe Penna" userId="ad11b2d7-a213-475e-9999-0910500576e6" providerId="ADAL" clId="{0659C41E-4676-454B-91C2-E392C1C3446A}" dt="2025-06-27T01:25:30.964" v="1446" actId="164"/>
          <ac:grpSpMkLst>
            <pc:docMk/>
            <pc:sldMk cId="3627629807" sldId="2076137543"/>
            <ac:grpSpMk id="312" creationId="{C8C3F0E1-2142-AE16-1A51-AF472096A928}"/>
          </ac:grpSpMkLst>
        </pc:grpChg>
        <pc:grpChg chg="add mod">
          <ac:chgData name="Luis Felipe Penna" userId="ad11b2d7-a213-475e-9999-0910500576e6" providerId="ADAL" clId="{0659C41E-4676-454B-91C2-E392C1C3446A}" dt="2025-06-27T01:25:30.964" v="1446" actId="164"/>
          <ac:grpSpMkLst>
            <pc:docMk/>
            <pc:sldMk cId="3627629807" sldId="2076137543"/>
            <ac:grpSpMk id="314" creationId="{5309E2BB-140E-A9B1-B1A1-973027E0873E}"/>
          </ac:grpSpMkLst>
        </pc:grpChg>
        <pc:grpChg chg="add mod">
          <ac:chgData name="Luis Felipe Penna" userId="ad11b2d7-a213-475e-9999-0910500576e6" providerId="ADAL" clId="{0659C41E-4676-454B-91C2-E392C1C3446A}" dt="2025-06-27T01:25:30.964" v="1446" actId="164"/>
          <ac:grpSpMkLst>
            <pc:docMk/>
            <pc:sldMk cId="3627629807" sldId="2076137543"/>
            <ac:grpSpMk id="315" creationId="{14942152-37B4-05E8-2BD8-52209D0AED83}"/>
          </ac:grpSpMkLst>
        </pc:grpChg>
        <pc:grpChg chg="add mod">
          <ac:chgData name="Luis Felipe Penna" userId="ad11b2d7-a213-475e-9999-0910500576e6" providerId="ADAL" clId="{0659C41E-4676-454B-91C2-E392C1C3446A}" dt="2025-06-27T06:36:30.518" v="8363" actId="1038"/>
          <ac:grpSpMkLst>
            <pc:docMk/>
            <pc:sldMk cId="3627629807" sldId="2076137543"/>
            <ac:grpSpMk id="316" creationId="{8B8BB82F-3ECA-4D94-35D0-4A207B169ED0}"/>
          </ac:grpSpMkLst>
        </pc:grpChg>
        <pc:grpChg chg="add del mod">
          <ac:chgData name="Luis Felipe Penna" userId="ad11b2d7-a213-475e-9999-0910500576e6" providerId="ADAL" clId="{0659C41E-4676-454B-91C2-E392C1C3446A}" dt="2025-06-27T06:35:35.473" v="8320" actId="1035"/>
          <ac:grpSpMkLst>
            <pc:docMk/>
            <pc:sldMk cId="3627629807" sldId="2076137543"/>
            <ac:grpSpMk id="322" creationId="{B35DD5A0-8FDB-6CF0-CAE9-10999D592C64}"/>
          </ac:grpSpMkLst>
        </pc:grpChg>
        <pc:grpChg chg="mod topLvl">
          <ac:chgData name="Luis Felipe Penna" userId="ad11b2d7-a213-475e-9999-0910500576e6" providerId="ADAL" clId="{0659C41E-4676-454B-91C2-E392C1C3446A}" dt="2025-06-27T06:33:34.109" v="8141" actId="1035"/>
          <ac:grpSpMkLst>
            <pc:docMk/>
            <pc:sldMk cId="3627629807" sldId="2076137543"/>
            <ac:grpSpMk id="349" creationId="{CD61656D-7621-A301-EF52-99DA1BA330FA}"/>
          </ac:grpSpMkLst>
        </pc:grpChg>
        <pc:grpChg chg="add mod">
          <ac:chgData name="Luis Felipe Penna" userId="ad11b2d7-a213-475e-9999-0910500576e6" providerId="ADAL" clId="{0659C41E-4676-454B-91C2-E392C1C3446A}" dt="2025-06-27T06:30:20.159" v="7769" actId="164"/>
          <ac:grpSpMkLst>
            <pc:docMk/>
            <pc:sldMk cId="3627629807" sldId="2076137543"/>
            <ac:grpSpMk id="356" creationId="{8CF77E27-1409-388A-36D3-036FB4170457}"/>
          </ac:grpSpMkLst>
        </pc:grpChg>
        <pc:grpChg chg="add mod">
          <ac:chgData name="Luis Felipe Penna" userId="ad11b2d7-a213-475e-9999-0910500576e6" providerId="ADAL" clId="{0659C41E-4676-454B-91C2-E392C1C3446A}" dt="2025-06-27T02:10:50.418" v="2457" actId="164"/>
          <ac:grpSpMkLst>
            <pc:docMk/>
            <pc:sldMk cId="3627629807" sldId="2076137543"/>
            <ac:grpSpMk id="359" creationId="{054B4252-B967-B117-9EA5-FB8CCCD349BE}"/>
          </ac:grpSpMkLst>
        </pc:grpChg>
        <pc:grpChg chg="add mod">
          <ac:chgData name="Luis Felipe Penna" userId="ad11b2d7-a213-475e-9999-0910500576e6" providerId="ADAL" clId="{0659C41E-4676-454B-91C2-E392C1C3446A}" dt="2025-06-27T02:10:50.418" v="2457" actId="164"/>
          <ac:grpSpMkLst>
            <pc:docMk/>
            <pc:sldMk cId="3627629807" sldId="2076137543"/>
            <ac:grpSpMk id="360" creationId="{00E474A2-9EB5-90BD-13B6-50465D21459C}"/>
          </ac:grpSpMkLst>
        </pc:grpChg>
        <pc:grpChg chg="add mod topLvl">
          <ac:chgData name="Luis Felipe Penna" userId="ad11b2d7-a213-475e-9999-0910500576e6" providerId="ADAL" clId="{0659C41E-4676-454B-91C2-E392C1C3446A}" dt="2025-06-27T02:14:15.383" v="2554" actId="1038"/>
          <ac:grpSpMkLst>
            <pc:docMk/>
            <pc:sldMk cId="3627629807" sldId="2076137543"/>
            <ac:grpSpMk id="397" creationId="{EEC607AF-9CDD-C6B5-AC1A-34ABAFD3D433}"/>
          </ac:grpSpMkLst>
        </pc:grpChg>
        <pc:grpChg chg="add mod topLvl">
          <ac:chgData name="Luis Felipe Penna" userId="ad11b2d7-a213-475e-9999-0910500576e6" providerId="ADAL" clId="{0659C41E-4676-454B-91C2-E392C1C3446A}" dt="2025-06-27T06:30:20.159" v="7769" actId="164"/>
          <ac:grpSpMkLst>
            <pc:docMk/>
            <pc:sldMk cId="3627629807" sldId="2076137543"/>
            <ac:grpSpMk id="399" creationId="{5F01A508-53DB-3331-1443-81E360399FFF}"/>
          </ac:grpSpMkLst>
        </pc:grpChg>
        <pc:grpChg chg="add mod">
          <ac:chgData name="Luis Felipe Penna" userId="ad11b2d7-a213-475e-9999-0910500576e6" providerId="ADAL" clId="{0659C41E-4676-454B-91C2-E392C1C3446A}" dt="2025-06-27T06:30:20.159" v="7769" actId="164"/>
          <ac:grpSpMkLst>
            <pc:docMk/>
            <pc:sldMk cId="3627629807" sldId="2076137543"/>
            <ac:grpSpMk id="403" creationId="{4237E7D0-93CE-A873-2F4C-948C39405177}"/>
          </ac:grpSpMkLst>
        </pc:grpChg>
        <pc:grpChg chg="mod">
          <ac:chgData name="Luis Felipe Penna" userId="ad11b2d7-a213-475e-9999-0910500576e6" providerId="ADAL" clId="{0659C41E-4676-454B-91C2-E392C1C3446A}" dt="2025-06-27T02:09:08.028" v="2429" actId="478"/>
          <ac:grpSpMkLst>
            <pc:docMk/>
            <pc:sldMk cId="3627629807" sldId="2076137543"/>
            <ac:grpSpMk id="407" creationId="{2B4BBAE6-9FB9-B482-C7C2-CBC016C653B4}"/>
          </ac:grpSpMkLst>
        </pc:grpChg>
        <pc:picChg chg="add mod">
          <ac:chgData name="Luis Felipe Penna" userId="ad11b2d7-a213-475e-9999-0910500576e6" providerId="ADAL" clId="{0659C41E-4676-454B-91C2-E392C1C3446A}" dt="2025-06-27T01:29:29.193" v="1506" actId="1036"/>
          <ac:picMkLst>
            <pc:docMk/>
            <pc:sldMk cId="3627629807" sldId="2076137543"/>
            <ac:picMk id="295" creationId="{6C7788FB-4886-EA72-5157-7B12479D9481}"/>
          </ac:picMkLst>
        </pc:picChg>
        <pc:picChg chg="add mod">
          <ac:chgData name="Luis Felipe Penna" userId="ad11b2d7-a213-475e-9999-0910500576e6" providerId="ADAL" clId="{0659C41E-4676-454B-91C2-E392C1C3446A}" dt="2025-06-27T01:29:29.193" v="1506" actId="1036"/>
          <ac:picMkLst>
            <pc:docMk/>
            <pc:sldMk cId="3627629807" sldId="2076137543"/>
            <ac:picMk id="298" creationId="{B866C74D-F556-E9D5-EF1F-B35EEE9EA362}"/>
          </ac:picMkLst>
        </pc:picChg>
        <pc:picChg chg="add mod">
          <ac:chgData name="Luis Felipe Penna" userId="ad11b2d7-a213-475e-9999-0910500576e6" providerId="ADAL" clId="{0659C41E-4676-454B-91C2-E392C1C3446A}" dt="2025-06-27T01:29:29.193" v="1506" actId="1036"/>
          <ac:picMkLst>
            <pc:docMk/>
            <pc:sldMk cId="3627629807" sldId="2076137543"/>
            <ac:picMk id="299" creationId="{3E3593D6-E7E7-5F65-FE2A-9D3786B9E452}"/>
          </ac:picMkLst>
        </pc:picChg>
        <pc:picChg chg="add mod">
          <ac:chgData name="Luis Felipe Penna" userId="ad11b2d7-a213-475e-9999-0910500576e6" providerId="ADAL" clId="{0659C41E-4676-454B-91C2-E392C1C3446A}" dt="2025-06-27T01:29:29.193" v="1506" actId="1036"/>
          <ac:picMkLst>
            <pc:docMk/>
            <pc:sldMk cId="3627629807" sldId="2076137543"/>
            <ac:picMk id="300" creationId="{A216DD3A-296C-0D98-2150-1A81C44B83A9}"/>
          </ac:picMkLst>
        </pc:picChg>
        <pc:picChg chg="add mod">
          <ac:chgData name="Luis Felipe Penna" userId="ad11b2d7-a213-475e-9999-0910500576e6" providerId="ADAL" clId="{0659C41E-4676-454B-91C2-E392C1C3446A}" dt="2025-06-27T01:24:36.116" v="1439" actId="164"/>
          <ac:picMkLst>
            <pc:docMk/>
            <pc:sldMk cId="3627629807" sldId="2076137543"/>
            <ac:picMk id="302" creationId="{92C961A3-29D6-3BF8-B1C9-C5A41F9FEA5B}"/>
          </ac:picMkLst>
        </pc:picChg>
        <pc:picChg chg="add mod">
          <ac:chgData name="Luis Felipe Penna" userId="ad11b2d7-a213-475e-9999-0910500576e6" providerId="ADAL" clId="{0659C41E-4676-454B-91C2-E392C1C3446A}" dt="2025-06-27T01:24:36.116" v="1439" actId="164"/>
          <ac:picMkLst>
            <pc:docMk/>
            <pc:sldMk cId="3627629807" sldId="2076137543"/>
            <ac:picMk id="303" creationId="{213CF4A5-DCD4-2D05-EC4C-ADBFAD12B924}"/>
          </ac:picMkLst>
        </pc:picChg>
        <pc:picChg chg="add mod">
          <ac:chgData name="Luis Felipe Penna" userId="ad11b2d7-a213-475e-9999-0910500576e6" providerId="ADAL" clId="{0659C41E-4676-454B-91C2-E392C1C3446A}" dt="2025-06-27T01:29:34.889" v="1512" actId="1035"/>
          <ac:picMkLst>
            <pc:docMk/>
            <pc:sldMk cId="3627629807" sldId="2076137543"/>
            <ac:picMk id="304" creationId="{A154C3F7-3F4C-DCA6-48DA-DA536AF0ACA6}"/>
          </ac:picMkLst>
        </pc:picChg>
        <pc:picChg chg="add mod">
          <ac:chgData name="Luis Felipe Penna" userId="ad11b2d7-a213-475e-9999-0910500576e6" providerId="ADAL" clId="{0659C41E-4676-454B-91C2-E392C1C3446A}" dt="2025-06-27T01:29:18.828" v="1499" actId="1076"/>
          <ac:picMkLst>
            <pc:docMk/>
            <pc:sldMk cId="3627629807" sldId="2076137543"/>
            <ac:picMk id="305" creationId="{80684BC3-CA46-3992-E4E9-BFB9C6D35B6A}"/>
          </ac:picMkLst>
        </pc:picChg>
        <pc:picChg chg="add mod topLvl">
          <ac:chgData name="Luis Felipe Penna" userId="ad11b2d7-a213-475e-9999-0910500576e6" providerId="ADAL" clId="{0659C41E-4676-454B-91C2-E392C1C3446A}" dt="2025-06-27T01:53:55.475" v="2132" actId="164"/>
          <ac:picMkLst>
            <pc:docMk/>
            <pc:sldMk cId="3627629807" sldId="2076137543"/>
            <ac:picMk id="326" creationId="{7CD22F04-55B3-5D96-DB9D-D4D99DEE5016}"/>
          </ac:picMkLst>
        </pc:picChg>
        <pc:picChg chg="add mod topLvl">
          <ac:chgData name="Luis Felipe Penna" userId="ad11b2d7-a213-475e-9999-0910500576e6" providerId="ADAL" clId="{0659C41E-4676-454B-91C2-E392C1C3446A}" dt="2025-06-27T01:53:55.475" v="2132" actId="164"/>
          <ac:picMkLst>
            <pc:docMk/>
            <pc:sldMk cId="3627629807" sldId="2076137543"/>
            <ac:picMk id="328" creationId="{E7DB9152-8516-9E46-4911-08E632BBEBB2}"/>
          </ac:picMkLst>
        </pc:picChg>
        <pc:picChg chg="add mod">
          <ac:chgData name="Luis Felipe Penna" userId="ad11b2d7-a213-475e-9999-0910500576e6" providerId="ADAL" clId="{0659C41E-4676-454B-91C2-E392C1C3446A}" dt="2025-06-27T01:53:55.475" v="2132" actId="164"/>
          <ac:picMkLst>
            <pc:docMk/>
            <pc:sldMk cId="3627629807" sldId="2076137543"/>
            <ac:picMk id="330" creationId="{B0559A9A-F1E2-FAA9-BBA9-B2D60CC56644}"/>
          </ac:picMkLst>
        </pc:picChg>
        <pc:picChg chg="add mod topLvl">
          <ac:chgData name="Luis Felipe Penna" userId="ad11b2d7-a213-475e-9999-0910500576e6" providerId="ADAL" clId="{0659C41E-4676-454B-91C2-E392C1C3446A}" dt="2025-06-27T01:53:55.475" v="2132" actId="164"/>
          <ac:picMkLst>
            <pc:docMk/>
            <pc:sldMk cId="3627629807" sldId="2076137543"/>
            <ac:picMk id="335" creationId="{E41B9B44-564A-C547-9D87-D75BED15E87E}"/>
          </ac:picMkLst>
        </pc:picChg>
        <pc:picChg chg="add mod topLvl">
          <ac:chgData name="Luis Felipe Penna" userId="ad11b2d7-a213-475e-9999-0910500576e6" providerId="ADAL" clId="{0659C41E-4676-454B-91C2-E392C1C3446A}" dt="2025-06-27T01:53:55.475" v="2132" actId="164"/>
          <ac:picMkLst>
            <pc:docMk/>
            <pc:sldMk cId="3627629807" sldId="2076137543"/>
            <ac:picMk id="337" creationId="{1E21BEAE-314E-5E3B-5DE1-E456772F2CF7}"/>
          </ac:picMkLst>
        </pc:picChg>
        <pc:picChg chg="add mod">
          <ac:chgData name="Luis Felipe Penna" userId="ad11b2d7-a213-475e-9999-0910500576e6" providerId="ADAL" clId="{0659C41E-4676-454B-91C2-E392C1C3446A}" dt="2025-06-27T02:13:40.392" v="2520" actId="165"/>
          <ac:picMkLst>
            <pc:docMk/>
            <pc:sldMk cId="3627629807" sldId="2076137543"/>
            <ac:picMk id="343" creationId="{17B884A0-5F29-D653-EBEE-A8DDBB72EEF7}"/>
          </ac:picMkLst>
        </pc:picChg>
        <pc:picChg chg="add mod">
          <ac:chgData name="Luis Felipe Penna" userId="ad11b2d7-a213-475e-9999-0910500576e6" providerId="ADAL" clId="{0659C41E-4676-454B-91C2-E392C1C3446A}" dt="2025-06-27T02:13:40.392" v="2520" actId="165"/>
          <ac:picMkLst>
            <pc:docMk/>
            <pc:sldMk cId="3627629807" sldId="2076137543"/>
            <ac:picMk id="344" creationId="{FD6ED354-3589-4D62-2462-4847A7894299}"/>
          </ac:picMkLst>
        </pc:picChg>
        <pc:picChg chg="add mod">
          <ac:chgData name="Luis Felipe Penna" userId="ad11b2d7-a213-475e-9999-0910500576e6" providerId="ADAL" clId="{0659C41E-4676-454B-91C2-E392C1C3446A}" dt="2025-06-27T02:40:18.340" v="3088" actId="1038"/>
          <ac:picMkLst>
            <pc:docMk/>
            <pc:sldMk cId="3627629807" sldId="2076137543"/>
            <ac:picMk id="348" creationId="{E34C7945-89E6-2B62-6D1A-AA842897C1FB}"/>
          </ac:picMkLst>
        </pc:picChg>
        <pc:picChg chg="add mod topLvl">
          <ac:chgData name="Luis Felipe Penna" userId="ad11b2d7-a213-475e-9999-0910500576e6" providerId="ADAL" clId="{0659C41E-4676-454B-91C2-E392C1C3446A}" dt="2025-06-27T02:13:42.444" v="2521" actId="165"/>
          <ac:picMkLst>
            <pc:docMk/>
            <pc:sldMk cId="3627629807" sldId="2076137543"/>
            <ac:picMk id="353" creationId="{3E684ED2-96DD-4E8F-C4A4-F1B229E6714F}"/>
          </ac:picMkLst>
        </pc:picChg>
        <pc:picChg chg="add mod topLvl">
          <ac:chgData name="Luis Felipe Penna" userId="ad11b2d7-a213-475e-9999-0910500576e6" providerId="ADAL" clId="{0659C41E-4676-454B-91C2-E392C1C3446A}" dt="2025-06-27T06:30:20.159" v="7769" actId="164"/>
          <ac:picMkLst>
            <pc:docMk/>
            <pc:sldMk cId="3627629807" sldId="2076137543"/>
            <ac:picMk id="418" creationId="{480736E7-0EB1-AE11-2401-190AC0759B53}"/>
          </ac:picMkLst>
        </pc:picChg>
        <pc:picChg chg="add mod topLvl">
          <ac:chgData name="Luis Felipe Penna" userId="ad11b2d7-a213-475e-9999-0910500576e6" providerId="ADAL" clId="{0659C41E-4676-454B-91C2-E392C1C3446A}" dt="2025-06-27T06:30:20.159" v="7769" actId="164"/>
          <ac:picMkLst>
            <pc:docMk/>
            <pc:sldMk cId="3627629807" sldId="2076137543"/>
            <ac:picMk id="419" creationId="{2C73CA98-3595-A356-DC07-485ADB566F4D}"/>
          </ac:picMkLst>
        </pc:picChg>
        <pc:cxnChg chg="add mod">
          <ac:chgData name="Luis Felipe Penna" userId="ad11b2d7-a213-475e-9999-0910500576e6" providerId="ADAL" clId="{0659C41E-4676-454B-91C2-E392C1C3446A}" dt="2025-06-27T02:11:43.905" v="2506" actId="14100"/>
          <ac:cxnSpMkLst>
            <pc:docMk/>
            <pc:sldMk cId="3627629807" sldId="2076137543"/>
            <ac:cxnSpMk id="362" creationId="{C41AAE32-A515-01BC-68B4-67DCFFC6ACD8}"/>
          </ac:cxnSpMkLst>
        </pc:cxnChg>
        <pc:cxnChg chg="add mod">
          <ac:chgData name="Luis Felipe Penna" userId="ad11b2d7-a213-475e-9999-0910500576e6" providerId="ADAL" clId="{0659C41E-4676-454B-91C2-E392C1C3446A}" dt="2025-06-27T02:10:50.418" v="2457" actId="164"/>
          <ac:cxnSpMkLst>
            <pc:docMk/>
            <pc:sldMk cId="3627629807" sldId="2076137543"/>
            <ac:cxnSpMk id="368" creationId="{60AC400E-5F60-D9C3-4BAA-2C56BD299F52}"/>
          </ac:cxnSpMkLst>
        </pc:cxnChg>
        <pc:cxnChg chg="add mod">
          <ac:chgData name="Luis Felipe Penna" userId="ad11b2d7-a213-475e-9999-0910500576e6" providerId="ADAL" clId="{0659C41E-4676-454B-91C2-E392C1C3446A}" dt="2025-06-27T02:10:50.418" v="2457" actId="164"/>
          <ac:cxnSpMkLst>
            <pc:docMk/>
            <pc:sldMk cId="3627629807" sldId="2076137543"/>
            <ac:cxnSpMk id="375" creationId="{BEAB9B35-8721-422D-1FF1-6C1F10F40E95}"/>
          </ac:cxnSpMkLst>
        </pc:cxnChg>
        <pc:cxnChg chg="add mod topLvl">
          <ac:chgData name="Luis Felipe Penna" userId="ad11b2d7-a213-475e-9999-0910500576e6" providerId="ADAL" clId="{0659C41E-4676-454B-91C2-E392C1C3446A}" dt="2025-06-27T02:13:42.444" v="2521" actId="165"/>
          <ac:cxnSpMkLst>
            <pc:docMk/>
            <pc:sldMk cId="3627629807" sldId="2076137543"/>
            <ac:cxnSpMk id="376" creationId="{80A352C6-7B6C-65A8-C04D-F9B1BEB821AD}"/>
          </ac:cxnSpMkLst>
        </pc:cxnChg>
        <pc:cxnChg chg="add mod">
          <ac:chgData name="Luis Felipe Penna" userId="ad11b2d7-a213-475e-9999-0910500576e6" providerId="ADAL" clId="{0659C41E-4676-454B-91C2-E392C1C3446A}" dt="2025-06-27T02:07:38.094" v="2395" actId="164"/>
          <ac:cxnSpMkLst>
            <pc:docMk/>
            <pc:sldMk cId="3627629807" sldId="2076137543"/>
            <ac:cxnSpMk id="379" creationId="{D33B0443-2C8E-408F-8682-641732D451A3}"/>
          </ac:cxnSpMkLst>
        </pc:cxnChg>
        <pc:cxnChg chg="add mod topLvl">
          <ac:chgData name="Luis Felipe Penna" userId="ad11b2d7-a213-475e-9999-0910500576e6" providerId="ADAL" clId="{0659C41E-4676-454B-91C2-E392C1C3446A}" dt="2025-06-27T02:13:42.444" v="2521" actId="165"/>
          <ac:cxnSpMkLst>
            <pc:docMk/>
            <pc:sldMk cId="3627629807" sldId="2076137543"/>
            <ac:cxnSpMk id="382" creationId="{D328C605-E94C-941B-6A3C-9DDBBB4A9DDF}"/>
          </ac:cxnSpMkLst>
        </pc:cxnChg>
        <pc:cxnChg chg="add mod topLvl">
          <ac:chgData name="Luis Felipe Penna" userId="ad11b2d7-a213-475e-9999-0910500576e6" providerId="ADAL" clId="{0659C41E-4676-454B-91C2-E392C1C3446A}" dt="2025-06-27T02:13:42.444" v="2521" actId="165"/>
          <ac:cxnSpMkLst>
            <pc:docMk/>
            <pc:sldMk cId="3627629807" sldId="2076137543"/>
            <ac:cxnSpMk id="387" creationId="{ECC2DD50-9FE1-51CC-B7AC-D673A02A50E0}"/>
          </ac:cxnSpMkLst>
        </pc:cxnChg>
        <pc:cxnChg chg="add mod topLvl">
          <ac:chgData name="Luis Felipe Penna" userId="ad11b2d7-a213-475e-9999-0910500576e6" providerId="ADAL" clId="{0659C41E-4676-454B-91C2-E392C1C3446A}" dt="2025-06-27T02:13:42.444" v="2521" actId="165"/>
          <ac:cxnSpMkLst>
            <pc:docMk/>
            <pc:sldMk cId="3627629807" sldId="2076137543"/>
            <ac:cxnSpMk id="390" creationId="{92801EF2-B8BE-713D-55C5-3F865A20B4A9}"/>
          </ac:cxnSpMkLst>
        </pc:cxnChg>
        <pc:cxnChg chg="add mod topLvl">
          <ac:chgData name="Luis Felipe Penna" userId="ad11b2d7-a213-475e-9999-0910500576e6" providerId="ADAL" clId="{0659C41E-4676-454B-91C2-E392C1C3446A}" dt="2025-06-27T02:13:42.444" v="2521" actId="165"/>
          <ac:cxnSpMkLst>
            <pc:docMk/>
            <pc:sldMk cId="3627629807" sldId="2076137543"/>
            <ac:cxnSpMk id="391" creationId="{7C584CEB-535C-8B8A-4D8F-10A448A05824}"/>
          </ac:cxnSpMkLst>
        </pc:cxnChg>
        <pc:cxnChg chg="mod">
          <ac:chgData name="Luis Felipe Penna" userId="ad11b2d7-a213-475e-9999-0910500576e6" providerId="ADAL" clId="{0659C41E-4676-454B-91C2-E392C1C3446A}" dt="2025-06-27T02:10:18.977" v="2452" actId="14100"/>
          <ac:cxnSpMkLst>
            <pc:docMk/>
            <pc:sldMk cId="3627629807" sldId="2076137543"/>
            <ac:cxnSpMk id="406" creationId="{079CE6D6-F7F3-12BA-74FE-8F2AB73DCB0F}"/>
          </ac:cxnSpMkLst>
        </pc:cxnChg>
        <pc:cxnChg chg="mod">
          <ac:chgData name="Luis Felipe Penna" userId="ad11b2d7-a213-475e-9999-0910500576e6" providerId="ADAL" clId="{0659C41E-4676-454B-91C2-E392C1C3446A}" dt="2025-06-27T02:09:08.028" v="2429" actId="478"/>
          <ac:cxnSpMkLst>
            <pc:docMk/>
            <pc:sldMk cId="3627629807" sldId="2076137543"/>
            <ac:cxnSpMk id="415" creationId="{07B7AE44-F578-8352-2BD3-61DF23102919}"/>
          </ac:cxnSpMkLst>
        </pc:cxnChg>
        <pc:cxnChg chg="mod">
          <ac:chgData name="Luis Felipe Penna" userId="ad11b2d7-a213-475e-9999-0910500576e6" providerId="ADAL" clId="{0659C41E-4676-454B-91C2-E392C1C3446A}" dt="2025-06-27T02:09:08.028" v="2429" actId="478"/>
          <ac:cxnSpMkLst>
            <pc:docMk/>
            <pc:sldMk cId="3627629807" sldId="2076137543"/>
            <ac:cxnSpMk id="416" creationId="{505885F6-DE9E-80E4-662A-60ACE2F7446B}"/>
          </ac:cxnSpMkLst>
        </pc:cxnChg>
      </pc:sldChg>
      <pc:sldChg chg="addSp delSp modSp add mod">
        <pc:chgData name="Luis Felipe Penna" userId="ad11b2d7-a213-475e-9999-0910500576e6" providerId="ADAL" clId="{0659C41E-4676-454B-91C2-E392C1C3446A}" dt="2025-06-27T11:26:25.754" v="10298"/>
        <pc:sldMkLst>
          <pc:docMk/>
          <pc:sldMk cId="44426449" sldId="2076137544"/>
        </pc:sldMkLst>
        <pc:spChg chg="mod">
          <ac:chgData name="Luis Felipe Penna" userId="ad11b2d7-a213-475e-9999-0910500576e6" providerId="ADAL" clId="{0659C41E-4676-454B-91C2-E392C1C3446A}" dt="2025-06-27T02:52:20.640" v="3175" actId="20577"/>
          <ac:spMkLst>
            <pc:docMk/>
            <pc:sldMk cId="44426449" sldId="2076137544"/>
            <ac:spMk id="2" creationId="{35882B17-E161-D96A-D7FC-5F6FA1F1F866}"/>
          </ac:spMkLst>
        </pc:spChg>
        <pc:spChg chg="add mod">
          <ac:chgData name="Luis Felipe Penna" userId="ad11b2d7-a213-475e-9999-0910500576e6" providerId="ADAL" clId="{0659C41E-4676-454B-91C2-E392C1C3446A}" dt="2025-06-27T03:14:58.526" v="3472" actId="403"/>
          <ac:spMkLst>
            <pc:docMk/>
            <pc:sldMk cId="44426449" sldId="2076137544"/>
            <ac:spMk id="16" creationId="{3F5CCBB6-027B-8DA6-CED9-8BF874D39575}"/>
          </ac:spMkLst>
        </pc:spChg>
      </pc:sldChg>
      <pc:sldChg chg="addSp delSp modSp add mod">
        <pc:chgData name="Luis Felipe Penna" userId="ad11b2d7-a213-475e-9999-0910500576e6" providerId="ADAL" clId="{0659C41E-4676-454B-91C2-E392C1C3446A}" dt="2025-06-27T03:10:28.378" v="3314" actId="113"/>
        <pc:sldMkLst>
          <pc:docMk/>
          <pc:sldMk cId="4263670619" sldId="2076137545"/>
        </pc:sldMkLst>
        <pc:spChg chg="add del mod">
          <ac:chgData name="Luis Felipe Penna" userId="ad11b2d7-a213-475e-9999-0910500576e6" providerId="ADAL" clId="{0659C41E-4676-454B-91C2-E392C1C3446A}" dt="2025-06-27T03:10:28.378" v="3314" actId="113"/>
          <ac:spMkLst>
            <pc:docMk/>
            <pc:sldMk cId="4263670619" sldId="2076137545"/>
            <ac:spMk id="19" creationId="{7634D155-F8CA-D4E9-1289-B07C3BFB5EAF}"/>
          </ac:spMkLst>
        </pc:spChg>
      </pc:sldChg>
      <pc:sldChg chg="addSp delSp modSp add mod">
        <pc:chgData name="Luis Felipe Penna" userId="ad11b2d7-a213-475e-9999-0910500576e6" providerId="ADAL" clId="{0659C41E-4676-454B-91C2-E392C1C3446A}" dt="2025-06-27T19:19:01.335" v="10454" actId="20577"/>
        <pc:sldMkLst>
          <pc:docMk/>
          <pc:sldMk cId="3971767746" sldId="2076137546"/>
        </pc:sldMkLst>
        <pc:spChg chg="add mod">
          <ac:chgData name="Luis Felipe Penna" userId="ad11b2d7-a213-475e-9999-0910500576e6" providerId="ADAL" clId="{0659C41E-4676-454B-91C2-E392C1C3446A}" dt="2025-06-27T19:19:01.335" v="10454" actId="20577"/>
          <ac:spMkLst>
            <pc:docMk/>
            <pc:sldMk cId="3971767746" sldId="2076137546"/>
            <ac:spMk id="4" creationId="{EE3C0C4C-3D87-7163-6B8C-A423E898361A}"/>
          </ac:spMkLst>
        </pc:spChg>
      </pc:sldChg>
      <pc:sldChg chg="addSp delSp modSp add mod">
        <pc:chgData name="Luis Felipe Penna" userId="ad11b2d7-a213-475e-9999-0910500576e6" providerId="ADAL" clId="{0659C41E-4676-454B-91C2-E392C1C3446A}" dt="2025-06-27T04:01:22.920" v="4851" actId="1076"/>
        <pc:sldMkLst>
          <pc:docMk/>
          <pc:sldMk cId="4077865841" sldId="2076137547"/>
        </pc:sldMkLst>
        <pc:spChg chg="add mod">
          <ac:chgData name="Luis Felipe Penna" userId="ad11b2d7-a213-475e-9999-0910500576e6" providerId="ADAL" clId="{0659C41E-4676-454B-91C2-E392C1C3446A}" dt="2025-06-27T04:01:22.920" v="4851" actId="1076"/>
          <ac:spMkLst>
            <pc:docMk/>
            <pc:sldMk cId="4077865841" sldId="2076137547"/>
            <ac:spMk id="5" creationId="{5BD6645A-27C6-EEC9-94D1-F9982B978996}"/>
          </ac:spMkLst>
        </pc:spChg>
      </pc:sldChg>
      <pc:sldChg chg="add del">
        <pc:chgData name="Luis Felipe Penna" userId="ad11b2d7-a213-475e-9999-0910500576e6" providerId="ADAL" clId="{0659C41E-4676-454B-91C2-E392C1C3446A}" dt="2025-06-27T02:54:49.224" v="3215" actId="47"/>
        <pc:sldMkLst>
          <pc:docMk/>
          <pc:sldMk cId="1125198976" sldId="2076137548"/>
        </pc:sldMkLst>
      </pc:sldChg>
      <pc:sldChg chg="addSp delSp modSp add mod">
        <pc:chgData name="Luis Felipe Penna" userId="ad11b2d7-a213-475e-9999-0910500576e6" providerId="ADAL" clId="{0659C41E-4676-454B-91C2-E392C1C3446A}" dt="2025-06-27T03:12:13.368" v="3391" actId="20577"/>
        <pc:sldMkLst>
          <pc:docMk/>
          <pc:sldMk cId="4186523772" sldId="2076137549"/>
        </pc:sldMkLst>
        <pc:spChg chg="add mod">
          <ac:chgData name="Luis Felipe Penna" userId="ad11b2d7-a213-475e-9999-0910500576e6" providerId="ADAL" clId="{0659C41E-4676-454B-91C2-E392C1C3446A}" dt="2025-06-27T03:12:13.368" v="3391" actId="20577"/>
          <ac:spMkLst>
            <pc:docMk/>
            <pc:sldMk cId="4186523772" sldId="2076137549"/>
            <ac:spMk id="5" creationId="{D44C8385-96EE-F4CC-3757-F295279E91DD}"/>
          </ac:spMkLst>
        </pc:spChg>
      </pc:sldChg>
      <pc:sldChg chg="add del">
        <pc:chgData name="Luis Felipe Penna" userId="ad11b2d7-a213-475e-9999-0910500576e6" providerId="ADAL" clId="{0659C41E-4676-454B-91C2-E392C1C3446A}" dt="2025-06-27T02:54:31.487" v="3212"/>
        <pc:sldMkLst>
          <pc:docMk/>
          <pc:sldMk cId="2209726810" sldId="2076137550"/>
        </pc:sldMkLst>
      </pc:sldChg>
      <pc:sldChg chg="addSp delSp modSp add mod ord">
        <pc:chgData name="Luis Felipe Penna" userId="ad11b2d7-a213-475e-9999-0910500576e6" providerId="ADAL" clId="{0659C41E-4676-454B-91C2-E392C1C3446A}" dt="2025-06-27T06:48:33.111" v="8764" actId="1035"/>
        <pc:sldMkLst>
          <pc:docMk/>
          <pc:sldMk cId="4076240627" sldId="2076137550"/>
        </pc:sldMkLst>
        <pc:spChg chg="add mod">
          <ac:chgData name="Luis Felipe Penna" userId="ad11b2d7-a213-475e-9999-0910500576e6" providerId="ADAL" clId="{0659C41E-4676-454B-91C2-E392C1C3446A}" dt="2025-06-27T03:13:02.271" v="3397"/>
          <ac:spMkLst>
            <pc:docMk/>
            <pc:sldMk cId="4076240627" sldId="2076137550"/>
            <ac:spMk id="21" creationId="{465778A4-3E50-2E9B-DC6A-E2E965343C21}"/>
          </ac:spMkLst>
        </pc:spChg>
        <pc:spChg chg="mod">
          <ac:chgData name="Luis Felipe Penna" userId="ad11b2d7-a213-475e-9999-0910500576e6" providerId="ADAL" clId="{0659C41E-4676-454B-91C2-E392C1C3446A}" dt="2025-06-27T06:48:25.332" v="8749" actId="12789"/>
          <ac:spMkLst>
            <pc:docMk/>
            <pc:sldMk cId="4076240627" sldId="2076137550"/>
            <ac:spMk id="25" creationId="{70E2CEDF-A34B-B304-1247-29FA49111532}"/>
          </ac:spMkLst>
        </pc:spChg>
        <pc:spChg chg="add mod topLvl">
          <ac:chgData name="Luis Felipe Penna" userId="ad11b2d7-a213-475e-9999-0910500576e6" providerId="ADAL" clId="{0659C41E-4676-454B-91C2-E392C1C3446A}" dt="2025-06-27T03:30:50.586" v="4240" actId="165"/>
          <ac:spMkLst>
            <pc:docMk/>
            <pc:sldMk cId="4076240627" sldId="2076137550"/>
            <ac:spMk id="29" creationId="{CE78CC63-7EA6-61F6-216A-5AA4D9563E84}"/>
          </ac:spMkLst>
        </pc:spChg>
        <pc:spChg chg="mod">
          <ac:chgData name="Luis Felipe Penna" userId="ad11b2d7-a213-475e-9999-0910500576e6" providerId="ADAL" clId="{0659C41E-4676-454B-91C2-E392C1C3446A}" dt="2025-06-27T03:17:02.625" v="3481" actId="1076"/>
          <ac:spMkLst>
            <pc:docMk/>
            <pc:sldMk cId="4076240627" sldId="2076137550"/>
            <ac:spMk id="32" creationId="{3D8F4C5C-07D7-C01D-7CF8-54B4E1B8846A}"/>
          </ac:spMkLst>
        </pc:spChg>
        <pc:spChg chg="add mod topLvl">
          <ac:chgData name="Luis Felipe Penna" userId="ad11b2d7-a213-475e-9999-0910500576e6" providerId="ADAL" clId="{0659C41E-4676-454B-91C2-E392C1C3446A}" dt="2025-06-27T03:30:50.586" v="4240" actId="165"/>
          <ac:spMkLst>
            <pc:docMk/>
            <pc:sldMk cId="4076240627" sldId="2076137550"/>
            <ac:spMk id="33" creationId="{8A10D868-12EA-BB99-2F49-4F047748F541}"/>
          </ac:spMkLst>
        </pc:spChg>
        <pc:spChg chg="mod topLvl">
          <ac:chgData name="Luis Felipe Penna" userId="ad11b2d7-a213-475e-9999-0910500576e6" providerId="ADAL" clId="{0659C41E-4676-454B-91C2-E392C1C3446A}" dt="2025-06-27T03:30:50.586" v="4240" actId="165"/>
          <ac:spMkLst>
            <pc:docMk/>
            <pc:sldMk cId="4076240627" sldId="2076137550"/>
            <ac:spMk id="34" creationId="{0E112D6D-C3C6-650D-B523-6F28702B8BC4}"/>
          </ac:spMkLst>
        </pc:spChg>
        <pc:spChg chg="add mod topLvl">
          <ac:chgData name="Luis Felipe Penna" userId="ad11b2d7-a213-475e-9999-0910500576e6" providerId="ADAL" clId="{0659C41E-4676-454B-91C2-E392C1C3446A}" dt="2025-06-27T03:54:35.118" v="4732" actId="465"/>
          <ac:spMkLst>
            <pc:docMk/>
            <pc:sldMk cId="4076240627" sldId="2076137550"/>
            <ac:spMk id="36" creationId="{653326C5-A417-57BF-B08B-1114A6A49B84}"/>
          </ac:spMkLst>
        </pc:spChg>
        <pc:spChg chg="add mod topLvl">
          <ac:chgData name="Luis Felipe Penna" userId="ad11b2d7-a213-475e-9999-0910500576e6" providerId="ADAL" clId="{0659C41E-4676-454B-91C2-E392C1C3446A}" dt="2025-06-27T03:30:50.586" v="4240" actId="165"/>
          <ac:spMkLst>
            <pc:docMk/>
            <pc:sldMk cId="4076240627" sldId="2076137550"/>
            <ac:spMk id="40" creationId="{194DCFE0-7AB0-62FD-6667-596DA4CF8996}"/>
          </ac:spMkLst>
        </pc:spChg>
        <pc:spChg chg="add mod topLvl">
          <ac:chgData name="Luis Felipe Penna" userId="ad11b2d7-a213-475e-9999-0910500576e6" providerId="ADAL" clId="{0659C41E-4676-454B-91C2-E392C1C3446A}" dt="2025-06-27T03:30:50.586" v="4240" actId="165"/>
          <ac:spMkLst>
            <pc:docMk/>
            <pc:sldMk cId="4076240627" sldId="2076137550"/>
            <ac:spMk id="41" creationId="{A4D60442-6D75-410B-2467-1DB302178AC2}"/>
          </ac:spMkLst>
        </pc:spChg>
        <pc:spChg chg="add mod topLvl">
          <ac:chgData name="Luis Felipe Penna" userId="ad11b2d7-a213-475e-9999-0910500576e6" providerId="ADAL" clId="{0659C41E-4676-454B-91C2-E392C1C3446A}" dt="2025-06-27T03:30:50.586" v="4240" actId="165"/>
          <ac:spMkLst>
            <pc:docMk/>
            <pc:sldMk cId="4076240627" sldId="2076137550"/>
            <ac:spMk id="42" creationId="{7AA29EAD-99B0-F04E-9C17-C3598460AA89}"/>
          </ac:spMkLst>
        </pc:spChg>
        <pc:spChg chg="add mod topLvl">
          <ac:chgData name="Luis Felipe Penna" userId="ad11b2d7-a213-475e-9999-0910500576e6" providerId="ADAL" clId="{0659C41E-4676-454B-91C2-E392C1C3446A}" dt="2025-06-27T03:30:50.586" v="4240" actId="165"/>
          <ac:spMkLst>
            <pc:docMk/>
            <pc:sldMk cId="4076240627" sldId="2076137550"/>
            <ac:spMk id="47" creationId="{B1CB245D-0086-9F5C-B74B-DBC7E2DDC79C}"/>
          </ac:spMkLst>
        </pc:spChg>
        <pc:spChg chg="add mod topLvl">
          <ac:chgData name="Luis Felipe Penna" userId="ad11b2d7-a213-475e-9999-0910500576e6" providerId="ADAL" clId="{0659C41E-4676-454B-91C2-E392C1C3446A}" dt="2025-06-27T03:30:50.586" v="4240" actId="165"/>
          <ac:spMkLst>
            <pc:docMk/>
            <pc:sldMk cId="4076240627" sldId="2076137550"/>
            <ac:spMk id="48" creationId="{78727D92-F55C-990B-57D0-CBA424ADED15}"/>
          </ac:spMkLst>
        </pc:spChg>
        <pc:spChg chg="add mod topLvl">
          <ac:chgData name="Luis Felipe Penna" userId="ad11b2d7-a213-475e-9999-0910500576e6" providerId="ADAL" clId="{0659C41E-4676-454B-91C2-E392C1C3446A}" dt="2025-06-27T03:30:50.586" v="4240" actId="165"/>
          <ac:spMkLst>
            <pc:docMk/>
            <pc:sldMk cId="4076240627" sldId="2076137550"/>
            <ac:spMk id="56" creationId="{12B7C9C9-4303-C83F-6C6F-B9691EAD8B9F}"/>
          </ac:spMkLst>
        </pc:spChg>
        <pc:spChg chg="add mod">
          <ac:chgData name="Luis Felipe Penna" userId="ad11b2d7-a213-475e-9999-0910500576e6" providerId="ADAL" clId="{0659C41E-4676-454B-91C2-E392C1C3446A}" dt="2025-06-27T03:16:30.100" v="3479"/>
          <ac:spMkLst>
            <pc:docMk/>
            <pc:sldMk cId="4076240627" sldId="2076137550"/>
            <ac:spMk id="62" creationId="{4A431DCE-B829-A617-7512-0599A5D9A5F2}"/>
          </ac:spMkLst>
        </pc:spChg>
        <pc:spChg chg="add mod">
          <ac:chgData name="Luis Felipe Penna" userId="ad11b2d7-a213-475e-9999-0910500576e6" providerId="ADAL" clId="{0659C41E-4676-454B-91C2-E392C1C3446A}" dt="2025-06-27T03:28:39.904" v="4143" actId="164"/>
          <ac:spMkLst>
            <pc:docMk/>
            <pc:sldMk cId="4076240627" sldId="2076137550"/>
            <ac:spMk id="6145" creationId="{01F5FD9C-83F5-55C4-4105-25A21A3E0A09}"/>
          </ac:spMkLst>
        </pc:spChg>
        <pc:spChg chg="add mod">
          <ac:chgData name="Luis Felipe Penna" userId="ad11b2d7-a213-475e-9999-0910500576e6" providerId="ADAL" clId="{0659C41E-4676-454B-91C2-E392C1C3446A}" dt="2025-06-27T03:28:56.528" v="4215" actId="1037"/>
          <ac:spMkLst>
            <pc:docMk/>
            <pc:sldMk cId="4076240627" sldId="2076137550"/>
            <ac:spMk id="6147" creationId="{7CD28216-0631-3D28-1902-42ACC1801D05}"/>
          </ac:spMkLst>
        </pc:spChg>
        <pc:spChg chg="add mod topLvl">
          <ac:chgData name="Luis Felipe Penna" userId="ad11b2d7-a213-475e-9999-0910500576e6" providerId="ADAL" clId="{0659C41E-4676-454B-91C2-E392C1C3446A}" dt="2025-06-27T03:26:25.531" v="3967" actId="164"/>
          <ac:spMkLst>
            <pc:docMk/>
            <pc:sldMk cId="4076240627" sldId="2076137550"/>
            <ac:spMk id="6150" creationId="{758EA535-1FBD-3AD5-FCB1-40BC6FC731C9}"/>
          </ac:spMkLst>
        </pc:spChg>
        <pc:spChg chg="add mod topLvl">
          <ac:chgData name="Luis Felipe Penna" userId="ad11b2d7-a213-475e-9999-0910500576e6" providerId="ADAL" clId="{0659C41E-4676-454B-91C2-E392C1C3446A}" dt="2025-06-27T03:26:25.531" v="3967" actId="164"/>
          <ac:spMkLst>
            <pc:docMk/>
            <pc:sldMk cId="4076240627" sldId="2076137550"/>
            <ac:spMk id="6154" creationId="{F9E29754-3993-746E-9FE8-6B54EC4B9836}"/>
          </ac:spMkLst>
        </pc:spChg>
        <pc:spChg chg="add mod topLvl">
          <ac:chgData name="Luis Felipe Penna" userId="ad11b2d7-a213-475e-9999-0910500576e6" providerId="ADAL" clId="{0659C41E-4676-454B-91C2-E392C1C3446A}" dt="2025-06-27T03:25:01.140" v="3891" actId="1076"/>
          <ac:spMkLst>
            <pc:docMk/>
            <pc:sldMk cId="4076240627" sldId="2076137550"/>
            <ac:spMk id="6163" creationId="{487418F8-311E-E97B-5696-6FF406145B21}"/>
          </ac:spMkLst>
        </pc:spChg>
        <pc:spChg chg="add mod topLvl">
          <ac:chgData name="Luis Felipe Penna" userId="ad11b2d7-a213-475e-9999-0910500576e6" providerId="ADAL" clId="{0659C41E-4676-454B-91C2-E392C1C3446A}" dt="2025-06-27T03:26:25.531" v="3967" actId="164"/>
          <ac:spMkLst>
            <pc:docMk/>
            <pc:sldMk cId="4076240627" sldId="2076137550"/>
            <ac:spMk id="6192" creationId="{0FA0B59F-9042-BBCF-2F70-16A968D6DAFF}"/>
          </ac:spMkLst>
        </pc:spChg>
        <pc:spChg chg="add mod topLvl">
          <ac:chgData name="Luis Felipe Penna" userId="ad11b2d7-a213-475e-9999-0910500576e6" providerId="ADAL" clId="{0659C41E-4676-454B-91C2-E392C1C3446A}" dt="2025-06-27T03:26:25.531" v="3967" actId="164"/>
          <ac:spMkLst>
            <pc:docMk/>
            <pc:sldMk cId="4076240627" sldId="2076137550"/>
            <ac:spMk id="6193" creationId="{7F45C63A-731F-DC13-7580-34FEE1BE8F03}"/>
          </ac:spMkLst>
        </pc:spChg>
        <pc:spChg chg="add mod topLvl">
          <ac:chgData name="Luis Felipe Penna" userId="ad11b2d7-a213-475e-9999-0910500576e6" providerId="ADAL" clId="{0659C41E-4676-454B-91C2-E392C1C3446A}" dt="2025-06-27T03:26:25.531" v="3967" actId="164"/>
          <ac:spMkLst>
            <pc:docMk/>
            <pc:sldMk cId="4076240627" sldId="2076137550"/>
            <ac:spMk id="6196" creationId="{7C3B7AB9-FBEE-47DA-31E3-7C0EE740732E}"/>
          </ac:spMkLst>
        </pc:spChg>
        <pc:spChg chg="add mod topLvl">
          <ac:chgData name="Luis Felipe Penna" userId="ad11b2d7-a213-475e-9999-0910500576e6" providerId="ADAL" clId="{0659C41E-4676-454B-91C2-E392C1C3446A}" dt="2025-06-27T03:26:25.531" v="3967" actId="164"/>
          <ac:spMkLst>
            <pc:docMk/>
            <pc:sldMk cId="4076240627" sldId="2076137550"/>
            <ac:spMk id="6197" creationId="{3BB015D1-1552-9CCA-A9C1-4E1A990515E5}"/>
          </ac:spMkLst>
        </pc:spChg>
        <pc:spChg chg="add mod topLvl">
          <ac:chgData name="Luis Felipe Penna" userId="ad11b2d7-a213-475e-9999-0910500576e6" providerId="ADAL" clId="{0659C41E-4676-454B-91C2-E392C1C3446A}" dt="2025-06-27T03:26:25.531" v="3967" actId="164"/>
          <ac:spMkLst>
            <pc:docMk/>
            <pc:sldMk cId="4076240627" sldId="2076137550"/>
            <ac:spMk id="6198" creationId="{EA258B69-E031-6DDC-8C0F-60F752CBB264}"/>
          </ac:spMkLst>
        </pc:spChg>
        <pc:spChg chg="add mod topLvl">
          <ac:chgData name="Luis Felipe Penna" userId="ad11b2d7-a213-475e-9999-0910500576e6" providerId="ADAL" clId="{0659C41E-4676-454B-91C2-E392C1C3446A}" dt="2025-06-27T03:26:25.531" v="3967" actId="164"/>
          <ac:spMkLst>
            <pc:docMk/>
            <pc:sldMk cId="4076240627" sldId="2076137550"/>
            <ac:spMk id="6200" creationId="{C5520BA9-DFEB-F84B-0036-46C4692C9589}"/>
          </ac:spMkLst>
        </pc:spChg>
        <pc:spChg chg="add mod">
          <ac:chgData name="Luis Felipe Penna" userId="ad11b2d7-a213-475e-9999-0910500576e6" providerId="ADAL" clId="{0659C41E-4676-454B-91C2-E392C1C3446A}" dt="2025-06-27T03:41:32.545" v="4419" actId="1076"/>
          <ac:spMkLst>
            <pc:docMk/>
            <pc:sldMk cId="4076240627" sldId="2076137550"/>
            <ac:spMk id="6204" creationId="{33E04A43-CFAC-7A02-4494-819B0BA9E344}"/>
          </ac:spMkLst>
        </pc:spChg>
        <pc:spChg chg="add mod">
          <ac:chgData name="Luis Felipe Penna" userId="ad11b2d7-a213-475e-9999-0910500576e6" providerId="ADAL" clId="{0659C41E-4676-454B-91C2-E392C1C3446A}" dt="2025-06-27T03:26:19.671" v="3966" actId="1076"/>
          <ac:spMkLst>
            <pc:docMk/>
            <pc:sldMk cId="4076240627" sldId="2076137550"/>
            <ac:spMk id="6205" creationId="{D27391E9-81EB-8A92-702D-684FE8EBD370}"/>
          </ac:spMkLst>
        </pc:spChg>
        <pc:spChg chg="add mod">
          <ac:chgData name="Luis Felipe Penna" userId="ad11b2d7-a213-475e-9999-0910500576e6" providerId="ADAL" clId="{0659C41E-4676-454B-91C2-E392C1C3446A}" dt="2025-06-27T03:26:25.531" v="3967" actId="164"/>
          <ac:spMkLst>
            <pc:docMk/>
            <pc:sldMk cId="4076240627" sldId="2076137550"/>
            <ac:spMk id="6206" creationId="{C9968F07-107C-7F70-7179-3E5CA10909BC}"/>
          </ac:spMkLst>
        </pc:spChg>
        <pc:spChg chg="add mod">
          <ac:chgData name="Luis Felipe Penna" userId="ad11b2d7-a213-475e-9999-0910500576e6" providerId="ADAL" clId="{0659C41E-4676-454B-91C2-E392C1C3446A}" dt="2025-06-27T03:26:25.531" v="3967" actId="164"/>
          <ac:spMkLst>
            <pc:docMk/>
            <pc:sldMk cId="4076240627" sldId="2076137550"/>
            <ac:spMk id="6207" creationId="{A6393D5B-3C2A-FE36-28C6-BF5F69A0D5E8}"/>
          </ac:spMkLst>
        </pc:spChg>
        <pc:spChg chg="add mod">
          <ac:chgData name="Luis Felipe Penna" userId="ad11b2d7-a213-475e-9999-0910500576e6" providerId="ADAL" clId="{0659C41E-4676-454B-91C2-E392C1C3446A}" dt="2025-06-27T03:54:16.141" v="4727" actId="164"/>
          <ac:spMkLst>
            <pc:docMk/>
            <pc:sldMk cId="4076240627" sldId="2076137550"/>
            <ac:spMk id="6209" creationId="{D136BB24-F3E0-3210-7C7E-D15800922911}"/>
          </ac:spMkLst>
        </pc:spChg>
        <pc:spChg chg="add mod">
          <ac:chgData name="Luis Felipe Penna" userId="ad11b2d7-a213-475e-9999-0910500576e6" providerId="ADAL" clId="{0659C41E-4676-454B-91C2-E392C1C3446A}" dt="2025-06-27T03:31:13.285" v="4243"/>
          <ac:spMkLst>
            <pc:docMk/>
            <pc:sldMk cId="4076240627" sldId="2076137550"/>
            <ac:spMk id="6217" creationId="{E51E70C4-B52D-A831-9F11-72FB89DE0CC6}"/>
          </ac:spMkLst>
        </pc:spChg>
        <pc:spChg chg="add mod">
          <ac:chgData name="Luis Felipe Penna" userId="ad11b2d7-a213-475e-9999-0910500576e6" providerId="ADAL" clId="{0659C41E-4676-454B-91C2-E392C1C3446A}" dt="2025-06-27T03:54:46.482" v="4734" actId="1076"/>
          <ac:spMkLst>
            <pc:docMk/>
            <pc:sldMk cId="4076240627" sldId="2076137550"/>
            <ac:spMk id="6219" creationId="{8D8CC4C3-409C-DA5C-ABEB-3C749D85C9A7}"/>
          </ac:spMkLst>
        </pc:spChg>
        <pc:spChg chg="add mod">
          <ac:chgData name="Luis Felipe Penna" userId="ad11b2d7-a213-475e-9999-0910500576e6" providerId="ADAL" clId="{0659C41E-4676-454B-91C2-E392C1C3446A}" dt="2025-06-27T06:48:25.332" v="8749" actId="12789"/>
          <ac:spMkLst>
            <pc:docMk/>
            <pc:sldMk cId="4076240627" sldId="2076137550"/>
            <ac:spMk id="6224" creationId="{14AF8256-C4EC-6F08-EAA6-6309687A7CE7}"/>
          </ac:spMkLst>
        </pc:spChg>
        <pc:spChg chg="add mod">
          <ac:chgData name="Luis Felipe Penna" userId="ad11b2d7-a213-475e-9999-0910500576e6" providerId="ADAL" clId="{0659C41E-4676-454B-91C2-E392C1C3446A}" dt="2025-06-27T03:54:02.296" v="4709" actId="164"/>
          <ac:spMkLst>
            <pc:docMk/>
            <pc:sldMk cId="4076240627" sldId="2076137550"/>
            <ac:spMk id="6225" creationId="{0AEBFCE4-2979-776B-7253-BE65BBFC993A}"/>
          </ac:spMkLst>
        </pc:spChg>
        <pc:spChg chg="add mod">
          <ac:chgData name="Luis Felipe Penna" userId="ad11b2d7-a213-475e-9999-0910500576e6" providerId="ADAL" clId="{0659C41E-4676-454B-91C2-E392C1C3446A}" dt="2025-06-27T06:48:33.111" v="8764" actId="1035"/>
          <ac:spMkLst>
            <pc:docMk/>
            <pc:sldMk cId="4076240627" sldId="2076137550"/>
            <ac:spMk id="6230" creationId="{D4A58BD0-E3FE-1F03-B14C-25424CA30D11}"/>
          </ac:spMkLst>
        </pc:spChg>
        <pc:spChg chg="add mod topLvl">
          <ac:chgData name="Luis Felipe Penna" userId="ad11b2d7-a213-475e-9999-0910500576e6" providerId="ADAL" clId="{0659C41E-4676-454B-91C2-E392C1C3446A}" dt="2025-06-27T06:36:56.786" v="8395" actId="1035"/>
          <ac:spMkLst>
            <pc:docMk/>
            <pc:sldMk cId="4076240627" sldId="2076137550"/>
            <ac:spMk id="6232" creationId="{0B0149C1-9CA9-A204-AB5B-E82DB3268706}"/>
          </ac:spMkLst>
        </pc:spChg>
        <pc:spChg chg="add mod topLvl">
          <ac:chgData name="Luis Felipe Penna" userId="ad11b2d7-a213-475e-9999-0910500576e6" providerId="ADAL" clId="{0659C41E-4676-454B-91C2-E392C1C3446A}" dt="2025-06-27T06:36:56.786" v="8395" actId="1035"/>
          <ac:spMkLst>
            <pc:docMk/>
            <pc:sldMk cId="4076240627" sldId="2076137550"/>
            <ac:spMk id="6234" creationId="{7535B528-360D-136A-B9AB-8EC80DAFD63B}"/>
          </ac:spMkLst>
        </pc:spChg>
        <pc:spChg chg="add mod topLvl">
          <ac:chgData name="Luis Felipe Penna" userId="ad11b2d7-a213-475e-9999-0910500576e6" providerId="ADAL" clId="{0659C41E-4676-454B-91C2-E392C1C3446A}" dt="2025-06-27T06:36:56.786" v="8395" actId="1035"/>
          <ac:spMkLst>
            <pc:docMk/>
            <pc:sldMk cId="4076240627" sldId="2076137550"/>
            <ac:spMk id="6236" creationId="{D846F1CD-A765-6017-515B-3CDAE5ECDCDE}"/>
          </ac:spMkLst>
        </pc:spChg>
        <pc:spChg chg="add mod topLvl">
          <ac:chgData name="Luis Felipe Penna" userId="ad11b2d7-a213-475e-9999-0910500576e6" providerId="ADAL" clId="{0659C41E-4676-454B-91C2-E392C1C3446A}" dt="2025-06-27T06:36:56.786" v="8395" actId="1035"/>
          <ac:spMkLst>
            <pc:docMk/>
            <pc:sldMk cId="4076240627" sldId="2076137550"/>
            <ac:spMk id="6238" creationId="{07CBABAF-EE22-C90C-0170-CFB7D8507517}"/>
          </ac:spMkLst>
        </pc:spChg>
        <pc:spChg chg="add mod">
          <ac:chgData name="Luis Felipe Penna" userId="ad11b2d7-a213-475e-9999-0910500576e6" providerId="ADAL" clId="{0659C41E-4676-454B-91C2-E392C1C3446A}" dt="2025-06-27T06:37:45.724" v="8476" actId="1035"/>
          <ac:spMkLst>
            <pc:docMk/>
            <pc:sldMk cId="4076240627" sldId="2076137550"/>
            <ac:spMk id="6254" creationId="{2D5525A6-C8C7-3A66-002E-99AE208A643D}"/>
          </ac:spMkLst>
        </pc:spChg>
        <pc:spChg chg="add mod">
          <ac:chgData name="Luis Felipe Penna" userId="ad11b2d7-a213-475e-9999-0910500576e6" providerId="ADAL" clId="{0659C41E-4676-454B-91C2-E392C1C3446A}" dt="2025-06-27T03:55:27.817" v="4776" actId="164"/>
          <ac:spMkLst>
            <pc:docMk/>
            <pc:sldMk cId="4076240627" sldId="2076137550"/>
            <ac:spMk id="6257" creationId="{E94D3723-DA80-184F-0C93-F8CF51575494}"/>
          </ac:spMkLst>
        </pc:spChg>
        <pc:spChg chg="add mod">
          <ac:chgData name="Luis Felipe Penna" userId="ad11b2d7-a213-475e-9999-0910500576e6" providerId="ADAL" clId="{0659C41E-4676-454B-91C2-E392C1C3446A}" dt="2025-06-27T03:55:29.558" v="4777" actId="164"/>
          <ac:spMkLst>
            <pc:docMk/>
            <pc:sldMk cId="4076240627" sldId="2076137550"/>
            <ac:spMk id="6258" creationId="{F56B6F53-F4BC-E1FC-044E-94562C43C6FA}"/>
          </ac:spMkLst>
        </pc:spChg>
        <pc:spChg chg="add mod">
          <ac:chgData name="Luis Felipe Penna" userId="ad11b2d7-a213-475e-9999-0910500576e6" providerId="ADAL" clId="{0659C41E-4676-454B-91C2-E392C1C3446A}" dt="2025-06-27T06:38:25.389" v="8484" actId="1076"/>
          <ac:spMkLst>
            <pc:docMk/>
            <pc:sldMk cId="4076240627" sldId="2076137550"/>
            <ac:spMk id="6267" creationId="{9AC1843F-B585-B6EC-2939-1EA0AC428349}"/>
          </ac:spMkLst>
        </pc:spChg>
        <pc:grpChg chg="mod">
          <ac:chgData name="Luis Felipe Penna" userId="ad11b2d7-a213-475e-9999-0910500576e6" providerId="ADAL" clId="{0659C41E-4676-454B-91C2-E392C1C3446A}" dt="2025-06-27T03:28:39.904" v="4143" actId="164"/>
          <ac:grpSpMkLst>
            <pc:docMk/>
            <pc:sldMk cId="4076240627" sldId="2076137550"/>
            <ac:grpSpMk id="6208" creationId="{F1D02590-AAD8-6EF8-E24C-C2A89878D99F}"/>
          </ac:grpSpMkLst>
        </pc:grpChg>
        <pc:grpChg chg="add mod">
          <ac:chgData name="Luis Felipe Penna" userId="ad11b2d7-a213-475e-9999-0910500576e6" providerId="ADAL" clId="{0659C41E-4676-454B-91C2-E392C1C3446A}" dt="2025-06-27T03:28:49.639" v="4203" actId="1037"/>
          <ac:grpSpMkLst>
            <pc:docMk/>
            <pc:sldMk cId="4076240627" sldId="2076137550"/>
            <ac:grpSpMk id="6210" creationId="{00E3D194-9B6F-FF86-04F7-59500FE26E0A}"/>
          </ac:grpSpMkLst>
        </pc:grpChg>
        <pc:grpChg chg="add mod">
          <ac:chgData name="Luis Felipe Penna" userId="ad11b2d7-a213-475e-9999-0910500576e6" providerId="ADAL" clId="{0659C41E-4676-454B-91C2-E392C1C3446A}" dt="2025-06-27T03:55:17.775" v="4751" actId="1036"/>
          <ac:grpSpMkLst>
            <pc:docMk/>
            <pc:sldMk cId="4076240627" sldId="2076137550"/>
            <ac:grpSpMk id="6247" creationId="{489712EB-60BC-CD10-199D-39F61B6EBDC4}"/>
          </ac:grpSpMkLst>
        </pc:grpChg>
        <pc:grpChg chg="add mod">
          <ac:chgData name="Luis Felipe Penna" userId="ad11b2d7-a213-475e-9999-0910500576e6" providerId="ADAL" clId="{0659C41E-4676-454B-91C2-E392C1C3446A}" dt="2025-06-27T06:36:56.786" v="8395" actId="1035"/>
          <ac:grpSpMkLst>
            <pc:docMk/>
            <pc:sldMk cId="4076240627" sldId="2076137550"/>
            <ac:grpSpMk id="6248" creationId="{2F5ECAB6-7833-A606-5230-0F636F39AC5A}"/>
          </ac:grpSpMkLst>
        </pc:grpChg>
        <pc:grpChg chg="add mod">
          <ac:chgData name="Luis Felipe Penna" userId="ad11b2d7-a213-475e-9999-0910500576e6" providerId="ADAL" clId="{0659C41E-4676-454B-91C2-E392C1C3446A}" dt="2025-06-27T03:52:30.754" v="4629" actId="1035"/>
          <ac:grpSpMkLst>
            <pc:docMk/>
            <pc:sldMk cId="4076240627" sldId="2076137550"/>
            <ac:grpSpMk id="6250" creationId="{FBACE218-C816-77E5-FC69-35BD7AEB6092}"/>
          </ac:grpSpMkLst>
        </pc:grpChg>
        <pc:grpChg chg="add mod">
          <ac:chgData name="Luis Felipe Penna" userId="ad11b2d7-a213-475e-9999-0910500576e6" providerId="ADAL" clId="{0659C41E-4676-454B-91C2-E392C1C3446A}" dt="2025-06-27T03:52:26.598" v="4623" actId="1035"/>
          <ac:grpSpMkLst>
            <pc:docMk/>
            <pc:sldMk cId="4076240627" sldId="2076137550"/>
            <ac:grpSpMk id="6251" creationId="{DEA998CF-DBB3-EB21-56E7-14B1FAFA6188}"/>
          </ac:grpSpMkLst>
        </pc:grpChg>
        <pc:grpChg chg="add mod">
          <ac:chgData name="Luis Felipe Penna" userId="ad11b2d7-a213-475e-9999-0910500576e6" providerId="ADAL" clId="{0659C41E-4676-454B-91C2-E392C1C3446A}" dt="2025-06-27T03:54:43.425" v="4733" actId="1076"/>
          <ac:grpSpMkLst>
            <pc:docMk/>
            <pc:sldMk cId="4076240627" sldId="2076137550"/>
            <ac:grpSpMk id="6261" creationId="{67C369F2-D89C-3817-833F-00CD2D575344}"/>
          </ac:grpSpMkLst>
        </pc:grpChg>
        <pc:grpChg chg="add mod">
          <ac:chgData name="Luis Felipe Penna" userId="ad11b2d7-a213-475e-9999-0910500576e6" providerId="ADAL" clId="{0659C41E-4676-454B-91C2-E392C1C3446A}" dt="2025-06-27T03:54:46.482" v="4734" actId="1076"/>
          <ac:grpSpMkLst>
            <pc:docMk/>
            <pc:sldMk cId="4076240627" sldId="2076137550"/>
            <ac:grpSpMk id="6262" creationId="{A01A880B-3517-5C8F-AB3A-510A55D8B48F}"/>
          </ac:grpSpMkLst>
        </pc:grpChg>
        <pc:grpChg chg="add mod">
          <ac:chgData name="Luis Felipe Penna" userId="ad11b2d7-a213-475e-9999-0910500576e6" providerId="ADAL" clId="{0659C41E-4676-454B-91C2-E392C1C3446A}" dt="2025-06-27T03:54:49.426" v="4735" actId="1076"/>
          <ac:grpSpMkLst>
            <pc:docMk/>
            <pc:sldMk cId="4076240627" sldId="2076137550"/>
            <ac:grpSpMk id="6263" creationId="{B5CDCAAF-2008-8DBC-6786-0B67EC1D6D4F}"/>
          </ac:grpSpMkLst>
        </pc:grpChg>
        <pc:grpChg chg="add mod">
          <ac:chgData name="Luis Felipe Penna" userId="ad11b2d7-a213-475e-9999-0910500576e6" providerId="ADAL" clId="{0659C41E-4676-454B-91C2-E392C1C3446A}" dt="2025-06-27T03:54:52.205" v="4736" actId="1076"/>
          <ac:grpSpMkLst>
            <pc:docMk/>
            <pc:sldMk cId="4076240627" sldId="2076137550"/>
            <ac:grpSpMk id="6264" creationId="{54378244-C8F1-BB37-FF90-EAE2436341A0}"/>
          </ac:grpSpMkLst>
        </pc:grpChg>
        <pc:grpChg chg="add mod">
          <ac:chgData name="Luis Felipe Penna" userId="ad11b2d7-a213-475e-9999-0910500576e6" providerId="ADAL" clId="{0659C41E-4676-454B-91C2-E392C1C3446A}" dt="2025-06-27T06:37:42.245" v="8473" actId="1037"/>
          <ac:grpSpMkLst>
            <pc:docMk/>
            <pc:sldMk cId="4076240627" sldId="2076137550"/>
            <ac:grpSpMk id="6265" creationId="{07717148-47C4-2076-9E6A-38F25EC5A8AC}"/>
          </ac:grpSpMkLst>
        </pc:grpChg>
        <pc:grpChg chg="add mod">
          <ac:chgData name="Luis Felipe Penna" userId="ad11b2d7-a213-475e-9999-0910500576e6" providerId="ADAL" clId="{0659C41E-4676-454B-91C2-E392C1C3446A}" dt="2025-06-27T06:37:42.245" v="8473" actId="1037"/>
          <ac:grpSpMkLst>
            <pc:docMk/>
            <pc:sldMk cId="4076240627" sldId="2076137550"/>
            <ac:grpSpMk id="6266" creationId="{5641F649-800D-4ED8-3757-EDF7DE38E080}"/>
          </ac:grpSpMkLst>
        </pc:grpChg>
        <pc:picChg chg="mod">
          <ac:chgData name="Luis Felipe Penna" userId="ad11b2d7-a213-475e-9999-0910500576e6" providerId="ADAL" clId="{0659C41E-4676-454B-91C2-E392C1C3446A}" dt="2025-06-27T03:17:02.625" v="3481" actId="1076"/>
          <ac:picMkLst>
            <pc:docMk/>
            <pc:sldMk cId="4076240627" sldId="2076137550"/>
            <ac:picMk id="27" creationId="{F6D767B3-FCA9-C654-8905-1E805ED0DADD}"/>
          </ac:picMkLst>
        </pc:picChg>
        <pc:picChg chg="mod">
          <ac:chgData name="Luis Felipe Penna" userId="ad11b2d7-a213-475e-9999-0910500576e6" providerId="ADAL" clId="{0659C41E-4676-454B-91C2-E392C1C3446A}" dt="2025-06-27T03:17:13.333" v="3482" actId="1076"/>
          <ac:picMkLst>
            <pc:docMk/>
            <pc:sldMk cId="4076240627" sldId="2076137550"/>
            <ac:picMk id="28" creationId="{313C1375-8E00-F9CB-6075-64B8C3397B77}"/>
          </ac:picMkLst>
        </pc:picChg>
        <pc:picChg chg="mod">
          <ac:chgData name="Luis Felipe Penna" userId="ad11b2d7-a213-475e-9999-0910500576e6" providerId="ADAL" clId="{0659C41E-4676-454B-91C2-E392C1C3446A}" dt="2025-06-27T03:54:35.118" v="4732" actId="465"/>
          <ac:picMkLst>
            <pc:docMk/>
            <pc:sldMk cId="4076240627" sldId="2076137550"/>
            <ac:picMk id="38" creationId="{CA7DE8B7-7A8C-A713-DB94-B3D0CA630517}"/>
          </ac:picMkLst>
        </pc:picChg>
        <pc:picChg chg="add mod">
          <ac:chgData name="Luis Felipe Penna" userId="ad11b2d7-a213-475e-9999-0910500576e6" providerId="ADAL" clId="{0659C41E-4676-454B-91C2-E392C1C3446A}" dt="2025-06-27T03:56:33.198" v="4784" actId="207"/>
          <ac:picMkLst>
            <pc:docMk/>
            <pc:sldMk cId="4076240627" sldId="2076137550"/>
            <ac:picMk id="6211" creationId="{23ECC4B1-64DC-C3C9-CB43-6EFBEC9B0949}"/>
          </ac:picMkLst>
        </pc:picChg>
        <pc:picChg chg="add mod">
          <ac:chgData name="Luis Felipe Penna" userId="ad11b2d7-a213-475e-9999-0910500576e6" providerId="ADAL" clId="{0659C41E-4676-454B-91C2-E392C1C3446A}" dt="2025-06-27T03:31:13.285" v="4243"/>
          <ac:picMkLst>
            <pc:docMk/>
            <pc:sldMk cId="4076240627" sldId="2076137550"/>
            <ac:picMk id="6218" creationId="{6C7B182E-4546-4A8F-32F1-6082BA493370}"/>
          </ac:picMkLst>
        </pc:picChg>
        <pc:picChg chg="add mod">
          <ac:chgData name="Luis Felipe Penna" userId="ad11b2d7-a213-475e-9999-0910500576e6" providerId="ADAL" clId="{0659C41E-4676-454B-91C2-E392C1C3446A}" dt="2025-06-27T03:54:02.296" v="4709" actId="164"/>
          <ac:picMkLst>
            <pc:docMk/>
            <pc:sldMk cId="4076240627" sldId="2076137550"/>
            <ac:picMk id="6226" creationId="{6B785F54-A544-2B05-F8AE-A324F1AA6C40}"/>
          </ac:picMkLst>
        </pc:picChg>
        <pc:picChg chg="add mod topLvl">
          <ac:chgData name="Luis Felipe Penna" userId="ad11b2d7-a213-475e-9999-0910500576e6" providerId="ADAL" clId="{0659C41E-4676-454B-91C2-E392C1C3446A}" dt="2025-06-27T06:36:56.786" v="8395" actId="1035"/>
          <ac:picMkLst>
            <pc:docMk/>
            <pc:sldMk cId="4076240627" sldId="2076137550"/>
            <ac:picMk id="6233" creationId="{89C43438-29EC-DDCF-092A-B2EF927A1E53}"/>
          </ac:picMkLst>
        </pc:picChg>
        <pc:picChg chg="add mod topLvl">
          <ac:chgData name="Luis Felipe Penna" userId="ad11b2d7-a213-475e-9999-0910500576e6" providerId="ADAL" clId="{0659C41E-4676-454B-91C2-E392C1C3446A}" dt="2025-06-27T06:36:56.786" v="8395" actId="1035"/>
          <ac:picMkLst>
            <pc:docMk/>
            <pc:sldMk cId="4076240627" sldId="2076137550"/>
            <ac:picMk id="6235" creationId="{A347850E-AED4-65F4-DDD4-C4BB57DDC734}"/>
          </ac:picMkLst>
        </pc:picChg>
        <pc:picChg chg="add mod topLvl">
          <ac:chgData name="Luis Felipe Penna" userId="ad11b2d7-a213-475e-9999-0910500576e6" providerId="ADAL" clId="{0659C41E-4676-454B-91C2-E392C1C3446A}" dt="2025-06-27T06:36:56.786" v="8395" actId="1035"/>
          <ac:picMkLst>
            <pc:docMk/>
            <pc:sldMk cId="4076240627" sldId="2076137550"/>
            <ac:picMk id="6237" creationId="{32CAD3E3-6A1F-BB9D-C782-4726E2EA200D}"/>
          </ac:picMkLst>
        </pc:picChg>
        <pc:picChg chg="add mod">
          <ac:chgData name="Luis Felipe Penna" userId="ad11b2d7-a213-475e-9999-0910500576e6" providerId="ADAL" clId="{0659C41E-4676-454B-91C2-E392C1C3446A}" dt="2025-06-27T03:54:46.482" v="4734" actId="1076"/>
          <ac:picMkLst>
            <pc:docMk/>
            <pc:sldMk cId="4076240627" sldId="2076137550"/>
            <ac:picMk id="6240" creationId="{F188FCA8-DA01-65F4-5413-CD0553643D61}"/>
          </ac:picMkLst>
        </pc:picChg>
        <pc:picChg chg="add mod topLvl">
          <ac:chgData name="Luis Felipe Penna" userId="ad11b2d7-a213-475e-9999-0910500576e6" providerId="ADAL" clId="{0659C41E-4676-454B-91C2-E392C1C3446A}" dt="2025-06-27T06:36:56.786" v="8395" actId="1035"/>
          <ac:picMkLst>
            <pc:docMk/>
            <pc:sldMk cId="4076240627" sldId="2076137550"/>
            <ac:picMk id="6242" creationId="{06DF9144-CB3D-2EDC-18FD-4D5629FFFBFE}"/>
          </ac:picMkLst>
        </pc:picChg>
        <pc:picChg chg="add mod">
          <ac:chgData name="Luis Felipe Penna" userId="ad11b2d7-a213-475e-9999-0910500576e6" providerId="ADAL" clId="{0659C41E-4676-454B-91C2-E392C1C3446A}" dt="2025-06-27T03:55:27.817" v="4776" actId="164"/>
          <ac:picMkLst>
            <pc:docMk/>
            <pc:sldMk cId="4076240627" sldId="2076137550"/>
            <ac:picMk id="6259" creationId="{8CCA49F0-A583-91DF-D6A6-D05049E45782}"/>
          </ac:picMkLst>
        </pc:picChg>
        <pc:picChg chg="add mod">
          <ac:chgData name="Luis Felipe Penna" userId="ad11b2d7-a213-475e-9999-0910500576e6" providerId="ADAL" clId="{0659C41E-4676-454B-91C2-E392C1C3446A}" dt="2025-06-27T03:55:29.558" v="4777" actId="164"/>
          <ac:picMkLst>
            <pc:docMk/>
            <pc:sldMk cId="4076240627" sldId="2076137550"/>
            <ac:picMk id="6260" creationId="{227C8FF1-C5BC-05E0-79AD-B25560702F6E}"/>
          </ac:picMkLst>
        </pc:picChg>
      </pc:sldChg>
      <pc:sldChg chg="addSp delSp modSp add mod ord">
        <pc:chgData name="Luis Felipe Penna" userId="ad11b2d7-a213-475e-9999-0910500576e6" providerId="ADAL" clId="{0659C41E-4676-454B-91C2-E392C1C3446A}" dt="2025-06-27T07:29:46.325" v="9759" actId="1036"/>
        <pc:sldMkLst>
          <pc:docMk/>
          <pc:sldMk cId="335312103" sldId="2076137551"/>
        </pc:sldMkLst>
        <pc:spChg chg="mod">
          <ac:chgData name="Luis Felipe Penna" userId="ad11b2d7-a213-475e-9999-0910500576e6" providerId="ADAL" clId="{0659C41E-4676-454B-91C2-E392C1C3446A}" dt="2025-06-27T07:27:01.572" v="9668"/>
          <ac:spMkLst>
            <pc:docMk/>
            <pc:sldMk cId="335312103" sldId="2076137551"/>
            <ac:spMk id="13" creationId="{1D8CADF9-477D-81D8-4A91-1E20E1519E31}"/>
          </ac:spMkLst>
        </pc:spChg>
        <pc:spChg chg="mod">
          <ac:chgData name="Luis Felipe Penna" userId="ad11b2d7-a213-475e-9999-0910500576e6" providerId="ADAL" clId="{0659C41E-4676-454B-91C2-E392C1C3446A}" dt="2025-06-27T07:27:01.572" v="9668"/>
          <ac:spMkLst>
            <pc:docMk/>
            <pc:sldMk cId="335312103" sldId="2076137551"/>
            <ac:spMk id="15" creationId="{088FEE16-C560-BF1A-B70D-207C22DDE605}"/>
          </ac:spMkLst>
        </pc:spChg>
        <pc:spChg chg="mod">
          <ac:chgData name="Luis Felipe Penna" userId="ad11b2d7-a213-475e-9999-0910500576e6" providerId="ADAL" clId="{0659C41E-4676-454B-91C2-E392C1C3446A}" dt="2025-06-27T07:27:01.572" v="9668"/>
          <ac:spMkLst>
            <pc:docMk/>
            <pc:sldMk cId="335312103" sldId="2076137551"/>
            <ac:spMk id="16" creationId="{DDE155BA-D651-4008-CFD8-2F9EB73BBF50}"/>
          </ac:spMkLst>
        </pc:spChg>
        <pc:spChg chg="mod">
          <ac:chgData name="Luis Felipe Penna" userId="ad11b2d7-a213-475e-9999-0910500576e6" providerId="ADAL" clId="{0659C41E-4676-454B-91C2-E392C1C3446A}" dt="2025-06-27T06:06:47.067" v="7167" actId="207"/>
          <ac:spMkLst>
            <pc:docMk/>
            <pc:sldMk cId="335312103" sldId="2076137551"/>
            <ac:spMk id="18" creationId="{DAC43B39-CC9C-5F85-ADD8-F194E0D25FF8}"/>
          </ac:spMkLst>
        </pc:spChg>
        <pc:spChg chg="mod">
          <ac:chgData name="Luis Felipe Penna" userId="ad11b2d7-a213-475e-9999-0910500576e6" providerId="ADAL" clId="{0659C41E-4676-454B-91C2-E392C1C3446A}" dt="2025-06-27T06:06:47.067" v="7167" actId="207"/>
          <ac:spMkLst>
            <pc:docMk/>
            <pc:sldMk cId="335312103" sldId="2076137551"/>
            <ac:spMk id="19" creationId="{0E5A6989-4CD6-377F-1C55-75BA16CF0DB8}"/>
          </ac:spMkLst>
        </pc:spChg>
        <pc:spChg chg="mod">
          <ac:chgData name="Luis Felipe Penna" userId="ad11b2d7-a213-475e-9999-0910500576e6" providerId="ADAL" clId="{0659C41E-4676-454B-91C2-E392C1C3446A}" dt="2025-06-27T06:06:47.067" v="7167" actId="207"/>
          <ac:spMkLst>
            <pc:docMk/>
            <pc:sldMk cId="335312103" sldId="2076137551"/>
            <ac:spMk id="20" creationId="{8EC404FE-5251-BD9C-BAF8-BBD5CCBE7A66}"/>
          </ac:spMkLst>
        </pc:spChg>
        <pc:spChg chg="mod">
          <ac:chgData name="Luis Felipe Penna" userId="ad11b2d7-a213-475e-9999-0910500576e6" providerId="ADAL" clId="{0659C41E-4676-454B-91C2-E392C1C3446A}" dt="2025-06-27T06:06:47.067" v="7167" actId="207"/>
          <ac:spMkLst>
            <pc:docMk/>
            <pc:sldMk cId="335312103" sldId="2076137551"/>
            <ac:spMk id="23" creationId="{F68E0384-2895-ED8E-8963-AA696B3A473A}"/>
          </ac:spMkLst>
        </pc:spChg>
        <pc:spChg chg="mod">
          <ac:chgData name="Luis Felipe Penna" userId="ad11b2d7-a213-475e-9999-0910500576e6" providerId="ADAL" clId="{0659C41E-4676-454B-91C2-E392C1C3446A}" dt="2025-06-27T06:06:47.067" v="7167" actId="207"/>
          <ac:spMkLst>
            <pc:docMk/>
            <pc:sldMk cId="335312103" sldId="2076137551"/>
            <ac:spMk id="24" creationId="{35F0AE2E-E4AA-5089-11ED-A3BC2CD05529}"/>
          </ac:spMkLst>
        </pc:spChg>
        <pc:spChg chg="mod">
          <ac:chgData name="Luis Felipe Penna" userId="ad11b2d7-a213-475e-9999-0910500576e6" providerId="ADAL" clId="{0659C41E-4676-454B-91C2-E392C1C3446A}" dt="2025-06-27T06:06:47.067" v="7167" actId="207"/>
          <ac:spMkLst>
            <pc:docMk/>
            <pc:sldMk cId="335312103" sldId="2076137551"/>
            <ac:spMk id="25" creationId="{164FA117-9634-FAAB-C634-3207DBBB4D80}"/>
          </ac:spMkLst>
        </pc:spChg>
        <pc:spChg chg="add mod">
          <ac:chgData name="Luis Felipe Penna" userId="ad11b2d7-a213-475e-9999-0910500576e6" providerId="ADAL" clId="{0659C41E-4676-454B-91C2-E392C1C3446A}" dt="2025-06-27T07:29:46.325" v="9759" actId="1036"/>
          <ac:spMkLst>
            <pc:docMk/>
            <pc:sldMk cId="335312103" sldId="2076137551"/>
            <ac:spMk id="31" creationId="{61DD9971-66E4-D887-C75A-F721B205A622}"/>
          </ac:spMkLst>
        </pc:spChg>
        <pc:spChg chg="add mod">
          <ac:chgData name="Luis Felipe Penna" userId="ad11b2d7-a213-475e-9999-0910500576e6" providerId="ADAL" clId="{0659C41E-4676-454B-91C2-E392C1C3446A}" dt="2025-06-27T07:29:46.325" v="9759" actId="1036"/>
          <ac:spMkLst>
            <pc:docMk/>
            <pc:sldMk cId="335312103" sldId="2076137551"/>
            <ac:spMk id="33" creationId="{4ADE6924-864D-19EE-CC4B-80831F73B97B}"/>
          </ac:spMkLst>
        </pc:spChg>
        <pc:grpChg chg="mod">
          <ac:chgData name="Luis Felipe Penna" userId="ad11b2d7-a213-475e-9999-0910500576e6" providerId="ADAL" clId="{0659C41E-4676-454B-91C2-E392C1C3446A}" dt="2025-06-27T07:27:01.572" v="9668"/>
          <ac:grpSpMkLst>
            <pc:docMk/>
            <pc:sldMk cId="335312103" sldId="2076137551"/>
            <ac:grpSpMk id="14" creationId="{1EACE3AC-B0F7-068C-D8DA-90784844EBA1}"/>
          </ac:grpSpMkLst>
        </pc:grpChg>
        <pc:grpChg chg="mod">
          <ac:chgData name="Luis Felipe Penna" userId="ad11b2d7-a213-475e-9999-0910500576e6" providerId="ADAL" clId="{0659C41E-4676-454B-91C2-E392C1C3446A}" dt="2025-06-27T07:27:01.572" v="9668"/>
          <ac:grpSpMkLst>
            <pc:docMk/>
            <pc:sldMk cId="335312103" sldId="2076137551"/>
            <ac:grpSpMk id="27" creationId="{B74F0DAF-7C70-91C3-11D1-DA9D3333641E}"/>
          </ac:grpSpMkLst>
        </pc:grpChg>
      </pc:sldChg>
      <pc:sldChg chg="addSp delSp modSp add mod ord">
        <pc:chgData name="Luis Felipe Penna" userId="ad11b2d7-a213-475e-9999-0910500576e6" providerId="ADAL" clId="{0659C41E-4676-454B-91C2-E392C1C3446A}" dt="2025-06-27T07:29:21.575" v="9696" actId="1035"/>
        <pc:sldMkLst>
          <pc:docMk/>
          <pc:sldMk cId="3926875942" sldId="2076137552"/>
        </pc:sldMkLst>
        <pc:spChg chg="mod">
          <ac:chgData name="Luis Felipe Penna" userId="ad11b2d7-a213-475e-9999-0910500576e6" providerId="ADAL" clId="{0659C41E-4676-454B-91C2-E392C1C3446A}" dt="2025-06-27T06:12:47.943" v="7483" actId="14100"/>
          <ac:spMkLst>
            <pc:docMk/>
            <pc:sldMk cId="3926875942" sldId="2076137552"/>
            <ac:spMk id="13" creationId="{9568C954-C40D-08AC-D121-4A2AB9FC6DD3}"/>
          </ac:spMkLst>
        </pc:spChg>
        <pc:spChg chg="add mod">
          <ac:chgData name="Luis Felipe Penna" userId="ad11b2d7-a213-475e-9999-0910500576e6" providerId="ADAL" clId="{0659C41E-4676-454B-91C2-E392C1C3446A}" dt="2025-06-27T07:29:21.575" v="9696" actId="1035"/>
          <ac:spMkLst>
            <pc:docMk/>
            <pc:sldMk cId="3926875942" sldId="2076137552"/>
            <ac:spMk id="33" creationId="{6E1F7164-696B-DE69-3ABA-82CA58E2411E}"/>
          </ac:spMkLst>
        </pc:spChg>
        <pc:spChg chg="add mod">
          <ac:chgData name="Luis Felipe Penna" userId="ad11b2d7-a213-475e-9999-0910500576e6" providerId="ADAL" clId="{0659C41E-4676-454B-91C2-E392C1C3446A}" dt="2025-06-27T07:29:21.575" v="9696" actId="1035"/>
          <ac:spMkLst>
            <pc:docMk/>
            <pc:sldMk cId="3926875942" sldId="2076137552"/>
            <ac:spMk id="34" creationId="{498CEB27-A780-442E-AE2F-74BE9A16791B}"/>
          </ac:spMkLst>
        </pc:spChg>
      </pc:sldChg>
      <pc:sldChg chg="addSp delSp modSp add mod ord">
        <pc:chgData name="Luis Felipe Penna" userId="ad11b2d7-a213-475e-9999-0910500576e6" providerId="ADAL" clId="{0659C41E-4676-454B-91C2-E392C1C3446A}" dt="2025-06-27T07:28:48.172" v="9684" actId="1076"/>
        <pc:sldMkLst>
          <pc:docMk/>
          <pc:sldMk cId="334125259" sldId="2076137553"/>
        </pc:sldMkLst>
        <pc:spChg chg="mod">
          <ac:chgData name="Luis Felipe Penna" userId="ad11b2d7-a213-475e-9999-0910500576e6" providerId="ADAL" clId="{0659C41E-4676-454B-91C2-E392C1C3446A}" dt="2025-06-27T06:12:38.158" v="7482" actId="1037"/>
          <ac:spMkLst>
            <pc:docMk/>
            <pc:sldMk cId="334125259" sldId="2076137553"/>
            <ac:spMk id="25" creationId="{5675B46E-2B04-3BA8-15F3-A7F595610170}"/>
          </ac:spMkLst>
        </pc:spChg>
        <pc:spChg chg="add mod">
          <ac:chgData name="Luis Felipe Penna" userId="ad11b2d7-a213-475e-9999-0910500576e6" providerId="ADAL" clId="{0659C41E-4676-454B-91C2-E392C1C3446A}" dt="2025-06-27T07:28:48.172" v="9684" actId="1076"/>
          <ac:spMkLst>
            <pc:docMk/>
            <pc:sldMk cId="334125259" sldId="2076137553"/>
            <ac:spMk id="31" creationId="{76155475-7D8E-8D6E-0F7D-7D9ED697A02C}"/>
          </ac:spMkLst>
        </pc:spChg>
        <pc:spChg chg="mod">
          <ac:chgData name="Luis Felipe Penna" userId="ad11b2d7-a213-475e-9999-0910500576e6" providerId="ADAL" clId="{0659C41E-4676-454B-91C2-E392C1C3446A}" dt="2025-06-27T06:12:13.197" v="7472" actId="1076"/>
          <ac:spMkLst>
            <pc:docMk/>
            <pc:sldMk cId="334125259" sldId="2076137553"/>
            <ac:spMk id="32" creationId="{690E93E4-3E45-02E3-9E84-C22CDAFF9957}"/>
          </ac:spMkLst>
        </pc:spChg>
      </pc:sldChg>
      <pc:sldChg chg="addSp delSp modSp add mod ord">
        <pc:chgData name="Luis Felipe Penna" userId="ad11b2d7-a213-475e-9999-0910500576e6" providerId="ADAL" clId="{0659C41E-4676-454B-91C2-E392C1C3446A}" dt="2025-06-27T06:17:05.510" v="7513" actId="478"/>
        <pc:sldMkLst>
          <pc:docMk/>
          <pc:sldMk cId="254165620" sldId="2076137554"/>
        </pc:sldMkLst>
        <pc:spChg chg="mod">
          <ac:chgData name="Luis Felipe Penna" userId="ad11b2d7-a213-475e-9999-0910500576e6" providerId="ADAL" clId="{0659C41E-4676-454B-91C2-E392C1C3446A}" dt="2025-06-27T06:16:53.858" v="7508" actId="1076"/>
          <ac:spMkLst>
            <pc:docMk/>
            <pc:sldMk cId="254165620" sldId="2076137554"/>
            <ac:spMk id="32" creationId="{7107AF67-465B-349B-40B8-02573FF0413C}"/>
          </ac:spMkLst>
        </pc:spChg>
      </pc:sldChg>
      <pc:sldChg chg="addSp delSp modSp add del mod ord">
        <pc:chgData name="Luis Felipe Penna" userId="ad11b2d7-a213-475e-9999-0910500576e6" providerId="ADAL" clId="{0659C41E-4676-454B-91C2-E392C1C3446A}" dt="2025-06-27T07:39:41.904" v="9778" actId="47"/>
        <pc:sldMkLst>
          <pc:docMk/>
          <pc:sldMk cId="2186985907" sldId="2076137555"/>
        </pc:sldMkLst>
      </pc:sldChg>
      <pc:sldChg chg="addSp modSp new mod">
        <pc:chgData name="Luis Felipe Penna" userId="ad11b2d7-a213-475e-9999-0910500576e6" providerId="ADAL" clId="{0659C41E-4676-454B-91C2-E392C1C3446A}" dt="2025-06-27T11:31:11.569" v="10339" actId="404"/>
        <pc:sldMkLst>
          <pc:docMk/>
          <pc:sldMk cId="3468684830" sldId="2076137556"/>
        </pc:sldMkLst>
        <pc:spChg chg="add mod">
          <ac:chgData name="Luis Felipe Penna" userId="ad11b2d7-a213-475e-9999-0910500576e6" providerId="ADAL" clId="{0659C41E-4676-454B-91C2-E392C1C3446A}" dt="2025-06-27T07:40:02.614" v="9796" actId="20577"/>
          <ac:spMkLst>
            <pc:docMk/>
            <pc:sldMk cId="3468684830" sldId="2076137556"/>
            <ac:spMk id="3" creationId="{0F9F0E1B-C1FF-8B88-01FC-24E7B5B515EF}"/>
          </ac:spMkLst>
        </pc:spChg>
        <pc:graphicFrameChg chg="add mod modGraphic">
          <ac:chgData name="Luis Felipe Penna" userId="ad11b2d7-a213-475e-9999-0910500576e6" providerId="ADAL" clId="{0659C41E-4676-454B-91C2-E392C1C3446A}" dt="2025-06-27T11:31:11.569" v="10339" actId="404"/>
          <ac:graphicFrameMkLst>
            <pc:docMk/>
            <pc:sldMk cId="3468684830" sldId="2076137556"/>
            <ac:graphicFrameMk id="2" creationId="{46DE660E-20B9-2F5F-5824-9151BB4EB7A3}"/>
          </ac:graphicFrameMkLst>
        </pc:graphicFrameChg>
      </pc:sldChg>
      <pc:sldChg chg="addSp delSp modSp add mod">
        <pc:chgData name="Luis Felipe Penna" userId="ad11b2d7-a213-475e-9999-0910500576e6" providerId="ADAL" clId="{0659C41E-4676-454B-91C2-E392C1C3446A}" dt="2025-06-27T11:38:11.668" v="10372" actId="207"/>
        <pc:sldMkLst>
          <pc:docMk/>
          <pc:sldMk cId="2722296268" sldId="2076137557"/>
        </pc:sldMkLst>
        <pc:graphicFrameChg chg="add mod">
          <ac:chgData name="Luis Felipe Penna" userId="ad11b2d7-a213-475e-9999-0910500576e6" providerId="ADAL" clId="{0659C41E-4676-454B-91C2-E392C1C3446A}" dt="2025-06-27T11:29:04.856" v="10333"/>
          <ac:graphicFrameMkLst>
            <pc:docMk/>
            <pc:sldMk cId="2722296268" sldId="2076137557"/>
            <ac:graphicFrameMk id="4" creationId="{80845DAA-9606-4504-B35F-CF858FB77049}"/>
          </ac:graphicFrameMkLst>
        </pc:graphicFrameChg>
        <pc:graphicFrameChg chg="add mod">
          <ac:chgData name="Luis Felipe Penna" userId="ad11b2d7-a213-475e-9999-0910500576e6" providerId="ADAL" clId="{0659C41E-4676-454B-91C2-E392C1C3446A}" dt="2025-06-27T11:38:11.668" v="10372" actId="207"/>
          <ac:graphicFrameMkLst>
            <pc:docMk/>
            <pc:sldMk cId="2722296268" sldId="2076137557"/>
            <ac:graphicFrameMk id="5" creationId="{2490B60C-9441-45BD-8589-7A38B12DACA1}"/>
          </ac:graphicFrameMkLst>
        </pc:graphicFrameChg>
      </pc:sldChg>
      <pc:sldChg chg="add del">
        <pc:chgData name="Luis Felipe Penna" userId="ad11b2d7-a213-475e-9999-0910500576e6" providerId="ADAL" clId="{0659C41E-4676-454B-91C2-E392C1C3446A}" dt="2025-06-27T11:26:15.545" v="10295"/>
        <pc:sldMkLst>
          <pc:docMk/>
          <pc:sldMk cId="1529142942" sldId="2076137558"/>
        </pc:sldMkLst>
      </pc:sldChg>
      <pc:sldChg chg="addSp delSp modSp add mod">
        <pc:chgData name="Luis Felipe Penna" userId="ad11b2d7-a213-475e-9999-0910500576e6" providerId="ADAL" clId="{0659C41E-4676-454B-91C2-E392C1C3446A}" dt="2025-06-27T11:40:31.276" v="10397" actId="207"/>
        <pc:sldMkLst>
          <pc:docMk/>
          <pc:sldMk cId="1904491723" sldId="2076137558"/>
        </pc:sldMkLst>
        <pc:graphicFrameChg chg="add mod">
          <ac:chgData name="Luis Felipe Penna" userId="ad11b2d7-a213-475e-9999-0910500576e6" providerId="ADAL" clId="{0659C41E-4676-454B-91C2-E392C1C3446A}" dt="2025-06-27T11:40:31.276" v="10397" actId="207"/>
          <ac:graphicFrameMkLst>
            <pc:docMk/>
            <pc:sldMk cId="1904491723" sldId="2076137558"/>
            <ac:graphicFrameMk id="2" creationId="{7D1FCBF9-0562-4D8B-ABBD-B761973E058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isFelipePenna\Downloads\Business%20Plan_Multylog_vers&#227;o%20260625%20GDL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cscmultylog-my.sharepoint.com/personal/financeiro_cscmultylog_onmicrosoft_com/Documents/1.%20CSC/8.%20Controladoria_CONT/5.%20Plano%20de%20Neg&#243;cios/C&#243;pia%20de%20Business%20Plan_Multylog_vers&#227;o%20250616%20GDL%20LF.xlsm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inanceiro\AppData\Local\Microsoft\Windows\INetCache\IE\G5ODYIX1\Business%20Plan_Multylog_vers&#227;o%20250616%20GDL%5b1%5d.xlsm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cscmultylog-my.sharepoint.com/personal/financeiro_cscmultylog_onmicrosoft_com/Documents/1.%20CSC/8.%20Controladoria_CONT/5.%20Plano%20de%20Neg&#243;cios/Business%20Plan_Multylog_vers&#227;o%20260625%20GDL.xlsm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isFelipePenna\Downloads\Business%20Plan_Multylog_vers&#227;o%20250616%20GDL.xlsm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isFelipePenna\Downloads\Business%20Plan_Multylog_vers&#227;o%20250616%20GDL.xlsm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isFelipePenna\Downloads\Business%20Plan_Multylog_vers&#227;o%20250616%20GDL.xlsm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isFelipePenna\Downloads\Business%20Plan_Multylog_vers&#227;o%20250616%20GDL.xlsm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isFelipePenna\Downloads\Business%20Plan_Multylog_vers&#227;o%20250616%20GDL.xlsm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cscmultylog-my.sharepoint.com/personal/financeiro_cscmultylog_onmicrosoft_com/Documents/1.%20CSC/8.%20Controladoria_CONT/5.%20Plano%20de%20Neg&#243;cios/Business%20Plan_Multylog_vers&#227;o%20260625%20GDL.xlsm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cscmultylog-my.sharepoint.com/personal/financeiro_cscmultylog_onmicrosoft_com/Documents/1.%20CSC/8.%20Controladoria_CONT/5.%20Plano%20de%20Neg&#243;cios/Business%20Plan_Multylog_vers&#227;o%20260625%20GDL.xlsm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cscmultylog-my.sharepoint.com/personal/financeiro_cscmultylog_onmicrosoft_com/Documents/1.%20CSC/8.%20Controladoria_CONT/5.%20Plano%20de%20Neg&#243;cios/Business%20Plan_Multylog_vers&#227;o%20260625%20GDL.xlsm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cscmultylog-my.sharepoint.com/personal/financeiro_cscmultylog_onmicrosoft_com/Documents/1.%20CSC/8.%20Controladoria_CONT/5.%20Plano%20de%20Neg&#243;cios/Business%20Plan_Multylog_vers&#227;o%20250625%20GDL%20alterado.xlsm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https://cscmultylog-my.sharepoint.com/personal/financeiro_cscmultylog_onmicrosoft_com/Documents/1.%20CSC/8.%20Controladoria_CONT/5.%20Plano%20de%20Neg&#243;cios/Business%20Plan_Multylog_vers&#227;o%20260625%20GDL.xlsm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cscmultylog-my.sharepoint.com/personal/financeiro_cscmultylog_onmicrosoft_com/Documents/1.%20CSC/8.%20Controladoria_CONT/5.%20Plano%20de%20Neg&#243;cios/Business%20Plan_Multylog_vers&#227;o%20260625%20GDL.xlsm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oleObject" Target="file:///C:\Users\LuisFelipePenna\Downloads\Business%20Plan_Multylog_vers&#227;o%20260625%20GDL.xlsm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oleObject" Target="https://cscmultylog-my.sharepoint.com/personal/financeiro_cscmultylog_onmicrosoft_com/Documents/1.%20CSC/8.%20Controladoria_CONT/5.%20Plano%20de%20Neg&#243;cios/Business%20Plan_Multylog_vers&#227;o%20260625%20GDL.xlsm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oleObject" Target="file:///C:\Users\LuisFelipePenna\Downloads\Business%20Plan_Multylog_vers&#227;o%20260625%20GDL.xlsm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oleObject" Target="https://bamboobr-my.sharepoint.com/personal/luis_bamboodcm_com/Documents/Business%20Plan_Multylog_vers&#227;o%20260625%20GDL%20VF.xlsm" TargetMode="Externa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20.xml"/><Relationship Id="rId1" Type="http://schemas.microsoft.com/office/2011/relationships/chartStyle" Target="style20.xml"/><Relationship Id="rId4" Type="http://schemas.openxmlformats.org/officeDocument/2006/relationships/oleObject" Target="https://bamboobr-my.sharepoint.com/personal/luis_bamboodcm_com/Documents/Business%20Plan_Multylog_vers&#227;o%20260625%20GDL%20VF.xlsm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https://bamboobr-my.sharepoint.com/personal/luis_bamboodcm_com/Documents/Business%20Plan_Multylog_vers&#227;o%20260625%20GDL%20VF.xlsm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0555555555555555E-2"/>
          <c:y val="7.7651919238142311E-2"/>
          <c:w val="0.56785936132983372"/>
          <c:h val="0.87739170646609088"/>
        </c:manualLayout>
      </c:layout>
      <c:pie3D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rgbClr val="7C0000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F62D-4178-8398-D774C3CDC8E5}"/>
              </c:ext>
            </c:extLst>
          </c:dPt>
          <c:dPt>
            <c:idx val="1"/>
            <c:bubble3D val="0"/>
            <c:spPr>
              <a:solidFill>
                <a:srgbClr val="B72026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F62D-4178-8398-D774C3CDC8E5}"/>
              </c:ext>
            </c:extLst>
          </c:dPt>
          <c:dPt>
            <c:idx val="2"/>
            <c:bubble3D val="0"/>
            <c:spPr>
              <a:solidFill>
                <a:srgbClr val="D12626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F62D-4178-8398-D774C3CDC8E5}"/>
              </c:ext>
            </c:extLst>
          </c:dPt>
          <c:dPt>
            <c:idx val="3"/>
            <c:bubble3D val="0"/>
            <c:spPr>
              <a:solidFill>
                <a:srgbClr val="6C6C70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F62D-4178-8398-D774C3CDC8E5}"/>
              </c:ext>
            </c:extLst>
          </c:dPt>
          <c:dPt>
            <c:idx val="4"/>
            <c:bubble3D val="0"/>
            <c:spPr>
              <a:solidFill>
                <a:srgbClr val="ADA9A9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F62D-4178-8398-D774C3CDC8E5}"/>
              </c:ext>
            </c:extLst>
          </c:dPt>
          <c:dPt>
            <c:idx val="5"/>
            <c:bubble3D val="0"/>
            <c:spPr>
              <a:solidFill>
                <a:srgbClr val="CDCBCB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B-F62D-4178-8398-D774C3CDC8E5}"/>
              </c:ext>
            </c:extLst>
          </c:dPt>
          <c:dPt>
            <c:idx val="6"/>
            <c:bubble3D val="0"/>
            <c:spPr>
              <a:solidFill>
                <a:srgbClr val="FBFBFB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D-F62D-4178-8398-D774C3CDC8E5}"/>
              </c:ext>
            </c:extLst>
          </c:dPt>
          <c:dLbls>
            <c:numFmt formatCode="0%" sourceLinked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Gráficos!$B$292:$B$298</c:f>
              <c:strCache>
                <c:ptCount val="7"/>
                <c:pt idx="0">
                  <c:v>Contrabalançada Gás</c:v>
                </c:pt>
                <c:pt idx="1">
                  <c:v>Retrátil elétrica</c:v>
                </c:pt>
                <c:pt idx="2">
                  <c:v>Contrbalançada elétrica</c:v>
                </c:pt>
                <c:pt idx="3">
                  <c:v>Transpaleteira elétrica</c:v>
                </c:pt>
                <c:pt idx="4">
                  <c:v>Elétrica patolada</c:v>
                </c:pt>
                <c:pt idx="5">
                  <c:v>Plataforma elevatória</c:v>
                </c:pt>
                <c:pt idx="6">
                  <c:v>Paleteira manual</c:v>
                </c:pt>
              </c:strCache>
            </c:strRef>
          </c:cat>
          <c:val>
            <c:numRef>
              <c:f>Gráficos!$D$292:$D$298</c:f>
              <c:numCache>
                <c:formatCode>0.00%</c:formatCode>
                <c:ptCount val="7"/>
                <c:pt idx="0">
                  <c:v>0.32295918367346937</c:v>
                </c:pt>
                <c:pt idx="1">
                  <c:v>0.28979591836734686</c:v>
                </c:pt>
                <c:pt idx="2">
                  <c:v>0.1520408163265306</c:v>
                </c:pt>
                <c:pt idx="3">
                  <c:v>0.14020408163265305</c:v>
                </c:pt>
                <c:pt idx="4">
                  <c:v>6.3469387755102039E-2</c:v>
                </c:pt>
                <c:pt idx="5">
                  <c:v>2.6530612244897955E-2</c:v>
                </c:pt>
                <c:pt idx="6">
                  <c:v>4.9999999999999992E-3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62D-4178-8398-D774C3CDC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9008156704824011"/>
          <c:y val="0.17756085650498071"/>
          <c:w val="0.3932517497812773"/>
          <c:h val="0.710083840259092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Gráficos!$B$208</c:f>
              <c:strCache>
                <c:ptCount val="1"/>
                <c:pt idx="0">
                  <c:v>Faturamento TTL Máquinas Frota Própria</c:v>
                </c:pt>
              </c:strCache>
            </c:strRef>
          </c:tx>
          <c:spPr>
            <a:solidFill>
              <a:srgbClr val="6B6D7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R$ 7,6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8D4-4350-B110-5DE3FBFA590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R$ 8,1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8D4-4350-B110-5DE3FBFA590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R$ 14,9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8D4-4350-B110-5DE3FBFA590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R$ 16,1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8D4-4350-B110-5DE3FBFA590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R$ 16,4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8D4-4350-B110-5DE3FBFA590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R$ 19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8D4-4350-B110-5DE3FBFA590B}"/>
                </c:ext>
              </c:extLst>
            </c:dLbl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Gráficos!$C$207:$H$207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Gráficos!$C$208:$H$208</c:f>
              <c:numCache>
                <c:formatCode>_("R$"* #,##0.00_);_("R$"* \(#,##0.00\);_("R$"* "-"??_);_(@_)</c:formatCode>
                <c:ptCount val="6"/>
                <c:pt idx="0">
                  <c:v>5393918.3639761945</c:v>
                </c:pt>
                <c:pt idx="1">
                  <c:v>8075194.5848606545</c:v>
                </c:pt>
                <c:pt idx="2">
                  <c:v>14847554.564128561</c:v>
                </c:pt>
                <c:pt idx="3">
                  <c:v>16121311.205234271</c:v>
                </c:pt>
                <c:pt idx="4">
                  <c:v>16348856.598274786</c:v>
                </c:pt>
                <c:pt idx="5">
                  <c:v>19006860.23260488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8D4-4350-B110-5DE3FBFA590B}"/>
            </c:ext>
          </c:extLst>
        </c:ser>
        <c:ser>
          <c:idx val="1"/>
          <c:order val="1"/>
          <c:tx>
            <c:strRef>
              <c:f>Gráficos!$B$209</c:f>
              <c:strCache>
                <c:ptCount val="1"/>
                <c:pt idx="0">
                  <c:v>Faturamento TTL Máquinas Comissionadas</c:v>
                </c:pt>
              </c:strCache>
            </c:strRef>
          </c:tx>
          <c:spPr>
            <a:solidFill>
              <a:srgbClr val="D11C1C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R$ 1,3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8D4-4350-B110-5DE3FBFA590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R$ 38,4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8D4-4350-B110-5DE3FBFA590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R$ 45,6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8D4-4350-B110-5DE3FBFA590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R$ 47,3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8D4-4350-B110-5DE3FBFA590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R$ 48,9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08D4-4350-B110-5DE3FBFA590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R$ 50,6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08D4-4350-B110-5DE3FBFA590B}"/>
                </c:ext>
              </c:extLst>
            </c:dLbl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Gráficos!$C$207:$H$207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Gráficos!$C$209:$H$209</c:f>
              <c:numCache>
                <c:formatCode>_("R$"* #,##0.00_);_("R$"* \(#,##0.00\);_("R$"* "-"??_);_(@_)</c:formatCode>
                <c:ptCount val="6"/>
                <c:pt idx="0">
                  <c:v>1248842.3418224293</c:v>
                </c:pt>
                <c:pt idx="1">
                  <c:v>15296387.487827102</c:v>
                </c:pt>
                <c:pt idx="2">
                  <c:v>18462267.197663549</c:v>
                </c:pt>
                <c:pt idx="3">
                  <c:v>20238970.735514019</c:v>
                </c:pt>
                <c:pt idx="4">
                  <c:v>22247418.213084113</c:v>
                </c:pt>
                <c:pt idx="5">
                  <c:v>24410361.650467288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8D4-4350-B110-5DE3FBFA59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837005599"/>
        <c:axId val="837006079"/>
      </c:barChart>
      <c:lineChart>
        <c:grouping val="standard"/>
        <c:varyColors val="0"/>
        <c:ser>
          <c:idx val="2"/>
          <c:order val="2"/>
          <c:tx>
            <c:strRef>
              <c:f>Gráficos!$B$210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5.7441705784910223E-2"/>
                  <c:y val="-4.568333465801678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R$ 8,9 M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08D4-4350-B110-5DE3FBFA590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R$ 46,5 M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08D4-4350-B110-5DE3FBFA590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R$ 60,5 M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08D4-4350-B110-5DE3FBFA590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R$ 63,4 M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08D4-4350-B110-5DE3FBFA590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R$ 65,3 M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08D4-4350-B110-5DE3FBFA590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R$ 69,6 M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08D4-4350-B110-5DE3FBFA590B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Gráficos!$C$207:$H$207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Gráficos!$C$210:$H$210</c:f>
              <c:numCache>
                <c:formatCode>_("R$"* #,##0.00_);_("R$"* \(#,##0.00\);_("R$"* "-"??_);_(@_)</c:formatCode>
                <c:ptCount val="6"/>
                <c:pt idx="0">
                  <c:v>6644785.7057986241</c:v>
                </c:pt>
                <c:pt idx="1">
                  <c:v>23373608.072687756</c:v>
                </c:pt>
                <c:pt idx="2">
                  <c:v>33311848.761792108</c:v>
                </c:pt>
                <c:pt idx="3">
                  <c:v>36362309.940748289</c:v>
                </c:pt>
                <c:pt idx="4">
                  <c:v>38598303.811358899</c:v>
                </c:pt>
                <c:pt idx="5">
                  <c:v>43419251.883072168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4-08D4-4350-B110-5DE3FBFA59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37005599"/>
        <c:axId val="837006079"/>
      </c:lineChart>
      <c:catAx>
        <c:axId val="8370055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837006079"/>
        <c:crosses val="autoZero"/>
        <c:auto val="1"/>
        <c:lblAlgn val="ctr"/>
        <c:lblOffset val="100"/>
        <c:noMultiLvlLbl val="0"/>
      </c:catAx>
      <c:valAx>
        <c:axId val="837006079"/>
        <c:scaling>
          <c:orientation val="minMax"/>
        </c:scaling>
        <c:delete val="1"/>
        <c:axPos val="l"/>
        <c:numFmt formatCode="_(&quot;R$&quot;* #,##0.00_);_(&quot;R$&quot;* \(#,##0.00\);_(&quot;R$&quot;* &quot;-&quot;??_);_(@_)" sourceLinked="1"/>
        <c:majorTickMark val="out"/>
        <c:minorTickMark val="none"/>
        <c:tickLblPos val="nextTo"/>
        <c:crossAx val="837005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ayout>
        <c:manualLayout>
          <c:xMode val="edge"/>
          <c:yMode val="edge"/>
          <c:x val="0"/>
          <c:y val="0.94715686031800217"/>
          <c:w val="1"/>
          <c:h val="4.12686238742474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446873309576447E-2"/>
          <c:y val="0.19996806263000147"/>
          <c:w val="0.93910637184038026"/>
          <c:h val="0.58162307352146358"/>
        </c:manualLayout>
      </c:layout>
      <c:lineChart>
        <c:grouping val="standard"/>
        <c:varyColors val="0"/>
        <c:ser>
          <c:idx val="0"/>
          <c:order val="0"/>
          <c:tx>
            <c:strRef>
              <c:f>Gráficos!$B$197</c:f>
              <c:strCache>
                <c:ptCount val="1"/>
                <c:pt idx="0">
                  <c:v>Venda de máquinas comissionadas</c:v>
                </c:pt>
              </c:strCache>
            </c:strRef>
          </c:tx>
          <c:spPr>
            <a:ln w="38100" cap="rnd">
              <a:solidFill>
                <a:srgbClr val="65666A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3387629142450958E-2"/>
                  <c:y val="-5.346741481302728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305-4683-9B68-87A892943BC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298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A64-40E5-8DC3-580274DBD130}"/>
                </c:ext>
              </c:extLst>
            </c:dLbl>
            <c:spPr>
              <a:solidFill>
                <a:srgbClr val="65666A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Gráficos!$C$196:$H$196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Gráficos!$C$197:$H$197</c:f>
              <c:numCache>
                <c:formatCode>0</c:formatCode>
                <c:ptCount val="6"/>
                <c:pt idx="0" formatCode="General">
                  <c:v>10</c:v>
                </c:pt>
                <c:pt idx="1">
                  <c:v>341.8</c:v>
                </c:pt>
                <c:pt idx="2">
                  <c:v>354.4</c:v>
                </c:pt>
                <c:pt idx="3">
                  <c:v>367.2</c:v>
                </c:pt>
                <c:pt idx="4">
                  <c:v>379.8</c:v>
                </c:pt>
                <c:pt idx="5">
                  <c:v>392.6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305-4683-9B68-87A892943BCB}"/>
            </c:ext>
          </c:extLst>
        </c:ser>
        <c:ser>
          <c:idx val="1"/>
          <c:order val="1"/>
          <c:tx>
            <c:strRef>
              <c:f>Gráficos!$B$198</c:f>
              <c:strCache>
                <c:ptCount val="1"/>
                <c:pt idx="0">
                  <c:v>Compra frota própria</c:v>
                </c:pt>
              </c:strCache>
            </c:strRef>
          </c:tx>
          <c:spPr>
            <a:ln w="381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9.8147410509225757E-4"/>
                  <c:y val="4.4768330559249352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05-4683-9B68-87A892943BCB}"/>
                </c:ext>
              </c:extLst>
            </c:dLbl>
            <c:dLbl>
              <c:idx val="1"/>
              <c:layout>
                <c:manualLayout>
                  <c:x val="-2.8488403419728373E-2"/>
                  <c:y val="8.0133766602516858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66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305-4683-9B68-87A892943BCB}"/>
                </c:ext>
              </c:extLst>
            </c:dLbl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Gráficos!$C$196:$H$196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Gráficos!$C$198:$H$198</c:f>
              <c:numCache>
                <c:formatCode>0</c:formatCode>
                <c:ptCount val="6"/>
                <c:pt idx="0" formatCode="General">
                  <c:v>50</c:v>
                </c:pt>
                <c:pt idx="1">
                  <c:v>87.2</c:v>
                </c:pt>
                <c:pt idx="2">
                  <c:v>95.600000000000009</c:v>
                </c:pt>
                <c:pt idx="3">
                  <c:v>104.80000000000001</c:v>
                </c:pt>
                <c:pt idx="4">
                  <c:v>115.2</c:v>
                </c:pt>
                <c:pt idx="5">
                  <c:v>126.4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305-4683-9B68-87A892943BCB}"/>
            </c:ext>
          </c:extLst>
        </c:ser>
        <c:ser>
          <c:idx val="2"/>
          <c:order val="2"/>
          <c:tx>
            <c:strRef>
              <c:f>Gráficos!$B$199</c:f>
              <c:strCache>
                <c:ptCount val="1"/>
                <c:pt idx="0">
                  <c:v>Compra/ vendas totais</c:v>
                </c:pt>
              </c:strCache>
            </c:strRef>
          </c:tx>
          <c:spPr>
            <a:ln w="381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5629328318135626E-2"/>
                  <c:y val="-6.7099136684455069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305-4683-9B68-87A892943BCB}"/>
                </c:ext>
              </c:extLst>
            </c:dLbl>
            <c:dLbl>
              <c:idx val="1"/>
              <c:layout>
                <c:manualLayout>
                  <c:x val="-3.0628216128734519E-2"/>
                  <c:y val="-1.4023409155440652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364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305-4683-9B68-87A892943BCB}"/>
                </c:ext>
              </c:extLst>
            </c:dLbl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Gráficos!$C$196:$H$196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Gráficos!$C$199:$H$199</c:f>
              <c:numCache>
                <c:formatCode>General</c:formatCode>
                <c:ptCount val="6"/>
                <c:pt idx="0">
                  <c:v>60</c:v>
                </c:pt>
                <c:pt idx="1">
                  <c:v>429</c:v>
                </c:pt>
                <c:pt idx="2">
                  <c:v>450</c:v>
                </c:pt>
                <c:pt idx="3">
                  <c:v>472</c:v>
                </c:pt>
                <c:pt idx="4">
                  <c:v>495</c:v>
                </c:pt>
                <c:pt idx="5">
                  <c:v>519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305-4683-9B68-87A892943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375567"/>
        <c:axId val="658609215"/>
      </c:lineChart>
      <c:catAx>
        <c:axId val="53375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658609215"/>
        <c:crosses val="autoZero"/>
        <c:auto val="1"/>
        <c:lblAlgn val="ctr"/>
        <c:lblOffset val="100"/>
        <c:noMultiLvlLbl val="0"/>
      </c:catAx>
      <c:valAx>
        <c:axId val="658609215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3375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anose="00000500000000000000" pitchFamily="2" charset="0"/>
          <a:cs typeface="Poppins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Gráficos!$B$221</c:f>
              <c:strCache>
                <c:ptCount val="1"/>
                <c:pt idx="0">
                  <c:v>Faturamento de serviços sob vendas novas</c:v>
                </c:pt>
              </c:strCache>
            </c:strRef>
          </c:tx>
          <c:spPr>
            <a:solidFill>
              <a:srgbClr val="67686C"/>
            </a:solidFill>
            <a:ln>
              <a:noFill/>
            </a:ln>
            <a:effectLst/>
          </c:spPr>
          <c:invertIfNegative val="0"/>
          <c:dLbls>
            <c:numFmt formatCode="&quot;R$&quot;\ 0.0,,\ &quot;M&quot;" sourceLinked="0"/>
            <c:spPr>
              <a:solidFill>
                <a:srgbClr val="67686C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Gráficos!$C$220:$I$220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Gráficos!$C$221:$I$221</c:f>
              <c:numCache>
                <c:formatCode>_-"R$"\ * #,##0_-;\-"R$"\ * #,##0_-;_-"R$"\ * "-"??_-;_-@_-</c:formatCode>
                <c:ptCount val="7"/>
                <c:pt idx="0">
                  <c:v>197770.79</c:v>
                </c:pt>
                <c:pt idx="1">
                  <c:v>217082.78497663551</c:v>
                </c:pt>
                <c:pt idx="2">
                  <c:v>792889.22719999996</c:v>
                </c:pt>
                <c:pt idx="3">
                  <c:v>1477306.3291719621</c:v>
                </c:pt>
                <c:pt idx="4">
                  <c:v>2186442.784714018</c:v>
                </c:pt>
                <c:pt idx="5">
                  <c:v>2919912.3539266344</c:v>
                </c:pt>
                <c:pt idx="6">
                  <c:v>3678101.2767093447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5E-40EE-B5EB-8C631327B5D4}"/>
            </c:ext>
          </c:extLst>
        </c:ser>
        <c:ser>
          <c:idx val="1"/>
          <c:order val="1"/>
          <c:tx>
            <c:strRef>
              <c:f>Gráficos!$B$222</c:f>
              <c:strCache>
                <c:ptCount val="1"/>
                <c:pt idx="0">
                  <c:v>Entrega técnica </c:v>
                </c:pt>
              </c:strCache>
            </c:strRef>
          </c:tx>
          <c:spPr>
            <a:solidFill>
              <a:srgbClr val="D32727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75E-40EE-B5EB-8C631327B5D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75E-40EE-B5EB-8C631327B5D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648-41DA-8678-686E2F7F63D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648-41DA-8678-686E2F7F63D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648-41DA-8678-686E2F7F63DC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648-41DA-8678-686E2F7F63DC}"/>
                </c:ext>
              </c:extLst>
            </c:dLbl>
            <c:numFmt formatCode="&quot;R$&quot;\ 0.0,,\ &quot;M&quot;" sourceLinked="0"/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Gráficos!$C$220:$I$220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Gráficos!$C$222:$I$222</c:f>
              <c:numCache>
                <c:formatCode>_-"R$"\ * #,##0_-;\-"R$"\ * #,##0_-;_-"R$"\ * "-"??_-;_-@_-</c:formatCode>
                <c:ptCount val="7"/>
                <c:pt idx="0">
                  <c:v>39435.18</c:v>
                </c:pt>
                <c:pt idx="1">
                  <c:v>12874.663317757011</c:v>
                </c:pt>
                <c:pt idx="2">
                  <c:v>383870.96148224309</c:v>
                </c:pt>
                <c:pt idx="3">
                  <c:v>456278.06798130821</c:v>
                </c:pt>
                <c:pt idx="4">
                  <c:v>472757.63702803734</c:v>
                </c:pt>
                <c:pt idx="5">
                  <c:v>488979.71280841122</c:v>
                </c:pt>
                <c:pt idx="6">
                  <c:v>505459.28185514029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5E-40EE-B5EB-8C631327B5D4}"/>
            </c:ext>
          </c:extLst>
        </c:ser>
        <c:ser>
          <c:idx val="2"/>
          <c:order val="2"/>
          <c:tx>
            <c:strRef>
              <c:f>Gráficos!$B$223</c:f>
              <c:strCache>
                <c:ptCount val="1"/>
                <c:pt idx="0">
                  <c:v>Acerto de Garantia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75E-40EE-B5EB-8C631327B5D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648-41DA-8678-686E2F7F63D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648-41DA-8678-686E2F7F63D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648-41DA-8678-686E2F7F63DC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648-41DA-8678-686E2F7F63DC}"/>
                </c:ext>
              </c:extLst>
            </c:dLbl>
            <c:numFmt formatCode="&quot;R$&quot;\ 0.0,,\ &quot;M&quot;" sourceLinked="0"/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Gráficos!$C$220:$I$220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Gráficos!$C$223:$I$223</c:f>
              <c:numCache>
                <c:formatCode>_-"R$"\ * #,##0_-;\-"R$"\ * #,##0_-;_-"R$"\ * "-"??_-;_-@_-</c:formatCode>
                <c:ptCount val="7"/>
                <c:pt idx="1">
                  <c:v>12874.663317757011</c:v>
                </c:pt>
                <c:pt idx="2">
                  <c:v>383870.96148224309</c:v>
                </c:pt>
                <c:pt idx="3">
                  <c:v>456278.06798130821</c:v>
                </c:pt>
                <c:pt idx="4">
                  <c:v>472757.63702803734</c:v>
                </c:pt>
                <c:pt idx="5">
                  <c:v>488979.71280841122</c:v>
                </c:pt>
                <c:pt idx="6">
                  <c:v>505459.28185514029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75E-40EE-B5EB-8C631327B5D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300148864"/>
        <c:axId val="292614064"/>
      </c:barChart>
      <c:catAx>
        <c:axId val="3001488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292614064"/>
        <c:crosses val="autoZero"/>
        <c:auto val="1"/>
        <c:lblAlgn val="ctr"/>
        <c:lblOffset val="100"/>
        <c:noMultiLvlLbl val="0"/>
      </c:catAx>
      <c:valAx>
        <c:axId val="292614064"/>
        <c:scaling>
          <c:orientation val="minMax"/>
        </c:scaling>
        <c:delete val="1"/>
        <c:axPos val="l"/>
        <c:numFmt formatCode="_-&quot;R$&quot;\ * #,##0_-;\-&quot;R$&quot;\ * #,##0_-;_-&quot;R$&quot;\ * &quot;-&quot;??_-;_-@_-" sourceLinked="1"/>
        <c:majorTickMark val="out"/>
        <c:minorTickMark val="none"/>
        <c:tickLblPos val="nextTo"/>
        <c:crossAx val="300148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1581502158815333E-2"/>
          <c:y val="0.87569427408306244"/>
          <c:w val="0.91263246823779531"/>
          <c:h val="0.1126891377216961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bg1"/>
          </a:solidFill>
        </a:defRPr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306225471591743E-2"/>
          <c:y val="0"/>
          <c:w val="0.95387549056816512"/>
          <c:h val="0.94390025485916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Gráficos!$B$236</c:f>
              <c:strCache>
                <c:ptCount val="1"/>
              </c:strCache>
            </c:strRef>
          </c:tx>
          <c:spPr>
            <a:solidFill>
              <a:srgbClr val="C00000"/>
            </a:solidFill>
            <a:ln w="38100">
              <a:noFill/>
            </a:ln>
            <a:effectLst/>
          </c:spPr>
          <c:invertIfNegative val="0"/>
          <c:dLbls>
            <c:numFmt formatCode="&quot;R$&quot;\ 0.0,,\ &quot;M&quot;" sourceLinked="0"/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Gráficos!$C$234:$H$235</c:f>
              <c:strCache>
                <c:ptCount val="6"/>
                <c:pt idx="0">
                  <c:v>2025E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</c:strCache>
            </c:strRef>
          </c:cat>
          <c:val>
            <c:numRef>
              <c:f>Gráficos!$C$236:$H$236</c:f>
              <c:numCache>
                <c:formatCode>"R$"#,##0.00_);[Red]\("R$"#,##0.00\)</c:formatCode>
                <c:ptCount val="6"/>
                <c:pt idx="0">
                  <c:v>500000</c:v>
                </c:pt>
                <c:pt idx="1">
                  <c:v>1622124.73</c:v>
                </c:pt>
                <c:pt idx="2">
                  <c:v>1881664.68</c:v>
                </c:pt>
                <c:pt idx="3">
                  <c:v>2201547.6800000002</c:v>
                </c:pt>
                <c:pt idx="4">
                  <c:v>2586818.52</c:v>
                </c:pt>
                <c:pt idx="5">
                  <c:v>3039511.76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B4-4E0E-B220-30E1F15D5C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1047983"/>
        <c:axId val="1421041743"/>
      </c:barChart>
      <c:catAx>
        <c:axId val="1421047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421041743"/>
        <c:crosses val="autoZero"/>
        <c:auto val="1"/>
        <c:lblAlgn val="ctr"/>
        <c:lblOffset val="100"/>
        <c:noMultiLvlLbl val="0"/>
      </c:catAx>
      <c:valAx>
        <c:axId val="1421041743"/>
        <c:scaling>
          <c:orientation val="minMax"/>
        </c:scaling>
        <c:delete val="1"/>
        <c:axPos val="l"/>
        <c:numFmt formatCode="&quot;R$&quot;#,##0.00_);[Red]\(&quot;R$&quot;#,##0.00\)" sourceLinked="1"/>
        <c:majorTickMark val="none"/>
        <c:minorTickMark val="none"/>
        <c:tickLblPos val="nextTo"/>
        <c:crossAx val="142104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latin typeface="Poppins" panose="00000500000000000000" pitchFamily="2" charset="0"/>
          <a:cs typeface="Poppins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547682406567034"/>
          <c:h val="0.79189108870428582"/>
        </c:manualLayout>
      </c:layout>
      <c:lineChart>
        <c:grouping val="standard"/>
        <c:varyColors val="0"/>
        <c:ser>
          <c:idx val="0"/>
          <c:order val="0"/>
          <c:tx>
            <c:strRef>
              <c:f>Gráficos!$B$240</c:f>
              <c:strCache>
                <c:ptCount val="1"/>
                <c:pt idx="0">
                  <c:v>ESTIM. DE VENDA 60%</c:v>
                </c:pt>
              </c:strCache>
            </c:strRef>
          </c:tx>
          <c:spPr>
            <a:ln w="38100" cap="rnd">
              <a:solidFill>
                <a:srgbClr val="7F7F7F"/>
              </a:solidFill>
              <a:round/>
            </a:ln>
            <a:effectLst/>
          </c:spPr>
          <c:marker>
            <c:symbol val="none"/>
          </c:marker>
          <c:dLbls>
            <c:numFmt formatCode="&quot;R$&quot;\ 0.0,,\ &quot;M&quot;" sourceLinked="0"/>
            <c:spPr>
              <a:solidFill>
                <a:srgbClr val="7F7F7F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Gráficos!$C$234:$H$235</c:f>
              <c:strCache>
                <c:ptCount val="6"/>
                <c:pt idx="0">
                  <c:v>2025E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</c:strCache>
            </c:strRef>
          </c:cat>
          <c:val>
            <c:numRef>
              <c:f>Gráficos!$C$240:$H$240</c:f>
              <c:numCache>
                <c:formatCode>"R$"#,##0.00_);[Red]\("R$"#,##0.00\)</c:formatCode>
                <c:ptCount val="6"/>
                <c:pt idx="0">
                  <c:v>525000</c:v>
                </c:pt>
                <c:pt idx="1">
                  <c:v>1703230.96</c:v>
                </c:pt>
                <c:pt idx="2">
                  <c:v>1975747.92</c:v>
                </c:pt>
                <c:pt idx="3">
                  <c:v>2311625.06</c:v>
                </c:pt>
                <c:pt idx="4">
                  <c:v>2716159.45</c:v>
                </c:pt>
                <c:pt idx="5">
                  <c:v>3191487.35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32-4738-BA6A-75F6248F0C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21047983"/>
        <c:axId val="1421041743"/>
      </c:lineChart>
      <c:catAx>
        <c:axId val="1421047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421041743"/>
        <c:crosses val="autoZero"/>
        <c:auto val="1"/>
        <c:lblAlgn val="ctr"/>
        <c:lblOffset val="100"/>
        <c:noMultiLvlLbl val="0"/>
      </c:catAx>
      <c:valAx>
        <c:axId val="1421041743"/>
        <c:scaling>
          <c:orientation val="minMax"/>
        </c:scaling>
        <c:delete val="1"/>
        <c:axPos val="l"/>
        <c:numFmt formatCode="&quot;R$&quot;#,##0.00_);[Red]\(&quot;R$&quot;#,##0.00\)" sourceLinked="1"/>
        <c:majorTickMark val="none"/>
        <c:minorTickMark val="none"/>
        <c:tickLblPos val="nextTo"/>
        <c:crossAx val="142104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latin typeface="Poppins" panose="00000500000000000000" pitchFamily="2" charset="0"/>
          <a:cs typeface="Poppins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535061020971979E-2"/>
          <c:w val="0.97763306604553724"/>
          <c:h val="0.80196900208422361"/>
        </c:manualLayout>
      </c:layout>
      <c:lineChart>
        <c:grouping val="standard"/>
        <c:varyColors val="0"/>
        <c:ser>
          <c:idx val="0"/>
          <c:order val="0"/>
          <c:tx>
            <c:strRef>
              <c:f>Gráficos!$B$243</c:f>
              <c:strCache>
                <c:ptCount val="1"/>
                <c:pt idx="0">
                  <c:v>ESTOQUE FINAL</c:v>
                </c:pt>
              </c:strCache>
            </c:strRef>
          </c:tx>
          <c:spPr>
            <a:ln w="38100" cap="rnd">
              <a:solidFill>
                <a:srgbClr val="7F7F7F"/>
              </a:solidFill>
              <a:round/>
            </a:ln>
            <a:effectLst/>
          </c:spPr>
          <c:marker>
            <c:symbol val="none"/>
          </c:marker>
          <c:dLbls>
            <c:numFmt formatCode="&quot;R$&quot;\ 0.0,,\ &quot;M&quot;" sourceLinked="0"/>
            <c:spPr>
              <a:solidFill>
                <a:srgbClr val="7F7F7F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Gráficos!$C$236:$H$237</c:f>
              <c:strCache>
                <c:ptCount val="6"/>
                <c:pt idx="0">
                  <c:v>2025E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</c:strCache>
            </c:strRef>
          </c:cat>
          <c:val>
            <c:numRef>
              <c:f>Gráficos!$C$243:$H$243</c:f>
              <c:numCache>
                <c:formatCode>"R$"#,##0.00_);[Red]\("R$"#,##0.00\)</c:formatCode>
                <c:ptCount val="6"/>
                <c:pt idx="0">
                  <c:v>200000</c:v>
                </c:pt>
                <c:pt idx="1">
                  <c:v>848849.89571428567</c:v>
                </c:pt>
                <c:pt idx="2">
                  <c:v>1601515.7642857141</c:v>
                </c:pt>
                <c:pt idx="3">
                  <c:v>2482134.8385714283</c:v>
                </c:pt>
                <c:pt idx="4">
                  <c:v>3516862.2442857143</c:v>
                </c:pt>
                <c:pt idx="5">
                  <c:v>4732666.9471428562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27A-487E-A520-7979B5F7B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21047983"/>
        <c:axId val="1421041743"/>
      </c:lineChart>
      <c:catAx>
        <c:axId val="1421047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421041743"/>
        <c:crosses val="autoZero"/>
        <c:auto val="1"/>
        <c:lblAlgn val="ctr"/>
        <c:lblOffset val="100"/>
        <c:noMultiLvlLbl val="0"/>
      </c:catAx>
      <c:valAx>
        <c:axId val="1421041743"/>
        <c:scaling>
          <c:orientation val="minMax"/>
        </c:scaling>
        <c:delete val="1"/>
        <c:axPos val="l"/>
        <c:numFmt formatCode="&quot;R$&quot;#,##0.00_);[Red]\(&quot;R$&quot;#,##0.00\)" sourceLinked="1"/>
        <c:majorTickMark val="none"/>
        <c:minorTickMark val="none"/>
        <c:tickLblPos val="nextTo"/>
        <c:crossAx val="142104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latin typeface="Poppins" panose="00000500000000000000" pitchFamily="2" charset="0"/>
          <a:cs typeface="Poppins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53442693397371E-2"/>
          <c:y val="6.0854194839905021E-2"/>
          <c:w val="0.95269311461320527"/>
          <c:h val="0.8682997384103726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6D6E72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6D6E7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Gráficos!$C$206:$I$206</c:f>
              <c:strCache>
                <c:ptCount val="7"/>
                <c:pt idx="0">
                  <c:v>2024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  <c:pt idx="5">
                  <c:v>2029E</c:v>
                </c:pt>
                <c:pt idx="6">
                  <c:v>2030E</c:v>
                </c:pt>
              </c:strCache>
            </c:strRef>
          </c:cat>
          <c:val>
            <c:numRef>
              <c:f>Gráficos!$C$229:$I$229</c:f>
              <c:numCache>
                <c:formatCode>_-* #,##0_-;\-* #,##0_-;_-* "-"??_-;_-@_-</c:formatCode>
                <c:ptCount val="7"/>
                <c:pt idx="0">
                  <c:v>242</c:v>
                </c:pt>
                <c:pt idx="1">
                  <c:v>292</c:v>
                </c:pt>
                <c:pt idx="2">
                  <c:v>358.49</c:v>
                </c:pt>
                <c:pt idx="3">
                  <c:v>454.09000000000003</c:v>
                </c:pt>
                <c:pt idx="4">
                  <c:v>558.88999999999987</c:v>
                </c:pt>
                <c:pt idx="5">
                  <c:v>674.08999999999992</c:v>
                </c:pt>
                <c:pt idx="6">
                  <c:v>800.48999999999978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9F-4A8C-B055-A2AF3ED918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09155711"/>
        <c:axId val="1409156191"/>
      </c:barChart>
      <c:catAx>
        <c:axId val="140915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409156191"/>
        <c:crosses val="autoZero"/>
        <c:auto val="1"/>
        <c:lblAlgn val="ctr"/>
        <c:lblOffset val="100"/>
        <c:noMultiLvlLbl val="0"/>
      </c:catAx>
      <c:valAx>
        <c:axId val="1409156191"/>
        <c:scaling>
          <c:orientation val="minMax"/>
        </c:scaling>
        <c:delete val="1"/>
        <c:axPos val="l"/>
        <c:numFmt formatCode="_-* #,##0_-;\-* #,##0_-;_-* &quot;-&quot;??_-;_-@_-" sourceLinked="1"/>
        <c:majorTickMark val="none"/>
        <c:minorTickMark val="none"/>
        <c:tickLblPos val="nextTo"/>
        <c:crossAx val="1409155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latin typeface="Poppins" panose="00000500000000000000" pitchFamily="2" charset="0"/>
          <a:cs typeface="Poppins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Gráficos!$B$219</c:f>
              <c:strCache>
                <c:ptCount val="1"/>
                <c:pt idx="0">
                  <c:v> Locação </c:v>
                </c:pt>
              </c:strCache>
            </c:strRef>
          </c:tx>
          <c:spPr>
            <a:solidFill>
              <a:srgbClr val="6D6E72"/>
            </a:solidFill>
            <a:ln>
              <a:noFill/>
            </a:ln>
            <a:effectLst/>
          </c:spPr>
          <c:invertIfNegative val="0"/>
          <c:dLbls>
            <c:numFmt formatCode="&quot;R$&quot;\ 0.0,,\ &quot;M&quot;" sourceLinked="0"/>
            <c:spPr>
              <a:solidFill>
                <a:srgbClr val="6D6E7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Gráficos!$C$206:$I$206</c:f>
              <c:strCache>
                <c:ptCount val="7"/>
                <c:pt idx="0">
                  <c:v>2024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  <c:pt idx="5">
                  <c:v>2029E</c:v>
                </c:pt>
                <c:pt idx="6">
                  <c:v>2030E</c:v>
                </c:pt>
              </c:strCache>
            </c:strRef>
          </c:cat>
          <c:val>
            <c:numRef>
              <c:f>Gráficos!$C$219:$I$219</c:f>
              <c:numCache>
                <c:formatCode>_-"R$"\ * #,##0_-;\-"R$"\ * #,##0_-;_-"R$"\ * "-"??_-;_-@_-</c:formatCode>
                <c:ptCount val="7"/>
                <c:pt idx="0">
                  <c:v>11030199.789992999</c:v>
                </c:pt>
                <c:pt idx="1">
                  <c:v>14247947.885006743</c:v>
                </c:pt>
                <c:pt idx="2">
                  <c:v>18758812.10912998</c:v>
                </c:pt>
                <c:pt idx="3">
                  <c:v>26112415.631675884</c:v>
                </c:pt>
                <c:pt idx="4">
                  <c:v>34571801.799288072</c:v>
                </c:pt>
                <c:pt idx="5">
                  <c:v>43859605.071301058</c:v>
                </c:pt>
                <c:pt idx="6">
                  <c:v>54058526.986056022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7A-441D-80B2-B5BCCC20B210}"/>
            </c:ext>
          </c:extLst>
        </c:ser>
        <c:ser>
          <c:idx val="1"/>
          <c:order val="1"/>
          <c:tx>
            <c:strRef>
              <c:f>Gráficos!$B$222</c:f>
              <c:strCache>
                <c:ptCount val="1"/>
                <c:pt idx="0">
                  <c:v> Comissão Novas 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cat>
            <c:strRef>
              <c:f>Gráficos!$C$206:$I$206</c:f>
              <c:strCache>
                <c:ptCount val="7"/>
                <c:pt idx="0">
                  <c:v>2024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  <c:pt idx="5">
                  <c:v>2029E</c:v>
                </c:pt>
                <c:pt idx="6">
                  <c:v>2030E</c:v>
                </c:pt>
              </c:strCache>
            </c:strRef>
          </c:cat>
          <c:val>
            <c:numRef>
              <c:f>Gráficos!$C$222:$I$222</c:f>
              <c:numCache>
                <c:formatCode>_-"R$"\ * #,##0_-;\-"R$"\ * #,##0_-;_-"R$"\ * "-"??_-;_-@_-</c:formatCode>
                <c:ptCount val="7"/>
                <c:pt idx="0">
                  <c:v>55274.26</c:v>
                </c:pt>
                <c:pt idx="1">
                  <c:v>74930.540509345738</c:v>
                </c:pt>
                <c:pt idx="2">
                  <c:v>917783.24926962622</c:v>
                </c:pt>
                <c:pt idx="3">
                  <c:v>1107736.0318598126</c:v>
                </c:pt>
                <c:pt idx="4">
                  <c:v>1214338.2441308412</c:v>
                </c:pt>
                <c:pt idx="5">
                  <c:v>1334845.0927850464</c:v>
                </c:pt>
                <c:pt idx="6">
                  <c:v>1464621.699028037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7A-441D-80B2-B5BCCC20B210}"/>
            </c:ext>
          </c:extLst>
        </c:ser>
        <c:ser>
          <c:idx val="2"/>
          <c:order val="2"/>
          <c:tx>
            <c:strRef>
              <c:f>Gráficos!$B$223</c:f>
              <c:strCache>
                <c:ptCount val="1"/>
                <c:pt idx="0">
                  <c:v> Máquinas Usadas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Gráficos!$C$206:$I$206</c:f>
              <c:strCache>
                <c:ptCount val="7"/>
                <c:pt idx="0">
                  <c:v>2024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  <c:pt idx="5">
                  <c:v>2029E</c:v>
                </c:pt>
                <c:pt idx="6">
                  <c:v>2030E</c:v>
                </c:pt>
              </c:strCache>
            </c:strRef>
          </c:cat>
          <c:val>
            <c:numRef>
              <c:f>Gráficos!$C$223:$I$223</c:f>
              <c:numCache>
                <c:formatCode>_-"R$"\ * #,##0_-;\-"R$"\ * #,##0_-;_-"R$"\ * "-"??_-;_-@_-</c:formatCode>
                <c:ptCount val="7"/>
                <c:pt idx="0">
                  <c:v>631800</c:v>
                </c:pt>
                <c:pt idx="1">
                  <c:v>70000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7A-441D-80B2-B5BCCC20B210}"/>
            </c:ext>
          </c:extLst>
        </c:ser>
        <c:ser>
          <c:idx val="3"/>
          <c:order val="3"/>
          <c:tx>
            <c:strRef>
              <c:f>Gráficos!$B$221</c:f>
              <c:strCache>
                <c:ptCount val="1"/>
                <c:pt idx="0">
                  <c:v> Peças e Acessórios 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Gráficos!$C$206:$I$206</c:f>
              <c:strCache>
                <c:ptCount val="7"/>
                <c:pt idx="0">
                  <c:v>2024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  <c:pt idx="5">
                  <c:v>2029E</c:v>
                </c:pt>
                <c:pt idx="6">
                  <c:v>2030E</c:v>
                </c:pt>
              </c:strCache>
            </c:strRef>
          </c:cat>
          <c:val>
            <c:numRef>
              <c:f>Gráficos!$C$221:$I$221</c:f>
              <c:numCache>
                <c:formatCode>_-"R$"\ * #,##0_-;\-"R$"\ * #,##0_-;_-"R$"\ * "-"??_-;_-@_-</c:formatCode>
                <c:ptCount val="7"/>
                <c:pt idx="0">
                  <c:v>0</c:v>
                </c:pt>
                <c:pt idx="1">
                  <c:v>525000</c:v>
                </c:pt>
                <c:pt idx="2">
                  <c:v>1704528</c:v>
                </c:pt>
                <c:pt idx="3">
                  <c:v>1976960.5422000003</c:v>
                </c:pt>
                <c:pt idx="4">
                  <c:v>2313481.4068968003</c:v>
                </c:pt>
                <c:pt idx="5">
                  <c:v>2718102.7792193182</c:v>
                </c:pt>
                <c:pt idx="6">
                  <c:v>3193467.2553468063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77A-441D-80B2-B5BCCC20B210}"/>
            </c:ext>
          </c:extLst>
        </c:ser>
        <c:ser>
          <c:idx val="4"/>
          <c:order val="4"/>
          <c:tx>
            <c:strRef>
              <c:f>Gráficos!$B$220</c:f>
              <c:strCache>
                <c:ptCount val="1"/>
                <c:pt idx="0">
                  <c:v> Serviços 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Gráficos!$C$206:$I$206</c:f>
              <c:strCache>
                <c:ptCount val="7"/>
                <c:pt idx="0">
                  <c:v>2024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  <c:pt idx="5">
                  <c:v>2029E</c:v>
                </c:pt>
                <c:pt idx="6">
                  <c:v>2030E</c:v>
                </c:pt>
              </c:strCache>
            </c:strRef>
          </c:cat>
          <c:val>
            <c:numRef>
              <c:f>Gráficos!$C$220:$I$220</c:f>
              <c:numCache>
                <c:formatCode>_-"R$"\ * #,##0_-;\-"R$"\ * #,##0_-;_-"R$"\ * "-"??_-;_-@_-</c:formatCode>
                <c:ptCount val="7"/>
                <c:pt idx="0">
                  <c:v>237205.97</c:v>
                </c:pt>
                <c:pt idx="1">
                  <c:v>266457.11880023364</c:v>
                </c:pt>
                <c:pt idx="2">
                  <c:v>1082781.5837942758</c:v>
                </c:pt>
                <c:pt idx="3">
                  <c:v>1792278.5299092289</c:v>
                </c:pt>
                <c:pt idx="4">
                  <c:v>2536176.5764092291</c:v>
                </c:pt>
                <c:pt idx="5">
                  <c:v>3355005.1634185747</c:v>
                </c:pt>
                <c:pt idx="6">
                  <c:v>4252626.6899325931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7A-441D-80B2-B5BCCC20B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09144671"/>
        <c:axId val="709145151"/>
      </c:barChart>
      <c:catAx>
        <c:axId val="709144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709145151"/>
        <c:crosses val="autoZero"/>
        <c:auto val="1"/>
        <c:lblAlgn val="ctr"/>
        <c:lblOffset val="100"/>
        <c:noMultiLvlLbl val="0"/>
      </c:catAx>
      <c:valAx>
        <c:axId val="709145151"/>
        <c:scaling>
          <c:orientation val="minMax"/>
        </c:scaling>
        <c:delete val="1"/>
        <c:axPos val="l"/>
        <c:numFmt formatCode="_-&quot;R$&quot;\ * #,##0_-;\-&quot;R$&quot;\ * #,##0_-;_-&quot;R$&quot;\ * &quot;-&quot;??_-;_-@_-" sourceLinked="1"/>
        <c:majorTickMark val="none"/>
        <c:minorTickMark val="none"/>
        <c:tickLblPos val="nextTo"/>
        <c:crossAx val="709144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4.8019791284056784E-2"/>
          <c:w val="0.84380685313210013"/>
          <c:h val="9.87147908879430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latin typeface="Poppins" panose="00000500000000000000" pitchFamily="2" charset="0"/>
          <a:cs typeface="Poppins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191244504866028E-2"/>
          <c:y val="9.6744827686784121E-2"/>
          <c:w val="0.88751152939942213"/>
          <c:h val="0.76466379337453527"/>
        </c:manualLayout>
      </c:layout>
      <c:barChart>
        <c:barDir val="col"/>
        <c:grouping val="clustered"/>
        <c:varyColors val="0"/>
        <c:ser>
          <c:idx val="0"/>
          <c:order val="0"/>
          <c:tx>
            <c:v>Despesas Operacionais</c:v>
          </c:tx>
          <c:spPr>
            <a:solidFill>
              <a:srgbClr val="6D6E72"/>
            </a:solidFill>
            <a:ln>
              <a:noFill/>
            </a:ln>
            <a:effectLst/>
          </c:spPr>
          <c:invertIfNegative val="1"/>
          <c:dLbls>
            <c:spPr>
              <a:solidFill>
                <a:srgbClr val="FFFFFF"/>
              </a:solidFill>
              <a:ln w="25400" cap="flat" cmpd="sng" algn="ctr">
                <a:solidFill>
                  <a:schemeClr val="bg1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'P&amp;L e Cash Flow'!$E$2:$K$2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'P&amp;L e Cash Flow'!$E$64:$K$64</c:f>
              <c:numCache>
                <c:formatCode>#,##0</c:formatCode>
                <c:ptCount val="7"/>
                <c:pt idx="0">
                  <c:v>1516567.649</c:v>
                </c:pt>
                <c:pt idx="1">
                  <c:v>1979142.6824800002</c:v>
                </c:pt>
                <c:pt idx="2">
                  <c:v>3201471.7047402142</c:v>
                </c:pt>
                <c:pt idx="3">
                  <c:v>3911874.5437809764</c:v>
                </c:pt>
                <c:pt idx="4">
                  <c:v>4224068.6278924467</c:v>
                </c:pt>
                <c:pt idx="5">
                  <c:v>4564891.7111526281</c:v>
                </c:pt>
                <c:pt idx="6">
                  <c:v>4971540.5871584918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0000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DAA9-43C7-B6DC-78EB392415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7287296"/>
        <c:axId val="387292784"/>
      </c:barChart>
      <c:lineChart>
        <c:grouping val="standard"/>
        <c:varyColors val="0"/>
        <c:ser>
          <c:idx val="1"/>
          <c:order val="1"/>
          <c:tx>
            <c:v>Margem</c:v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diamond"/>
            <c:size val="9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spPr>
              <a:solidFill>
                <a:srgbClr val="C00000"/>
              </a:solidFill>
              <a:ln w="25400" cap="flat" cmpd="sng" algn="ctr">
                <a:solidFill>
                  <a:srgbClr val="C00000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'P&amp;L e Cash Flow'!$E$2:$K$2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'P&amp;L e Cash Flow'!$E$65:$K$65</c:f>
              <c:numCache>
                <c:formatCode>0.0%</c:formatCode>
                <c:ptCount val="7"/>
                <c:pt idx="0">
                  <c:v>0.12913945115829109</c:v>
                </c:pt>
                <c:pt idx="1">
                  <c:v>0.14038450067840036</c:v>
                </c:pt>
                <c:pt idx="2">
                  <c:v>0.14210215094941275</c:v>
                </c:pt>
                <c:pt idx="3">
                  <c:v>0.12722035604859919</c:v>
                </c:pt>
                <c:pt idx="4">
                  <c:v>0.10646577005570117</c:v>
                </c:pt>
                <c:pt idx="5">
                  <c:v>9.2301270945393379E-2</c:v>
                </c:pt>
                <c:pt idx="6">
                  <c:v>8.2617416523021237E-2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A9-43C7-B6DC-78EB392415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7286120"/>
        <c:axId val="387291216"/>
      </c:lineChart>
      <c:catAx>
        <c:axId val="387287296"/>
        <c:scaling>
          <c:orientation val="minMax"/>
        </c:scaling>
        <c:delete val="0"/>
        <c:axPos val="t"/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387292784"/>
        <c:crosses val="autoZero"/>
        <c:auto val="1"/>
        <c:lblAlgn val="ctr"/>
        <c:lblOffset val="100"/>
        <c:noMultiLvlLbl val="0"/>
      </c:catAx>
      <c:valAx>
        <c:axId val="387292784"/>
        <c:scaling>
          <c:orientation val="maxMin"/>
        </c:scaling>
        <c:delete val="0"/>
        <c:axPos val="l"/>
        <c:numFmt formatCode="_(#,##0_);\(#,##0\);\-_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7287296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</c:dispUnitsLbl>
        </c:dispUnits>
      </c:valAx>
      <c:valAx>
        <c:axId val="387291216"/>
        <c:scaling>
          <c:orientation val="minMax"/>
          <c:max val="0.60000000000000009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7286120"/>
        <c:crosses val="max"/>
        <c:crossBetween val="between"/>
      </c:valAx>
      <c:catAx>
        <c:axId val="3872861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8729121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446288992440396"/>
          <c:y val="0.95305943663435111"/>
          <c:w val="0.51816443994954109"/>
          <c:h val="4.64308119229542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/>
      </a:solidFill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71795366925191"/>
          <c:y val="7.3377454770372649E-2"/>
          <c:w val="0.83662309248889033"/>
          <c:h val="0.80300108241843204"/>
        </c:manualLayout>
      </c:layout>
      <c:barChart>
        <c:barDir val="col"/>
        <c:grouping val="clustered"/>
        <c:varyColors val="0"/>
        <c:ser>
          <c:idx val="0"/>
          <c:order val="0"/>
          <c:tx>
            <c:v>Lucro Bruto</c:v>
          </c:tx>
          <c:spPr>
            <a:solidFill>
              <a:srgbClr val="6D6E72"/>
            </a:solidFill>
            <a:ln>
              <a:noFill/>
            </a:ln>
            <a:effectLst/>
          </c:spPr>
          <c:invertIfNegative val="1"/>
          <c:dLbls>
            <c:dLbl>
              <c:idx val="5"/>
              <c:layout>
                <c:manualLayout>
                  <c:x val="2.0334829784665362E-3"/>
                  <c:y val="7.593423019431982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396-4212-9F52-F39B8F17E332}"/>
                </c:ext>
              </c:extLst>
            </c:dLbl>
            <c:numFmt formatCode="&quot;R$&quot;\ 0.0,,\ &quot;M&quot;" sourceLinked="0"/>
            <c:spPr>
              <a:solidFill>
                <a:srgbClr val="6D6E72"/>
              </a:solidFill>
              <a:ln w="25400" cap="flat" cmpd="sng" algn="ctr">
                <a:solidFill>
                  <a:srgbClr val="6D6E72"/>
                </a:solidFill>
                <a:prstDash val="solid"/>
              </a:ln>
              <a:effectLst/>
            </c:spPr>
            <c:txPr>
              <a:bodyPr rot="0" spcFirstLastPara="1" vertOverflow="ellipsis" vert="horz" wrap="square" anchor="t" anchorCtr="0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'P&amp;L e Cash Flow'!$E$2:$K$2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'P&amp;L e Cash Flow'!$E$46:$K$46</c:f>
              <c:numCache>
                <c:formatCode>#,##0</c:formatCode>
                <c:ptCount val="7"/>
                <c:pt idx="0">
                  <c:v>5611552.9034629986</c:v>
                </c:pt>
                <c:pt idx="1">
                  <c:v>5523982.3538605245</c:v>
                </c:pt>
                <c:pt idx="2">
                  <c:v>8735035.2884736452</c:v>
                </c:pt>
                <c:pt idx="3">
                  <c:v>12884045.071991561</c:v>
                </c:pt>
                <c:pt idx="4">
                  <c:v>16232799.331154471</c:v>
                </c:pt>
                <c:pt idx="5">
                  <c:v>20112356.899422541</c:v>
                </c:pt>
                <c:pt idx="6">
                  <c:v>24597050.820976913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1-1396-4212-9F52-F39B8F17E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04722304"/>
        <c:axId val="304720344"/>
      </c:barChart>
      <c:lineChart>
        <c:grouping val="standard"/>
        <c:varyColors val="0"/>
        <c:ser>
          <c:idx val="1"/>
          <c:order val="1"/>
          <c:tx>
            <c:v>Margem Bruta</c:v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diamond"/>
            <c:size val="9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spPr>
              <a:solidFill>
                <a:srgbClr val="E11D23"/>
              </a:solidFill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'P&amp;L e Cash Flow'!$E$2:$K$2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'P&amp;L e Cash Flow'!$E$55:$K$55</c:f>
              <c:numCache>
                <c:formatCode>0.0%</c:formatCode>
                <c:ptCount val="7"/>
                <c:pt idx="0">
                  <c:v>0.47783747897877416</c:v>
                </c:pt>
                <c:pt idx="1">
                  <c:v>0.39182698214121348</c:v>
                </c:pt>
                <c:pt idx="2">
                  <c:v>0.38771771784622178</c:v>
                </c:pt>
                <c:pt idx="3">
                  <c:v>0.41900955234129283</c:v>
                </c:pt>
                <c:pt idx="4">
                  <c:v>0.40914048354685872</c:v>
                </c:pt>
                <c:pt idx="5">
                  <c:v>0.40666815797374406</c:v>
                </c:pt>
                <c:pt idx="6">
                  <c:v>0.40875554715647072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96-4212-9F52-F39B8F17E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4720736"/>
        <c:axId val="304722696"/>
      </c:lineChart>
      <c:catAx>
        <c:axId val="3047223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6D6E72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304720344"/>
        <c:crosses val="autoZero"/>
        <c:auto val="1"/>
        <c:lblAlgn val="ctr"/>
        <c:lblOffset val="100"/>
        <c:noMultiLvlLbl val="0"/>
      </c:catAx>
      <c:valAx>
        <c:axId val="304720344"/>
        <c:scaling>
          <c:orientation val="minMax"/>
        </c:scaling>
        <c:delete val="0"/>
        <c:axPos val="l"/>
        <c:numFmt formatCode="_(#,##0_);\(#,##0\);\-_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04722304"/>
        <c:crosses val="autoZero"/>
        <c:crossBetween val="between"/>
      </c:valAx>
      <c:valAx>
        <c:axId val="304722696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04720736"/>
        <c:crosses val="max"/>
        <c:crossBetween val="between"/>
      </c:valAx>
      <c:catAx>
        <c:axId val="3047207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047226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6D6E72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/>
      </a:solidFill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pt-B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6732664609546437E-2"/>
          <c:y val="2.9871848274104249E-2"/>
          <c:w val="0.83334705878125215"/>
          <c:h val="0.836697212787631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Gráficos!$B$108</c:f>
              <c:strCache>
                <c:ptCount val="1"/>
                <c:pt idx="0">
                  <c:v>EBIT</c:v>
                </c:pt>
              </c:strCache>
            </c:strRef>
          </c:tx>
          <c:spPr>
            <a:solidFill>
              <a:srgbClr val="6D6E72"/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0"/>
                  <c:y val="5.4312451407462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DDE-4A27-841B-DB23FB843913}"/>
                </c:ext>
              </c:extLst>
            </c:dLbl>
            <c:numFmt formatCode="&quot;R$&quot;\ 0.0,,\ &quot;M&quot;" sourceLinked="0"/>
            <c:spPr>
              <a:solidFill>
                <a:srgbClr val="6D6E7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Gráficos!$C$107:$I$107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Gráficos!$C$108:$I$108</c:f>
              <c:numCache>
                <c:formatCode>#,##0</c:formatCode>
                <c:ptCount val="7"/>
                <c:pt idx="0">
                  <c:v>4094985.2544629984</c:v>
                </c:pt>
                <c:pt idx="1">
                  <c:v>3544839.6713805245</c:v>
                </c:pt>
                <c:pt idx="2">
                  <c:v>5533563.5837334311</c:v>
                </c:pt>
                <c:pt idx="3">
                  <c:v>8972170.5282105841</c:v>
                </c:pt>
                <c:pt idx="4">
                  <c:v>12008730.703262025</c:v>
                </c:pt>
                <c:pt idx="5">
                  <c:v>15547465.188269913</c:v>
                </c:pt>
                <c:pt idx="6">
                  <c:v>19625510.233818419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DE-4A27-841B-DB23FB8439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80558847"/>
        <c:axId val="1180567487"/>
      </c:barChart>
      <c:lineChart>
        <c:grouping val="standard"/>
        <c:varyColors val="0"/>
        <c:ser>
          <c:idx val="1"/>
          <c:order val="1"/>
          <c:tx>
            <c:strRef>
              <c:f>Gráficos!$B$110</c:f>
              <c:strCache>
                <c:ptCount val="1"/>
                <c:pt idx="0">
                  <c:v>Margem EBIT (%)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6"/>
              <c:layout>
                <c:manualLayout>
                  <c:x val="-5.0240230276082286E-2"/>
                  <c:y val="-3.801871598522359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DE-4A27-841B-DB23FB843913}"/>
                </c:ext>
              </c:extLst>
            </c:dLbl>
            <c:numFmt formatCode="0.00%" sourceLinked="0"/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Gráficos!$C$107:$I$107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Gráficos!$C$110:$I$110</c:f>
              <c:numCache>
                <c:formatCode>0.00%</c:formatCode>
                <c:ptCount val="7"/>
                <c:pt idx="0">
                  <c:v>0.34869802782048304</c:v>
                </c:pt>
                <c:pt idx="1">
                  <c:v>0.25144248146281317</c:v>
                </c:pt>
                <c:pt idx="2">
                  <c:v>0.24561556689680905</c:v>
                </c:pt>
                <c:pt idx="3">
                  <c:v>0.29178919629269362</c:v>
                </c:pt>
                <c:pt idx="4">
                  <c:v>0.30267471349115754</c:v>
                </c:pt>
                <c:pt idx="5">
                  <c:v>0.31436688702835069</c:v>
                </c:pt>
                <c:pt idx="6">
                  <c:v>0.32613813063344943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DE-4A27-841B-DB23FB8439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80566527"/>
        <c:axId val="1180560767"/>
      </c:lineChart>
      <c:catAx>
        <c:axId val="1180558847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180567487"/>
        <c:crosses val="autoZero"/>
        <c:auto val="1"/>
        <c:lblAlgn val="ctr"/>
        <c:lblOffset val="100"/>
        <c:noMultiLvlLbl val="0"/>
      </c:catAx>
      <c:valAx>
        <c:axId val="1180567487"/>
        <c:scaling>
          <c:orientation val="minMax"/>
        </c:scaling>
        <c:delete val="0"/>
        <c:axPos val="l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180558847"/>
        <c:crosses val="autoZero"/>
        <c:crossBetween val="between"/>
      </c:valAx>
      <c:valAx>
        <c:axId val="1180560767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180566527"/>
        <c:crosses val="max"/>
        <c:crossBetween val="between"/>
      </c:valAx>
      <c:catAx>
        <c:axId val="1180566527"/>
        <c:scaling>
          <c:orientation val="minMax"/>
        </c:scaling>
        <c:delete val="1"/>
        <c:axPos val="b"/>
        <c:numFmt formatCode="0" sourceLinked="1"/>
        <c:majorTickMark val="none"/>
        <c:minorTickMark val="none"/>
        <c:tickLblPos val="nextTo"/>
        <c:crossAx val="11805607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pt-B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946606466807106"/>
          <c:y val="1.8902636242226149E-2"/>
          <c:w val="0.70579771904018096"/>
          <c:h val="0.96219472751554769"/>
        </c:manualLayout>
      </c:layout>
      <c:barChart>
        <c:barDir val="col"/>
        <c:grouping val="stacked"/>
        <c:varyColors val="0"/>
        <c:ser>
          <c:idx val="1"/>
          <c:order val="1"/>
          <c:tx>
            <c:strRef>
              <c:f>Gráficos!$B$99</c:f>
              <c:strCache>
                <c:ptCount val="1"/>
                <c:pt idx="0">
                  <c:v>Custos com Pessoal</c:v>
                </c:pt>
              </c:strCache>
            </c:strRef>
          </c:tx>
          <c:spPr>
            <a:solidFill>
              <a:srgbClr val="AFABAB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AFABAB"/>
              </a:solidFill>
              <a:ln w="25400" cap="flat" cmpd="sng" algn="ctr">
                <a:solidFill>
                  <a:srgbClr val="AFABAB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Gráficos!$C$97:$I$97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Gráficos!$C$99:$I$99</c:f>
              <c:numCache>
                <c:formatCode>#,##0</c:formatCode>
                <c:ptCount val="7"/>
                <c:pt idx="0">
                  <c:v>854059.87999999989</c:v>
                </c:pt>
                <c:pt idx="1">
                  <c:v>1235673.1912799999</c:v>
                </c:pt>
                <c:pt idx="2">
                  <c:v>1825673.5269312002</c:v>
                </c:pt>
                <c:pt idx="3">
                  <c:v>2099436.7752084481</c:v>
                </c:pt>
                <c:pt idx="4">
                  <c:v>2525851.6443351861</c:v>
                </c:pt>
                <c:pt idx="5">
                  <c:v>2803459.4817207535</c:v>
                </c:pt>
                <c:pt idx="6">
                  <c:v>3107001.6955951517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39-42AE-99AF-29A1A2B4841B}"/>
            </c:ext>
          </c:extLst>
        </c:ser>
        <c:ser>
          <c:idx val="2"/>
          <c:order val="2"/>
          <c:tx>
            <c:strRef>
              <c:f>Gráficos!$B$100</c:f>
              <c:strCache>
                <c:ptCount val="1"/>
                <c:pt idx="0">
                  <c:v>Despesas com Pessoal</c:v>
                </c:pt>
              </c:strCache>
            </c:strRef>
          </c:tx>
          <c:spPr>
            <a:solidFill>
              <a:srgbClr val="76717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9015984207450063E-3"/>
                  <c:y val="-4.660118053072364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439-42AE-99AF-29A1A2B4841B}"/>
                </c:ext>
              </c:extLst>
            </c:dLbl>
            <c:spPr>
              <a:solidFill>
                <a:srgbClr val="6D6E72"/>
              </a:solidFill>
              <a:ln w="25400" cap="flat" cmpd="sng" algn="ctr">
                <a:solidFill>
                  <a:srgbClr val="6D6E72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Gráficos!$C$97:$I$97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Gráficos!$C$100:$I$100</c:f>
              <c:numCache>
                <c:formatCode>#,##0</c:formatCode>
                <c:ptCount val="7"/>
                <c:pt idx="0">
                  <c:v>437377.88100000005</c:v>
                </c:pt>
                <c:pt idx="1">
                  <c:v>1121101.4920800002</c:v>
                </c:pt>
                <c:pt idx="2">
                  <c:v>2714854.888563199</c:v>
                </c:pt>
                <c:pt idx="3">
                  <c:v>3388583.8681057272</c:v>
                </c:pt>
                <c:pt idx="4">
                  <c:v>3549198.7108299537</c:v>
                </c:pt>
                <c:pt idx="5">
                  <c:v>3691166.6592631578</c:v>
                </c:pt>
                <c:pt idx="6">
                  <c:v>3838813.3256336823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39-42AE-99AF-29A1A2B484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544518319"/>
        <c:axId val="544535599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Gráficos!$B$98</c15:sqref>
                        </c15:formulaRef>
                      </c:ext>
                    </c:extLst>
                    <c:strCache>
                      <c:ptCount val="1"/>
                      <c:pt idx="0">
                        <c:v>FOLHA DE PAGAMENTO</c:v>
                      </c:pt>
                    </c:strCache>
                  </c:strRef>
                </c:tx>
                <c:spPr>
                  <a:solidFill>
                    <a:schemeClr val="accent1">
                      <a:tint val="5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Gráficos!$C$97:$I$97</c15:sqref>
                        </c15:formulaRef>
                      </c:ext>
                    </c:extLst>
                    <c:numCache>
                      <c:formatCode>0</c:formatCode>
                      <c:ptCount val="7"/>
                      <c:pt idx="0">
                        <c:v>2024</c:v>
                      </c:pt>
                      <c:pt idx="1">
                        <c:v>2025</c:v>
                      </c:pt>
                      <c:pt idx="2">
                        <c:v>2026</c:v>
                      </c:pt>
                      <c:pt idx="3">
                        <c:v>2027</c:v>
                      </c:pt>
                      <c:pt idx="4">
                        <c:v>2028</c:v>
                      </c:pt>
                      <c:pt idx="5">
                        <c:v>2029</c:v>
                      </c:pt>
                      <c:pt idx="6">
                        <c:v>2030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Gráficos!$C$98:$G$98</c15:sqref>
                        </c15:formulaRef>
                      </c:ext>
                    </c:extLst>
                    <c:numCache>
                      <c:formatCode>#,##0</c:formatCode>
                      <c:ptCount val="5"/>
                      <c:pt idx="0">
                        <c:v>1291437.7609999999</c:v>
                      </c:pt>
                      <c:pt idx="1">
                        <c:v>2356774.6833600001</c:v>
                      </c:pt>
                      <c:pt idx="2">
                        <c:v>4540528.4154943991</c:v>
                      </c:pt>
                      <c:pt idx="3">
                        <c:v>5488020.6433141753</c:v>
                      </c:pt>
                      <c:pt idx="4">
                        <c:v>6075050.3551651398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2439-42AE-99AF-29A1A2B4841B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5"/>
          <c:order val="3"/>
          <c:tx>
            <c:strRef>
              <c:f>Gráficos!$B$101</c:f>
              <c:strCache>
                <c:ptCount val="1"/>
                <c:pt idx="0">
                  <c:v>Nº colaboradores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rgbClr val="FF0000"/>
              </a:solidFill>
              <a:ln w="38100" cap="flat" cmpd="sng" algn="ctr">
                <a:solidFill>
                  <a:srgbClr val="FF0000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Gráficos!$C$97:$I$97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Gráficos!$C$101:$I$101</c:f>
              <c:numCache>
                <c:formatCode>#,##0</c:formatCode>
                <c:ptCount val="7"/>
                <c:pt idx="0">
                  <c:v>19.25</c:v>
                </c:pt>
                <c:pt idx="1">
                  <c:v>35.916666666666664</c:v>
                </c:pt>
                <c:pt idx="2">
                  <c:v>59.000000000000007</c:v>
                </c:pt>
                <c:pt idx="3">
                  <c:v>69.583333333333343</c:v>
                </c:pt>
                <c:pt idx="4">
                  <c:v>74.583333333333343</c:v>
                </c:pt>
                <c:pt idx="5">
                  <c:v>76.75</c:v>
                </c:pt>
                <c:pt idx="6">
                  <c:v>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439-42AE-99AF-29A1A2B484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7898943"/>
        <c:axId val="1147895583"/>
      </c:lineChart>
      <c:catAx>
        <c:axId val="544518319"/>
        <c:scaling>
          <c:orientation val="minMax"/>
        </c:scaling>
        <c:delete val="1"/>
        <c:axPos val="b"/>
        <c:numFmt formatCode="0" sourceLinked="1"/>
        <c:majorTickMark val="out"/>
        <c:minorTickMark val="none"/>
        <c:tickLblPos val="nextTo"/>
        <c:crossAx val="544535599"/>
        <c:crosses val="autoZero"/>
        <c:auto val="1"/>
        <c:lblAlgn val="ctr"/>
        <c:lblOffset val="100"/>
        <c:noMultiLvlLbl val="0"/>
      </c:catAx>
      <c:valAx>
        <c:axId val="544535599"/>
        <c:scaling>
          <c:orientation val="minMax"/>
        </c:scaling>
        <c:delete val="0"/>
        <c:axPos val="l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4518319"/>
        <c:crosses val="autoZero"/>
        <c:crossBetween val="between"/>
      </c:valAx>
      <c:valAx>
        <c:axId val="1147895583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147898943"/>
        <c:crosses val="max"/>
        <c:crossBetween val="between"/>
      </c:valAx>
      <c:catAx>
        <c:axId val="1147898943"/>
        <c:scaling>
          <c:orientation val="minMax"/>
        </c:scaling>
        <c:delete val="1"/>
        <c:axPos val="t"/>
        <c:numFmt formatCode="0" sourceLinked="1"/>
        <c:majorTickMark val="out"/>
        <c:minorTickMark val="none"/>
        <c:tickLblPos val="nextTo"/>
        <c:crossAx val="114789558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4.1459038072695562E-2"/>
          <c:y val="0.21009124222767486"/>
          <c:w val="0.23716840316042662"/>
          <c:h val="0.306138997539621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2022295180557421E-2"/>
          <c:y val="2.4857023970421711E-2"/>
          <c:w val="0.94160343502800248"/>
          <c:h val="0.81315641522049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Gráficos!$B$78</c:f>
              <c:strCache>
                <c:ptCount val="1"/>
                <c:pt idx="0">
                  <c:v>Dívida Total</c:v>
                </c:pt>
              </c:strCache>
            </c:strRef>
          </c:tx>
          <c:spPr>
            <a:solidFill>
              <a:srgbClr val="6D6E7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2533052577917805E-2"/>
                  <c:y val="-2.48893696914110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90-4B4A-BC2B-48C198F56EFF}"/>
                </c:ext>
              </c:extLst>
            </c:dLbl>
            <c:numFmt formatCode="#,##0" sourceLinked="0"/>
            <c:spPr>
              <a:solidFill>
                <a:srgbClr val="6D6E72"/>
              </a:solidFill>
              <a:ln w="12700" cap="flat" cmpd="sng" algn="ctr">
                <a:solidFill>
                  <a:srgbClr val="6D6E72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ysClr val="window" lastClr="FFFFFF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Gráficos!$C$77:$I$77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Gráficos!$C$78:$I$78</c:f>
              <c:numCache>
                <c:formatCode>#,##0</c:formatCode>
                <c:ptCount val="7"/>
                <c:pt idx="0">
                  <c:v>2801953.8624999998</c:v>
                </c:pt>
                <c:pt idx="1">
                  <c:v>7515839.1157882931</c:v>
                </c:pt>
                <c:pt idx="2">
                  <c:v>13428409.901781794</c:v>
                </c:pt>
                <c:pt idx="3">
                  <c:v>24096377.152199782</c:v>
                </c:pt>
                <c:pt idx="4">
                  <c:v>33351407.834934492</c:v>
                </c:pt>
                <c:pt idx="5">
                  <c:v>40041252.418451838</c:v>
                </c:pt>
                <c:pt idx="6">
                  <c:v>45964406.142689452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8E-4842-8538-184764DAACE0}"/>
            </c:ext>
          </c:extLst>
        </c:ser>
        <c:ser>
          <c:idx val="2"/>
          <c:order val="1"/>
          <c:tx>
            <c:strRef>
              <c:f>Gráficos!$B$79</c:f>
              <c:strCache>
                <c:ptCount val="1"/>
                <c:pt idx="0">
                  <c:v>Caixa e Equivalentes de Caixa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1617443302387455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990-4B4A-BC2B-48C198F56EFF}"/>
                </c:ext>
              </c:extLst>
            </c:dLbl>
            <c:numFmt formatCode="#,##0" sourceLinked="0"/>
            <c:spPr>
              <a:solidFill>
                <a:srgbClr val="C00000"/>
              </a:solidFill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lt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Gráficos!$C$77:$I$77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Gráficos!$C$79:$I$79</c:f>
              <c:numCache>
                <c:formatCode>#,##0</c:formatCode>
                <c:ptCount val="7"/>
                <c:pt idx="0">
                  <c:v>3110470.9289915413</c:v>
                </c:pt>
                <c:pt idx="1">
                  <c:v>3645621.6504018987</c:v>
                </c:pt>
                <c:pt idx="2">
                  <c:v>5895997.7049032152</c:v>
                </c:pt>
                <c:pt idx="3">
                  <c:v>8413562.4251832068</c:v>
                </c:pt>
                <c:pt idx="4">
                  <c:v>11731853.043860316</c:v>
                </c:pt>
                <c:pt idx="5">
                  <c:v>16652028.527714401</c:v>
                </c:pt>
                <c:pt idx="6">
                  <c:v>22560559.609274872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E88E-4842-8538-184764DAAC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3654336"/>
        <c:axId val="1333659744"/>
      </c:barChart>
      <c:lineChart>
        <c:grouping val="standard"/>
        <c:varyColors val="0"/>
        <c:ser>
          <c:idx val="1"/>
          <c:order val="2"/>
          <c:tx>
            <c:strRef>
              <c:f>Gráficos!$B$80</c:f>
              <c:strCache>
                <c:ptCount val="1"/>
                <c:pt idx="0">
                  <c:v>Dívida Líquida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5.1137383822043345E-2"/>
                  <c:y val="7.05946627576228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990-4B4A-BC2B-48C198F56EFF}"/>
                </c:ext>
              </c:extLst>
            </c:dLbl>
            <c:spPr>
              <a:solidFill>
                <a:srgbClr val="FF0000"/>
              </a:solidFill>
              <a:ln w="1270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ysClr val="window" lastClr="FFFFFF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Gráficos!$C$82:$I$82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Gráficos!$C$80:$I$80</c:f>
              <c:numCache>
                <c:formatCode>#,##0</c:formatCode>
                <c:ptCount val="7"/>
                <c:pt idx="0">
                  <c:v>308517.06649154145</c:v>
                </c:pt>
                <c:pt idx="1">
                  <c:v>-3870217.4653863944</c:v>
                </c:pt>
                <c:pt idx="2">
                  <c:v>-7532412.1968785785</c:v>
                </c:pt>
                <c:pt idx="3">
                  <c:v>-15682814.727016576</c:v>
                </c:pt>
                <c:pt idx="4">
                  <c:v>-21619554.791074175</c:v>
                </c:pt>
                <c:pt idx="5">
                  <c:v>-23389223.890737437</c:v>
                </c:pt>
                <c:pt idx="6">
                  <c:v>-23403846.53341458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8E-4842-8538-184764DAAC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3654336"/>
        <c:axId val="1333659744"/>
      </c:lineChart>
      <c:catAx>
        <c:axId val="1333654336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333659744"/>
        <c:crosses val="autoZero"/>
        <c:auto val="1"/>
        <c:lblAlgn val="ctr"/>
        <c:lblOffset val="100"/>
        <c:noMultiLvlLbl val="0"/>
      </c:catAx>
      <c:valAx>
        <c:axId val="1333659744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33654336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105771274173473"/>
          <c:y val="0.90707352168105826"/>
          <c:w val="0.7750972222222221"/>
          <c:h val="7.89583333333333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083813157592374"/>
          <c:y val="1.2067012717720947E-2"/>
          <c:w val="0.83840493151234352"/>
          <c:h val="0.83029812236736711"/>
        </c:manualLayout>
      </c:layout>
      <c:barChart>
        <c:barDir val="col"/>
        <c:grouping val="clustered"/>
        <c:varyColors val="0"/>
        <c:ser>
          <c:idx val="0"/>
          <c:order val="0"/>
          <c:tx>
            <c:v>Lucro Líquido</c:v>
          </c:tx>
          <c:spPr>
            <a:solidFill>
              <a:srgbClr val="6D6E72"/>
            </a:solidFill>
            <a:ln>
              <a:noFill/>
            </a:ln>
            <a:effectLst/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1.835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C1D-4802-883B-418DD2E23C3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1.815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4C1D-4802-883B-418DD2E23C3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2.517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C1D-4802-883B-418DD2E23C3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3.873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C1D-4802-883B-418DD2E23C3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4.916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C1D-4802-883B-418DD2E23C3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6.642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C1D-4802-883B-418DD2E23C3E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dirty="0"/>
                      <a:t>8.886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C1D-4802-883B-418DD2E23C3E}"/>
                </c:ext>
              </c:extLst>
            </c:dLbl>
            <c:spPr>
              <a:solidFill>
                <a:srgbClr val="6D6E72"/>
              </a:solidFill>
              <a:ln w="25400" cap="flat" cmpd="sng" algn="ctr">
                <a:solidFill>
                  <a:srgbClr val="6D6E72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'P&amp;L e Cash Flow'!$E$2:$K$2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'P&amp;L e Cash Flow'!$E$122:$K$122</c:f>
              <c:numCache>
                <c:formatCode>_-* #,##0_-;\-* #,##0_-;_-* "-"??_-;_-@_-</c:formatCode>
                <c:ptCount val="7"/>
                <c:pt idx="0">
                  <c:v>1834975.9804629989</c:v>
                </c:pt>
                <c:pt idx="1">
                  <c:v>1815371.2056497324</c:v>
                </c:pt>
                <c:pt idx="2">
                  <c:v>2517325.7976802406</c:v>
                </c:pt>
                <c:pt idx="3">
                  <c:v>3873422.7761015892</c:v>
                </c:pt>
                <c:pt idx="4">
                  <c:v>4915897.4879375352</c:v>
                </c:pt>
                <c:pt idx="5">
                  <c:v>6642490.7064059079</c:v>
                </c:pt>
                <c:pt idx="6">
                  <c:v>8886189.330665458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4C1D-4802-883B-418DD2E23C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04719560"/>
        <c:axId val="387290824"/>
      </c:barChart>
      <c:lineChart>
        <c:grouping val="standard"/>
        <c:varyColors val="0"/>
        <c:ser>
          <c:idx val="1"/>
          <c:order val="1"/>
          <c:tx>
            <c:v>Margem LL %</c:v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diamond"/>
            <c:size val="9"/>
            <c:spPr>
              <a:solidFill>
                <a:srgbClr val="FF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173242186312136E-2"/>
                  <c:y val="2.572234268173592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C1D-4802-883B-418DD2E23C3E}"/>
                </c:ext>
              </c:extLst>
            </c:dLbl>
            <c:spPr>
              <a:solidFill>
                <a:srgbClr val="FF0000"/>
              </a:solidFill>
              <a:ln w="25400" cap="flat" cmpd="sng" algn="ctr">
                <a:solidFill>
                  <a:srgbClr val="C00000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'P&amp;L e Cash Flow'!$E$2:$K$2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'P&amp;L e Cash Flow'!$E$123:$K$123</c:f>
              <c:numCache>
                <c:formatCode>0.0%</c:formatCode>
                <c:ptCount val="7"/>
                <c:pt idx="0">
                  <c:v>0.1562527007363578</c:v>
                </c:pt>
                <c:pt idx="1">
                  <c:v>0.12876786626204181</c:v>
                </c:pt>
                <c:pt idx="2">
                  <c:v>0.11173530284873645</c:v>
                </c:pt>
                <c:pt idx="3">
                  <c:v>0.12596984366122044</c:v>
                </c:pt>
                <c:pt idx="4">
                  <c:v>0.12390300860932953</c:v>
                </c:pt>
                <c:pt idx="5">
                  <c:v>0.13430994057237336</c:v>
                </c:pt>
                <c:pt idx="6">
                  <c:v>0.14767132890966192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C1D-4802-883B-418DD2E23C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7285336"/>
        <c:axId val="387287688"/>
      </c:lineChart>
      <c:catAx>
        <c:axId val="304719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387290824"/>
        <c:crosses val="autoZero"/>
        <c:auto val="1"/>
        <c:lblAlgn val="ctr"/>
        <c:lblOffset val="100"/>
        <c:noMultiLvlLbl val="0"/>
      </c:catAx>
      <c:valAx>
        <c:axId val="387290824"/>
        <c:scaling>
          <c:orientation val="minMax"/>
        </c:scaling>
        <c:delete val="0"/>
        <c:axPos val="l"/>
        <c:numFmt formatCode="_(#,##0_);\(#,##0\);\-_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04719560"/>
        <c:crosses val="autoZero"/>
        <c:crossBetween val="between"/>
      </c:valAx>
      <c:valAx>
        <c:axId val="387287688"/>
        <c:scaling>
          <c:orientation val="minMax"/>
          <c:max val="1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7285336"/>
        <c:crosses val="max"/>
        <c:crossBetween val="between"/>
      </c:valAx>
      <c:catAx>
        <c:axId val="3872853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8728768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0196062273842411E-2"/>
          <c:y val="0"/>
          <c:w val="0.95960787545231518"/>
          <c:h val="0.908936222185215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Gráficos!$B$78</c:f>
              <c:strCache>
                <c:ptCount val="1"/>
                <c:pt idx="0">
                  <c:v>Dívida Total</c:v>
                </c:pt>
              </c:strCache>
            </c:strRef>
          </c:tx>
          <c:spPr>
            <a:solidFill>
              <a:srgbClr val="67686C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solidFill>
                <a:srgbClr val="67686C"/>
              </a:solidFill>
              <a:ln w="12700" cap="flat" cmpd="sng" algn="ctr">
                <a:solidFill>
                  <a:srgbClr val="4F81BD">
                    <a:shade val="15000"/>
                  </a:srgbClr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Gráficos!$C$77:$I$77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Gráficos!$C$78:$I$78</c:f>
              <c:numCache>
                <c:formatCode>#,##0</c:formatCode>
                <c:ptCount val="7"/>
                <c:pt idx="0">
                  <c:v>2801953.8624999998</c:v>
                </c:pt>
                <c:pt idx="1">
                  <c:v>7515839.1157882931</c:v>
                </c:pt>
                <c:pt idx="2">
                  <c:v>13428409.901781794</c:v>
                </c:pt>
                <c:pt idx="3">
                  <c:v>24096377.152199782</c:v>
                </c:pt>
                <c:pt idx="4">
                  <c:v>33351407.834934492</c:v>
                </c:pt>
                <c:pt idx="5">
                  <c:v>40041252.418451838</c:v>
                </c:pt>
                <c:pt idx="6">
                  <c:v>45964406.142689452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91-4770-B178-0C6D28DE1F2C}"/>
            </c:ext>
          </c:extLst>
        </c:ser>
        <c:ser>
          <c:idx val="2"/>
          <c:order val="1"/>
          <c:tx>
            <c:strRef>
              <c:f>Gráficos!$B$79</c:f>
              <c:strCache>
                <c:ptCount val="1"/>
                <c:pt idx="0">
                  <c:v>Caixa e Equivalentes de Caixa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7.081918735226511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591-4770-B178-0C6D28DE1F2C}"/>
                </c:ext>
              </c:extLst>
            </c:dLbl>
            <c:numFmt formatCode="#,##0" sourceLinked="0"/>
            <c:spPr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Gráficos!$C$77:$I$77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Gráficos!$C$79:$I$79</c:f>
              <c:numCache>
                <c:formatCode>#,##0</c:formatCode>
                <c:ptCount val="7"/>
                <c:pt idx="0">
                  <c:v>3110470.9289915413</c:v>
                </c:pt>
                <c:pt idx="1">
                  <c:v>3645621.6504018987</c:v>
                </c:pt>
                <c:pt idx="2">
                  <c:v>5895997.7049032152</c:v>
                </c:pt>
                <c:pt idx="3">
                  <c:v>8413562.4251832068</c:v>
                </c:pt>
                <c:pt idx="4">
                  <c:v>11731853.043860316</c:v>
                </c:pt>
                <c:pt idx="5">
                  <c:v>16652028.527714401</c:v>
                </c:pt>
                <c:pt idx="6">
                  <c:v>22560559.609274872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E591-4770-B178-0C6D28DE1F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3654336"/>
        <c:axId val="1333659744"/>
      </c:barChart>
      <c:lineChart>
        <c:grouping val="standard"/>
        <c:varyColors val="0"/>
        <c:ser>
          <c:idx val="1"/>
          <c:order val="2"/>
          <c:tx>
            <c:strRef>
              <c:f>Gráficos!$B$80</c:f>
              <c:strCache>
                <c:ptCount val="1"/>
                <c:pt idx="0">
                  <c:v>Dívida Líquida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7.8379081679121151E-2"/>
                  <c:y val="7.7959770303097763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591-4770-B178-0C6D28DE1F2C}"/>
                </c:ext>
              </c:extLst>
            </c:dLbl>
            <c:dLbl>
              <c:idx val="1"/>
              <c:layout>
                <c:manualLayout>
                  <c:x val="-5.1082303652205591E-2"/>
                  <c:y val="-2.338793109092933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591-4770-B178-0C6D28DE1F2C}"/>
                </c:ext>
              </c:extLst>
            </c:dLbl>
            <c:spPr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Gráficos!$C$82:$I$82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Gráficos!$C$80:$I$80</c:f>
              <c:numCache>
                <c:formatCode>#,##0</c:formatCode>
                <c:ptCount val="7"/>
                <c:pt idx="0">
                  <c:v>-308517.06649154145</c:v>
                </c:pt>
                <c:pt idx="1">
                  <c:v>3870217.4653863944</c:v>
                </c:pt>
                <c:pt idx="2">
                  <c:v>7532412.1968785785</c:v>
                </c:pt>
                <c:pt idx="3">
                  <c:v>15682814.727016576</c:v>
                </c:pt>
                <c:pt idx="4">
                  <c:v>21619554.791074175</c:v>
                </c:pt>
                <c:pt idx="5">
                  <c:v>23389223.890737437</c:v>
                </c:pt>
                <c:pt idx="6">
                  <c:v>23403846.53341458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591-4770-B178-0C6D28DE1F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3654336"/>
        <c:axId val="1333659744"/>
      </c:lineChart>
      <c:catAx>
        <c:axId val="1333654336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333659744"/>
        <c:crosses val="autoZero"/>
        <c:auto val="1"/>
        <c:lblAlgn val="ctr"/>
        <c:lblOffset val="100"/>
        <c:noMultiLvlLbl val="0"/>
      </c:catAx>
      <c:valAx>
        <c:axId val="1333659744"/>
        <c:scaling>
          <c:orientation val="minMax"/>
        </c:scaling>
        <c:delete val="1"/>
        <c:axPos val="l"/>
        <c:numFmt formatCode="#,##0" sourceLinked="0"/>
        <c:majorTickMark val="none"/>
        <c:minorTickMark val="none"/>
        <c:tickLblPos val="nextTo"/>
        <c:crossAx val="1333654336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371369009670112"/>
          <c:y val="0.84146747706632263"/>
          <c:w val="0.7750972222222221"/>
          <c:h val="7.89583333333333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chemeClr val="bg1"/>
          </a:solidFill>
          <a:latin typeface="Poppins" panose="00000500000000000000" pitchFamily="2" charset="0"/>
          <a:cs typeface="Poppins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4419977356962005E-2"/>
          <c:y val="2.7644726674390833E-2"/>
          <c:w val="0.88042287079593695"/>
          <c:h val="0.80202261875349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Gráficos!$B$93</c:f>
              <c:strCache>
                <c:ptCount val="1"/>
                <c:pt idx="0">
                  <c:v>Dívida Total</c:v>
                </c:pt>
              </c:strCache>
            </c:strRef>
          </c:tx>
          <c:spPr>
            <a:solidFill>
              <a:srgbClr val="D32727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solidFill>
                <a:srgbClr val="D32727"/>
              </a:solidFill>
              <a:ln w="12700" cap="flat" cmpd="sng" algn="ctr">
                <a:solidFill>
                  <a:srgbClr val="D32727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Gráficos!$C$82:$I$82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Gráficos!$C$93:$I$93</c:f>
              <c:numCache>
                <c:formatCode>#,##0</c:formatCode>
                <c:ptCount val="7"/>
                <c:pt idx="0">
                  <c:v>2801953.8624999998</c:v>
                </c:pt>
                <c:pt idx="1">
                  <c:v>7515839.1157882931</c:v>
                </c:pt>
                <c:pt idx="2">
                  <c:v>13428409.901781794</c:v>
                </c:pt>
                <c:pt idx="3">
                  <c:v>24096377.152199782</c:v>
                </c:pt>
                <c:pt idx="4">
                  <c:v>33351407.834934492</c:v>
                </c:pt>
                <c:pt idx="5">
                  <c:v>40041252.418451838</c:v>
                </c:pt>
                <c:pt idx="6">
                  <c:v>45964406.142689452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DA-4F9A-979F-D143ACE047F9}"/>
            </c:ext>
          </c:extLst>
        </c:ser>
        <c:ser>
          <c:idx val="2"/>
          <c:order val="1"/>
          <c:tx>
            <c:strRef>
              <c:f>Gráficos!$B$94</c:f>
              <c:strCache>
                <c:ptCount val="1"/>
                <c:pt idx="0">
                  <c:v>Patrimônio Líquido</c:v>
                </c:pt>
              </c:strCache>
            </c:strRef>
          </c:tx>
          <c:spPr>
            <a:solidFill>
              <a:srgbClr val="6D6E72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solidFill>
                <a:srgbClr val="6D6E72"/>
              </a:solidFill>
              <a:ln w="12700" cap="flat" cmpd="sng" algn="ctr">
                <a:solidFill>
                  <a:srgbClr val="6D6E72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lt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Gráficos!$C$82:$I$82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Gráficos!$C$94:$I$94</c:f>
              <c:numCache>
                <c:formatCode>#,##0</c:formatCode>
                <c:ptCount val="7"/>
                <c:pt idx="0">
                  <c:v>10301246.43</c:v>
                </c:pt>
                <c:pt idx="1">
                  <c:v>12416617.635649731</c:v>
                </c:pt>
                <c:pt idx="2">
                  <c:v>14933943.433329972</c:v>
                </c:pt>
                <c:pt idx="3">
                  <c:v>18807366.209431559</c:v>
                </c:pt>
                <c:pt idx="4">
                  <c:v>23723263.697369095</c:v>
                </c:pt>
                <c:pt idx="5">
                  <c:v>30365754.403775003</c:v>
                </c:pt>
                <c:pt idx="6">
                  <c:v>39251943.734440461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D6DA-4F9A-979F-D143ACE047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3654336"/>
        <c:axId val="1333659744"/>
      </c:barChart>
      <c:lineChart>
        <c:grouping val="standard"/>
        <c:varyColors val="0"/>
        <c:ser>
          <c:idx val="1"/>
          <c:order val="2"/>
          <c:tx>
            <c:strRef>
              <c:f>Gráficos!$B$95</c:f>
              <c:strCache>
                <c:ptCount val="1"/>
                <c:pt idx="0">
                  <c:v>Dívida / Patrimônio Líquido</c:v>
                </c:pt>
              </c:strCache>
            </c:strRef>
          </c:tx>
          <c:spPr>
            <a:ln w="28575" cap="rnd">
              <a:solidFill>
                <a:srgbClr val="FFC81F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rgbClr val="FFC81F"/>
              </a:solidFill>
              <a:ln w="12700" cap="flat" cmpd="sng" algn="ctr">
                <a:solidFill>
                  <a:srgbClr val="FFC81F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ysClr val="window" lastClr="FFFFFF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Gráficos!$C$82:$I$82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Gráficos!$C$95:$I$95</c:f>
              <c:numCache>
                <c:formatCode>0.00\x</c:formatCode>
                <c:ptCount val="7"/>
                <c:pt idx="0">
                  <c:v>0.27200143997525938</c:v>
                </c:pt>
                <c:pt idx="1">
                  <c:v>0.60530486935583305</c:v>
                </c:pt>
                <c:pt idx="2">
                  <c:v>0.89918714114129505</c:v>
                </c:pt>
                <c:pt idx="3">
                  <c:v>1.2812201817028415</c:v>
                </c:pt>
                <c:pt idx="4">
                  <c:v>1.4058524265627566</c:v>
                </c:pt>
                <c:pt idx="5">
                  <c:v>1.3186318998046693</c:v>
                </c:pt>
                <c:pt idx="6">
                  <c:v>1.1710096818048614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6DA-4F9A-979F-D143ACE047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8420943"/>
        <c:axId val="1488401263"/>
      </c:lineChart>
      <c:catAx>
        <c:axId val="1333654336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333659744"/>
        <c:crosses val="autoZero"/>
        <c:auto val="1"/>
        <c:lblAlgn val="ctr"/>
        <c:lblOffset val="100"/>
        <c:noMultiLvlLbl val="0"/>
      </c:catAx>
      <c:valAx>
        <c:axId val="1333659744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33654336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</c:dispUnitsLbl>
        </c:dispUnits>
      </c:valAx>
      <c:valAx>
        <c:axId val="1488401263"/>
        <c:scaling>
          <c:orientation val="minMax"/>
        </c:scaling>
        <c:delete val="0"/>
        <c:axPos val="r"/>
        <c:numFmt formatCode="0.00\x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488420943"/>
        <c:crosses val="max"/>
        <c:crossBetween val="between"/>
      </c:valAx>
      <c:catAx>
        <c:axId val="1488420943"/>
        <c:scaling>
          <c:orientation val="minMax"/>
        </c:scaling>
        <c:delete val="1"/>
        <c:axPos val="b"/>
        <c:numFmt formatCode="0" sourceLinked="1"/>
        <c:majorTickMark val="out"/>
        <c:minorTickMark val="none"/>
        <c:tickLblPos val="nextTo"/>
        <c:crossAx val="148840126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1773434273425755E-3"/>
          <c:y val="0.92746603819093831"/>
          <c:w val="0.99082265657265745"/>
          <c:h val="7.25339020122484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7198170811191147E-2"/>
          <c:y val="4.8194398035754239E-2"/>
          <c:w val="0.84673809523809529"/>
          <c:h val="0.916954039133121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Gráficos!$B$89</c:f>
              <c:strCache>
                <c:ptCount val="1"/>
                <c:pt idx="0">
                  <c:v>EBIT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solidFill>
                <a:srgbClr val="7F7F7F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Gráficos!$C$87:$I$87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Gráficos!$C$89:$I$89</c:f>
              <c:numCache>
                <c:formatCode>#,##0</c:formatCode>
                <c:ptCount val="7"/>
                <c:pt idx="0">
                  <c:v>4094985.2544629984</c:v>
                </c:pt>
                <c:pt idx="1">
                  <c:v>3544839.6713805245</c:v>
                </c:pt>
                <c:pt idx="2">
                  <c:v>5533563.5837334311</c:v>
                </c:pt>
                <c:pt idx="3">
                  <c:v>8972170.5282105841</c:v>
                </c:pt>
                <c:pt idx="4">
                  <c:v>12008730.703262025</c:v>
                </c:pt>
                <c:pt idx="5">
                  <c:v>15547465.188269913</c:v>
                </c:pt>
                <c:pt idx="6">
                  <c:v>19625510.233818419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EC-4D67-8F59-50C5F9AA0271}"/>
            </c:ext>
          </c:extLst>
        </c:ser>
        <c:ser>
          <c:idx val="2"/>
          <c:order val="1"/>
          <c:tx>
            <c:strRef>
              <c:f>Gráficos!$B$88</c:f>
              <c:strCache>
                <c:ptCount val="1"/>
                <c:pt idx="0">
                  <c:v>Dívida Líquida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915456742841804E-2"/>
                  <c:y val="-4.064159316022974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1EC-4D67-8F59-50C5F9AA0271}"/>
                </c:ext>
              </c:extLst>
            </c:dLbl>
            <c:numFmt formatCode="#,##0" sourceLinked="0"/>
            <c:spPr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Gráficos!$C$87:$I$87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Gráficos!$C$88:$I$88</c:f>
              <c:numCache>
                <c:formatCode>#,##0</c:formatCode>
                <c:ptCount val="7"/>
                <c:pt idx="0">
                  <c:v>-308517.06649154145</c:v>
                </c:pt>
                <c:pt idx="1">
                  <c:v>3870217.4653863944</c:v>
                </c:pt>
                <c:pt idx="2">
                  <c:v>7532412.1968785785</c:v>
                </c:pt>
                <c:pt idx="3">
                  <c:v>15682814.727016576</c:v>
                </c:pt>
                <c:pt idx="4">
                  <c:v>21619554.791074175</c:v>
                </c:pt>
                <c:pt idx="5">
                  <c:v>23389223.890737437</c:v>
                </c:pt>
                <c:pt idx="6">
                  <c:v>23403846.53341458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51EC-4D67-8F59-50C5F9AA02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3654336"/>
        <c:axId val="1333659744"/>
      </c:barChart>
      <c:lineChart>
        <c:grouping val="standard"/>
        <c:varyColors val="0"/>
        <c:ser>
          <c:idx val="1"/>
          <c:order val="2"/>
          <c:tx>
            <c:strRef>
              <c:f>Gráficos!$B$90</c:f>
              <c:strCache>
                <c:ptCount val="1"/>
                <c:pt idx="0">
                  <c:v>Divida Líquida / EBIT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5720435042568291E-2"/>
                  <c:y val="-2.94173598400058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1EC-4D67-8F59-50C5F9AA0271}"/>
                </c:ext>
              </c:extLst>
            </c:dLbl>
            <c:dLbl>
              <c:idx val="1"/>
              <c:layout>
                <c:manualLayout>
                  <c:x val="-5.1537103174603173E-2"/>
                  <c:y val="9.487301587301495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1EC-4D67-8F59-50C5F9AA0271}"/>
                </c:ext>
              </c:extLst>
            </c:dLbl>
            <c:dLbl>
              <c:idx val="2"/>
              <c:layout>
                <c:manualLayout>
                  <c:x val="-1.8779166666666711E-2"/>
                  <c:y val="1.95666666666665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1EC-4D67-8F59-50C5F9AA0271}"/>
                </c:ext>
              </c:extLst>
            </c:dLbl>
            <c:dLbl>
              <c:idx val="4"/>
              <c:layout>
                <c:manualLayout>
                  <c:x val="-3.8039867537943604E-2"/>
                  <c:y val="3.1295063659580562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1EC-4D67-8F59-50C5F9AA0271}"/>
                </c:ext>
              </c:extLst>
            </c:dLbl>
            <c:spPr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Gráficos!$C$82:$I$82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Gráficos!$C$90:$I$90</c:f>
              <c:numCache>
                <c:formatCode>0.00\x</c:formatCode>
                <c:ptCount val="7"/>
                <c:pt idx="0">
                  <c:v>-7.5340214267022865E-2</c:v>
                </c:pt>
                <c:pt idx="1">
                  <c:v>1.0917891425761304</c:v>
                </c:pt>
                <c:pt idx="2">
                  <c:v>1.3612226701471364</c:v>
                </c:pt>
                <c:pt idx="3">
                  <c:v>1.7479398856392854</c:v>
                </c:pt>
                <c:pt idx="4">
                  <c:v>1.8003197278128227</c:v>
                </c:pt>
                <c:pt idx="5">
                  <c:v>1.5043753825790129</c:v>
                </c:pt>
                <c:pt idx="6">
                  <c:v>1.1925216850202132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1EC-4D67-8F59-50C5F9AA02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84106432"/>
        <c:axId val="1084113152"/>
      </c:lineChart>
      <c:catAx>
        <c:axId val="1333654336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333659744"/>
        <c:crosses val="autoZero"/>
        <c:auto val="1"/>
        <c:lblAlgn val="ctr"/>
        <c:lblOffset val="100"/>
        <c:noMultiLvlLbl val="0"/>
      </c:catAx>
      <c:valAx>
        <c:axId val="133365974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333654336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</c:dispUnitsLbl>
        </c:dispUnits>
      </c:valAx>
      <c:valAx>
        <c:axId val="1084113152"/>
        <c:scaling>
          <c:orientation val="minMax"/>
        </c:scaling>
        <c:delete val="0"/>
        <c:axPos val="r"/>
        <c:numFmt formatCode="0.00\x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084106432"/>
        <c:crosses val="max"/>
        <c:crossBetween val="between"/>
      </c:valAx>
      <c:catAx>
        <c:axId val="1084106432"/>
        <c:scaling>
          <c:orientation val="minMax"/>
        </c:scaling>
        <c:delete val="1"/>
        <c:axPos val="b"/>
        <c:numFmt formatCode="0" sourceLinked="1"/>
        <c:majorTickMark val="out"/>
        <c:minorTickMark val="none"/>
        <c:tickLblPos val="nextTo"/>
        <c:crossAx val="10841131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8282083333333332"/>
          <c:y val="0.91041865079365081"/>
          <c:w val="0.63778472222222227"/>
          <c:h val="7.89583333333333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latin typeface="Poppins" panose="00000500000000000000" pitchFamily="2" charset="0"/>
          <a:cs typeface="Poppins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r>
              <a:rPr lang="pt-BR">
                <a:solidFill>
                  <a:schemeClr val="tx1"/>
                </a:solidFill>
              </a:rPr>
              <a:t>Alavancagem Financeira I EBITDA</a:t>
            </a:r>
          </a:p>
        </c:rich>
      </c:tx>
      <c:layout>
        <c:manualLayout>
          <c:xMode val="edge"/>
          <c:yMode val="edge"/>
          <c:x val="0.37233111389026691"/>
          <c:y val="1.589457834167376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4.3058220206946184E-2"/>
          <c:y val="0.10406944444444445"/>
          <c:w val="0.91954460661361426"/>
          <c:h val="0.739588396775184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Gráficos!$B$98</c:f>
              <c:strCache>
                <c:ptCount val="1"/>
                <c:pt idx="0">
                  <c:v>Dívida Total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Gráficos!$C$82:$I$82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Gráficos!$C$98:$I$98</c:f>
              <c:numCache>
                <c:formatCode>#,##0</c:formatCode>
                <c:ptCount val="7"/>
                <c:pt idx="0">
                  <c:v>2801953.8624999998</c:v>
                </c:pt>
                <c:pt idx="1">
                  <c:v>7515839.1157882931</c:v>
                </c:pt>
                <c:pt idx="2">
                  <c:v>13428409.901781794</c:v>
                </c:pt>
                <c:pt idx="3">
                  <c:v>24096377.152199782</c:v>
                </c:pt>
                <c:pt idx="4">
                  <c:v>33351407.834934492</c:v>
                </c:pt>
                <c:pt idx="5">
                  <c:v>40041252.418451838</c:v>
                </c:pt>
                <c:pt idx="6">
                  <c:v>45964406.142689452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24-471E-B6F8-4805107B6048}"/>
            </c:ext>
          </c:extLst>
        </c:ser>
        <c:ser>
          <c:idx val="2"/>
          <c:order val="1"/>
          <c:tx>
            <c:strRef>
              <c:f>Gráficos!$B$99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solidFill>
                <a:srgbClr val="BFBFBF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Gráficos!$C$82:$I$82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Gráficos!$C$99:$I$99</c:f>
              <c:numCache>
                <c:formatCode>#,##0</c:formatCode>
                <c:ptCount val="7"/>
                <c:pt idx="0">
                  <c:v>6946724.1524629984</c:v>
                </c:pt>
                <c:pt idx="1">
                  <c:v>7351020.4669805244</c:v>
                </c:pt>
                <c:pt idx="2">
                  <c:v>11006967.030000411</c:v>
                </c:pt>
                <c:pt idx="3">
                  <c:v>16130796.006930336</c:v>
                </c:pt>
                <c:pt idx="4">
                  <c:v>22176420.726756915</c:v>
                </c:pt>
                <c:pt idx="5">
                  <c:v>28979314.018727481</c:v>
                </c:pt>
                <c:pt idx="6">
                  <c:v>36365732.058038153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C24-471E-B6F8-4805107B60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3654336"/>
        <c:axId val="1333659744"/>
      </c:barChart>
      <c:lineChart>
        <c:grouping val="standard"/>
        <c:varyColors val="0"/>
        <c:ser>
          <c:idx val="1"/>
          <c:order val="2"/>
          <c:tx>
            <c:strRef>
              <c:f>Gráficos!$B$100</c:f>
              <c:strCache>
                <c:ptCount val="1"/>
                <c:pt idx="0">
                  <c:v>Dívida Total / EBITDA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5.1537103174603173E-2"/>
                  <c:y val="9.487301587301495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C24-471E-B6F8-4805107B6048}"/>
                </c:ext>
              </c:extLst>
            </c:dLbl>
            <c:dLbl>
              <c:idx val="2"/>
              <c:layout>
                <c:manualLayout>
                  <c:x val="-1.8779166666666711E-2"/>
                  <c:y val="1.95666666666665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C24-471E-B6F8-4805107B6048}"/>
                </c:ext>
              </c:extLst>
            </c:dLbl>
            <c:spPr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Gráficos!$C$82:$I$82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Gráficos!$C$100:$I$100</c:f>
              <c:numCache>
                <c:formatCode>0.00\x</c:formatCode>
                <c:ptCount val="7"/>
                <c:pt idx="0">
                  <c:v>0.40334894563310852</c:v>
                </c:pt>
                <c:pt idx="1">
                  <c:v>1.0224211930232143</c:v>
                </c:pt>
                <c:pt idx="2">
                  <c:v>1.2199918347335408</c:v>
                </c:pt>
                <c:pt idx="3">
                  <c:v>1.4938120314612597</c:v>
                </c:pt>
                <c:pt idx="4">
                  <c:v>1.5039130185104406</c:v>
                </c:pt>
                <c:pt idx="5">
                  <c:v>1.3817184351767517</c:v>
                </c:pt>
                <c:pt idx="6">
                  <c:v>1.263948325564634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C24-471E-B6F8-4805107B60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84106432"/>
        <c:axId val="1084113152"/>
      </c:lineChart>
      <c:catAx>
        <c:axId val="1333654336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333659744"/>
        <c:crosses val="autoZero"/>
        <c:auto val="1"/>
        <c:lblAlgn val="ctr"/>
        <c:lblOffset val="100"/>
        <c:noMultiLvlLbl val="0"/>
      </c:catAx>
      <c:valAx>
        <c:axId val="133365974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333654336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</c:dispUnitsLbl>
        </c:dispUnits>
      </c:valAx>
      <c:valAx>
        <c:axId val="1084113152"/>
        <c:scaling>
          <c:orientation val="minMax"/>
        </c:scaling>
        <c:delete val="0"/>
        <c:axPos val="r"/>
        <c:numFmt formatCode="0.00\x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084106432"/>
        <c:crosses val="max"/>
        <c:crossBetween val="between"/>
      </c:valAx>
      <c:catAx>
        <c:axId val="1084106432"/>
        <c:scaling>
          <c:orientation val="minMax"/>
        </c:scaling>
        <c:delete val="1"/>
        <c:axPos val="b"/>
        <c:numFmt formatCode="0" sourceLinked="1"/>
        <c:majorTickMark val="out"/>
        <c:minorTickMark val="none"/>
        <c:tickLblPos val="nextTo"/>
        <c:crossAx val="10841131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bg1"/>
          </a:solidFill>
          <a:latin typeface="Poppins" panose="00000500000000000000" pitchFamily="2" charset="0"/>
          <a:cs typeface="Poppins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r>
              <a:rPr lang="pt-BR">
                <a:solidFill>
                  <a:schemeClr val="tx1"/>
                </a:solidFill>
              </a:rPr>
              <a:t>Divida Líquida / EBITDA</a:t>
            </a:r>
          </a:p>
        </c:rich>
      </c:tx>
      <c:layout>
        <c:manualLayout>
          <c:xMode val="edge"/>
          <c:yMode val="edge"/>
          <c:x val="0.3928430215476244"/>
          <c:y val="1.51190101237345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6.6891666666666669E-2"/>
          <c:y val="0.10406944444444445"/>
          <c:w val="0.84673809523809529"/>
          <c:h val="0.791773809523809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Gráficos!$B$99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solidFill>
                <a:srgbClr val="4472C4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Gráficos!$C$102:$I$102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Gráficos!$C$99:$I$99</c:f>
              <c:numCache>
                <c:formatCode>#,##0</c:formatCode>
                <c:ptCount val="7"/>
                <c:pt idx="0">
                  <c:v>6946724.1524629984</c:v>
                </c:pt>
                <c:pt idx="1">
                  <c:v>7351020.4669805244</c:v>
                </c:pt>
                <c:pt idx="2">
                  <c:v>11006967.030000411</c:v>
                </c:pt>
                <c:pt idx="3">
                  <c:v>16130796.006930336</c:v>
                </c:pt>
                <c:pt idx="4">
                  <c:v>22176420.726756915</c:v>
                </c:pt>
                <c:pt idx="5">
                  <c:v>28979314.018727481</c:v>
                </c:pt>
                <c:pt idx="6">
                  <c:v>36365732.058038153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48-4D6F-BA92-69E8C7D5075D}"/>
            </c:ext>
          </c:extLst>
        </c:ser>
        <c:ser>
          <c:idx val="2"/>
          <c:order val="1"/>
          <c:tx>
            <c:strRef>
              <c:f>Gráficos!$B$103</c:f>
              <c:strCache>
                <c:ptCount val="1"/>
                <c:pt idx="0">
                  <c:v>Dívida Líquida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2811016711848872E-2"/>
                  <c:y val="5.428421447319085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22D-4A3C-8BAC-B80AF3C73419}"/>
                </c:ext>
              </c:extLst>
            </c:dLbl>
            <c:numFmt formatCode="#,##0" sourceLinked="0"/>
            <c:spPr>
              <a:solidFill>
                <a:srgbClr val="BFBFBF"/>
              </a:solidFill>
              <a:ln w="12700" cap="flat" cmpd="sng" algn="ctr">
                <a:noFill/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Gráficos!$C$102:$I$102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Gráficos!$C$103:$I$103</c:f>
              <c:numCache>
                <c:formatCode>#,##0</c:formatCode>
                <c:ptCount val="7"/>
                <c:pt idx="0">
                  <c:v>-308517.06649154145</c:v>
                </c:pt>
                <c:pt idx="1">
                  <c:v>3870217.4653863944</c:v>
                </c:pt>
                <c:pt idx="2">
                  <c:v>7532412.1968785785</c:v>
                </c:pt>
                <c:pt idx="3">
                  <c:v>15682814.727016576</c:v>
                </c:pt>
                <c:pt idx="4">
                  <c:v>21619554.791074175</c:v>
                </c:pt>
                <c:pt idx="5">
                  <c:v>23389223.890737437</c:v>
                </c:pt>
                <c:pt idx="6">
                  <c:v>23403846.53341458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2148-4D6F-BA92-69E8C7D50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3654336"/>
        <c:axId val="1333659744"/>
      </c:barChart>
      <c:lineChart>
        <c:grouping val="standard"/>
        <c:varyColors val="0"/>
        <c:ser>
          <c:idx val="1"/>
          <c:order val="2"/>
          <c:tx>
            <c:strRef>
              <c:f>Gráficos!$B$105</c:f>
              <c:strCache>
                <c:ptCount val="1"/>
                <c:pt idx="0">
                  <c:v>Divida Líquida / EBITDA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2.8389112916354951E-2"/>
                  <c:y val="-0.0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22D-4A3C-8BAC-B80AF3C73419}"/>
                </c:ext>
              </c:extLst>
            </c:dLbl>
            <c:dLbl>
              <c:idx val="6"/>
              <c:layout>
                <c:manualLayout>
                  <c:x val="-6.2187904968429943E-2"/>
                  <c:y val="-5.33333333333333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22D-4A3C-8BAC-B80AF3C73419}"/>
                </c:ext>
              </c:extLst>
            </c:dLbl>
            <c:spPr>
              <a:solidFill>
                <a:srgbClr val="F79646"/>
              </a:solidFill>
              <a:ln w="12700" cap="flat" cmpd="sng" algn="ctr">
                <a:solidFill>
                  <a:srgbClr val="F79646">
                    <a:shade val="15000"/>
                  </a:srgbClr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Gráficos!$C$82:$I$82</c:f>
              <c:numCache>
                <c:formatCode>0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Gráficos!$C$105:$I$105</c:f>
              <c:numCache>
                <c:formatCode>0.00\x</c:formatCode>
                <c:ptCount val="7"/>
                <c:pt idx="0">
                  <c:v>-4.441187813426492E-2</c:v>
                </c:pt>
                <c:pt idx="1">
                  <c:v>0.52648710240581187</c:v>
                </c:pt>
                <c:pt idx="2">
                  <c:v>0.68433131273568437</c:v>
                </c:pt>
                <c:pt idx="3">
                  <c:v>0.97222819755942036</c:v>
                </c:pt>
                <c:pt idx="4">
                  <c:v>0.97488927800639824</c:v>
                </c:pt>
                <c:pt idx="5">
                  <c:v>0.8071006744887913</c:v>
                </c:pt>
                <c:pt idx="6">
                  <c:v>0.64356868977814174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148-4D6F-BA92-69E8C7D50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84106432"/>
        <c:axId val="1084113152"/>
      </c:lineChart>
      <c:catAx>
        <c:axId val="1333654336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333659744"/>
        <c:crosses val="autoZero"/>
        <c:auto val="1"/>
        <c:lblAlgn val="ctr"/>
        <c:lblOffset val="100"/>
        <c:noMultiLvlLbl val="0"/>
      </c:catAx>
      <c:valAx>
        <c:axId val="133365974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333654336"/>
        <c:crosses val="autoZero"/>
        <c:crossBetween val="between"/>
      </c:valAx>
      <c:valAx>
        <c:axId val="1084113152"/>
        <c:scaling>
          <c:orientation val="minMax"/>
        </c:scaling>
        <c:delete val="0"/>
        <c:axPos val="r"/>
        <c:numFmt formatCode="0.00\x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084106432"/>
        <c:crosses val="max"/>
        <c:crossBetween val="between"/>
      </c:valAx>
      <c:catAx>
        <c:axId val="1084106432"/>
        <c:scaling>
          <c:orientation val="minMax"/>
        </c:scaling>
        <c:delete val="1"/>
        <c:axPos val="b"/>
        <c:numFmt formatCode="0" sourceLinked="1"/>
        <c:majorTickMark val="out"/>
        <c:minorTickMark val="none"/>
        <c:tickLblPos val="nextTo"/>
        <c:crossAx val="10841131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8282083333333332"/>
          <c:y val="0.91041865079365081"/>
          <c:w val="0.63778472222222227"/>
          <c:h val="7.89583333333333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bg1"/>
          </a:solidFill>
          <a:latin typeface="Poppins" panose="00000500000000000000" pitchFamily="2" charset="0"/>
          <a:cs typeface="Poppins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r>
              <a:rPr lang="en-US">
                <a:solidFill>
                  <a:schemeClr val="tx1"/>
                </a:solidFill>
              </a:rPr>
              <a:t>EBITDA e Margem EBITDA (%)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EBIT</c:v>
          </c:tx>
          <c:spPr>
            <a:solidFill>
              <a:srgbClr val="44546A"/>
            </a:solidFill>
            <a:ln>
              <a:noFill/>
            </a:ln>
            <a:effectLst/>
          </c:spPr>
          <c:invertIfNegative val="1"/>
          <c:dLbls>
            <c:spPr>
              <a:solidFill>
                <a:srgbClr val="44546A"/>
              </a:solidFill>
              <a:ln w="25400" cap="flat" cmpd="sng" algn="ctr">
                <a:solidFill>
                  <a:schemeClr val="accent1"/>
                </a:solidFill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'P&amp;L e Cash Flow'!$E$2:$K$2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'P&amp;L e Cash Flow'!$E$106:$K$106</c:f>
              <c:numCache>
                <c:formatCode>#,##0</c:formatCode>
                <c:ptCount val="7"/>
                <c:pt idx="0">
                  <c:v>6946724.1524629984</c:v>
                </c:pt>
                <c:pt idx="1">
                  <c:v>7351020.4669805244</c:v>
                </c:pt>
                <c:pt idx="2">
                  <c:v>11006967.030000411</c:v>
                </c:pt>
                <c:pt idx="3">
                  <c:v>16130796.006930336</c:v>
                </c:pt>
                <c:pt idx="4">
                  <c:v>22176420.726756915</c:v>
                </c:pt>
                <c:pt idx="5">
                  <c:v>28979314.018727481</c:v>
                </c:pt>
                <c:pt idx="6">
                  <c:v>36365732.058038153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14BA-48B5-BEDF-68B80DC6C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04719560"/>
        <c:axId val="387290824"/>
      </c:barChart>
      <c:lineChart>
        <c:grouping val="standard"/>
        <c:varyColors val="0"/>
        <c:ser>
          <c:idx val="1"/>
          <c:order val="1"/>
          <c:tx>
            <c:v>Margem de EBIT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9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2.9479125618851784E-2"/>
                  <c:y val="2.739726449562606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47-42FD-A7E3-6CDE0065437A}"/>
                </c:ext>
              </c:extLst>
            </c:dLbl>
            <c:spPr>
              <a:solidFill>
                <a:schemeClr val="bg1"/>
              </a:solidFill>
              <a:ln w="25400" cap="flat" cmpd="sng" algn="ctr">
                <a:solidFill>
                  <a:schemeClr val="accent1"/>
                </a:solidFill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'P&amp;L e Cash Flow'!$E$2:$K$2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'P&amp;L e Cash Flow'!$E$107:$K$107</c:f>
              <c:numCache>
                <c:formatCode>0.0%</c:formatCode>
                <c:ptCount val="7"/>
                <c:pt idx="0">
                  <c:v>0.5915305822253607</c:v>
                </c:pt>
                <c:pt idx="1">
                  <c:v>0.52142240520053595</c:v>
                </c:pt>
                <c:pt idx="2">
                  <c:v>0.48856083534220984</c:v>
                </c:pt>
                <c:pt idx="3">
                  <c:v>0.52459903516371531</c:v>
                </c:pt>
                <c:pt idx="4">
                  <c:v>0.55894681591179485</c:v>
                </c:pt>
                <c:pt idx="5">
                  <c:v>0.58595640034992469</c:v>
                </c:pt>
                <c:pt idx="6">
                  <c:v>0.60432833242154582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4BA-48B5-BEDF-68B80DC6C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7285336"/>
        <c:axId val="387287688"/>
      </c:lineChart>
      <c:catAx>
        <c:axId val="304719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387290824"/>
        <c:crosses val="autoZero"/>
        <c:auto val="1"/>
        <c:lblAlgn val="ctr"/>
        <c:lblOffset val="100"/>
        <c:noMultiLvlLbl val="0"/>
      </c:catAx>
      <c:valAx>
        <c:axId val="387290824"/>
        <c:scaling>
          <c:orientation val="minMax"/>
        </c:scaling>
        <c:delete val="0"/>
        <c:axPos val="l"/>
        <c:numFmt formatCode="_(#,##0_);\(#,##0\);\-_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304719560"/>
        <c:crosses val="autoZero"/>
        <c:crossBetween val="between"/>
        <c:dispUnits>
          <c:builtInUnit val="thousands"/>
        </c:dispUnits>
      </c:valAx>
      <c:valAx>
        <c:axId val="387287688"/>
        <c:scaling>
          <c:orientation val="minMax"/>
          <c:max val="1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387285336"/>
        <c:crosses val="max"/>
        <c:crossBetween val="between"/>
      </c:valAx>
      <c:catAx>
        <c:axId val="3872853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8728768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Poppins" panose="00000500000000000000" pitchFamily="2" charset="0"/>
          <a:cs typeface="Poppins" panose="00000500000000000000" pitchFamily="2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7019BFB-23CF-7B3E-78EA-9795C746D8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F1D0EAE-7A4D-2730-0929-01321CB141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8415C-30DA-4445-B5EB-13D5EAA8F39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8F1C57E-6E87-34E5-B5D5-208E124CDC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84EB0DE-68DA-5FA1-2F20-8E8D9AA9BE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4CA80-9796-4792-BAD4-59A5E6C586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263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4608" userDrawn="1">
          <p15:clr>
            <a:srgbClr val="F26B43"/>
          </p15:clr>
        </p15:guide>
        <p15:guide id="2" pos="259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953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79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65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5AC56-FF20-0ED3-4101-FF1A39FB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A0B4C3-9B50-A5EC-25F5-D9CB07463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3473B45-05BF-124F-48CB-2AD082132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27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98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2F427-F2CC-495F-4280-167ADE61E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E7B877-8916-FD5C-6A07-59996FE69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7E162B-363D-E273-25B3-7D43B09A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69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92A9F-AEE8-2F3D-2D39-02E99912C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4496D2D-63F6-9708-3770-BA06AC51E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3050372-E8DA-1C87-2513-D0183C8C7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2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C3480-1AFA-0A83-BBBC-F345313D7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C0031CC-8A9C-3F02-CACE-30A998DBA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5F2B41-5D8C-426E-3A24-ED6BB975C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4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3061C-7EA3-D3F7-B350-448D02C6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C0C522-7D41-2377-C71A-1E4F57D34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26CA41-9D40-2B1F-5086-59A5440ED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62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93D3F-CA7E-B1C4-D43B-384571EB4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11EDC01-BAA3-6BA8-DE68-86C01106A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B571563-4FD5-B3F6-CCBA-18BC2D0DA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00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96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FEC83-E106-3A03-576D-1AA3BA1A1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E7532C6-4040-2214-4986-DB20AD93E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0A54B1-6A7F-060F-6C72-61D664AD2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57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09285-4E4D-890A-2BE2-A0B8789C9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0F672F-23FA-6D1F-E457-B7FF4605A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22EC5E-1C4A-A2A5-1011-646D10394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7F461-2581-52F4-DE04-8C4676EE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5C273ED-2FD6-C131-B700-766833891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D265589-7BC5-3B92-5D84-C09B6FA50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625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EB1B0-D914-2CFA-4232-6924E2F3E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C8D442-4DAF-A67A-4FDE-94EDCCDFE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A0663DB-681E-A502-2C16-74FB42DDA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70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688A0-80AF-9043-5D54-18D8AF2D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BAAC7A-FB86-23D2-8A12-907214A18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314BC2D-2ED4-603B-8B1D-F9869E1F8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575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F02BB-2EF7-243E-633D-CBA13B535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B98A8B-C26D-4E8B-7FB0-DC16FA8FC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E9436FE-34E7-C28F-A98D-A761305C5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4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B076-29F8-5E5F-337B-AFBC6C47E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489EEC-E151-AD38-5363-63382E3DF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1E4C0F-CAC4-C5A6-4341-C8C9921F5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872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7BB6-C153-33EB-B9C6-E29548D0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54D4B25-1B04-3189-70EB-301C0B036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11EAF13-3418-C0C3-F348-4F865F60F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E69CF52-728C-0365-4B49-BD632A947AD8}"/>
              </a:ext>
            </a:extLst>
          </p:cNvPr>
          <p:cNvPicPr/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736600" cy="8229600"/>
          </a:xfrm>
          <a:prstGeom prst="rect">
            <a:avLst/>
          </a:prstGeom>
        </p:spPr>
      </p:pic>
      <p:cxnSp>
        <p:nvCxnSpPr>
          <p:cNvPr id="3" name="Conector reto 28">
            <a:extLst>
              <a:ext uri="{FF2B5EF4-FFF2-40B4-BE49-F238E27FC236}">
                <a16:creationId xmlns:a16="http://schemas.microsoft.com/office/drawing/2014/main" id="{8370C2F2-CD23-BADF-6641-FBAB333F0154}"/>
              </a:ext>
            </a:extLst>
          </p:cNvPr>
          <p:cNvCxnSpPr>
            <a:cxnSpLocks/>
          </p:cNvCxnSpPr>
          <p:nvPr userDrawn="1"/>
        </p:nvCxnSpPr>
        <p:spPr>
          <a:xfrm>
            <a:off x="736600" y="7897177"/>
            <a:ext cx="13546891" cy="0"/>
          </a:xfrm>
          <a:prstGeom prst="line">
            <a:avLst/>
          </a:prstGeom>
          <a:ln w="14605">
            <a:solidFill>
              <a:srgbClr val="6D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07552B6-0FD4-01C0-88FC-F274CCDB89B6}"/>
              </a:ext>
            </a:extLst>
          </p:cNvPr>
          <p:cNvSpPr txBox="1">
            <a:spLocks/>
          </p:cNvSpPr>
          <p:nvPr userDrawn="1"/>
        </p:nvSpPr>
        <p:spPr>
          <a:xfrm>
            <a:off x="14283491" y="7891939"/>
            <a:ext cx="346909" cy="337661"/>
          </a:xfrm>
          <a:prstGeom prst="rect">
            <a:avLst/>
          </a:prstGeom>
          <a:solidFill>
            <a:srgbClr val="6D6E72"/>
          </a:solidFill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1D4336-1275-F84C-A151-C19CFA08077B}" type="slidenum">
              <a:rPr lang="en-BR" smtClean="0"/>
              <a:pPr/>
              <a:t>‹nº›</a:t>
            </a:fld>
            <a:endParaRPr lang="en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E621B99-3E95-31AA-209B-72569E1893A3}"/>
              </a:ext>
            </a:extLst>
          </p:cNvPr>
          <p:cNvSpPr txBox="1">
            <a:spLocks/>
          </p:cNvSpPr>
          <p:nvPr userDrawn="1"/>
        </p:nvSpPr>
        <p:spPr>
          <a:xfrm>
            <a:off x="7252465" y="13571901"/>
            <a:ext cx="346909" cy="337661"/>
          </a:xfrm>
          <a:prstGeom prst="rect">
            <a:avLst/>
          </a:prstGeom>
          <a:solidFill>
            <a:srgbClr val="E11D23"/>
          </a:solidFill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1D4336-1275-F84C-A151-C19CFA08077B}" type="slidenum">
              <a:rPr lang="en-BR" smtClean="0"/>
              <a:pPr/>
              <a:t>‹nº›</a:t>
            </a:fld>
            <a:endParaRPr lang="en-BR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1B24836-D138-D460-29B0-B428BA151270}"/>
              </a:ext>
            </a:extLst>
          </p:cNvPr>
          <p:cNvSpPr txBox="1">
            <a:spLocks/>
          </p:cNvSpPr>
          <p:nvPr userDrawn="1"/>
        </p:nvSpPr>
        <p:spPr>
          <a:xfrm>
            <a:off x="20313514" y="2965044"/>
            <a:ext cx="346909" cy="337661"/>
          </a:xfrm>
          <a:prstGeom prst="rect">
            <a:avLst/>
          </a:prstGeom>
          <a:solidFill>
            <a:srgbClr val="E11D23"/>
          </a:solidFill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1D4336-1275-F84C-A151-C19CFA08077B}" type="slidenum">
              <a:rPr lang="en-BR" smtClean="0"/>
              <a:pPr/>
              <a:t>‹nº›</a:t>
            </a:fld>
            <a:endParaRPr lang="en-BR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04312B-B5E4-225B-8D4B-7C4FAA2A1D4B}"/>
              </a:ext>
            </a:extLst>
          </p:cNvPr>
          <p:cNvSpPr txBox="1">
            <a:spLocks/>
          </p:cNvSpPr>
          <p:nvPr userDrawn="1"/>
        </p:nvSpPr>
        <p:spPr>
          <a:xfrm>
            <a:off x="-5565303" y="3133874"/>
            <a:ext cx="346909" cy="337661"/>
          </a:xfrm>
          <a:prstGeom prst="rect">
            <a:avLst/>
          </a:prstGeom>
          <a:solidFill>
            <a:srgbClr val="E11D23"/>
          </a:solidFill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1D4336-1275-F84C-A151-C19CFA08077B}" type="slidenum">
              <a:rPr lang="en-BR" smtClean="0"/>
              <a:pPr/>
              <a:t>‹nº›</a:t>
            </a:fld>
            <a:endParaRPr lang="en-B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408D043-E890-DCA2-C7A8-F5CD700B687F}"/>
              </a:ext>
            </a:extLst>
          </p:cNvPr>
          <p:cNvSpPr txBox="1">
            <a:spLocks/>
          </p:cNvSpPr>
          <p:nvPr userDrawn="1"/>
        </p:nvSpPr>
        <p:spPr>
          <a:xfrm>
            <a:off x="7252465" y="-4777246"/>
            <a:ext cx="346909" cy="337661"/>
          </a:xfrm>
          <a:prstGeom prst="rect">
            <a:avLst/>
          </a:prstGeom>
          <a:solidFill>
            <a:srgbClr val="E11D23"/>
          </a:solidFill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1D4336-1275-F84C-A151-C19CFA08077B}" type="slidenum">
              <a:rPr lang="en-BR" smtClean="0"/>
              <a:pPr/>
              <a:t>‹nº›</a:t>
            </a:fld>
            <a:endParaRPr lang="en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8"/>
          </a:solidFill>
          <a:ln/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6D24619-21A3-5CDB-EA6F-4209357E3868}"/>
              </a:ext>
            </a:extLst>
          </p:cNvPr>
          <p:cNvSpPr/>
          <p:nvPr userDrawn="1"/>
        </p:nvSpPr>
        <p:spPr>
          <a:xfrm>
            <a:off x="36190" y="0"/>
            <a:ext cx="14611351" cy="8229600"/>
          </a:xfrm>
          <a:prstGeom prst="rect">
            <a:avLst/>
          </a:prstGeom>
          <a:solidFill>
            <a:srgbClr val="2E34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65EABB3A-8890-E6EF-969C-2D1B8F149D1E}"/>
              </a:ext>
            </a:extLst>
          </p:cNvPr>
          <p:cNvGrpSpPr/>
          <p:nvPr userDrawn="1"/>
        </p:nvGrpSpPr>
        <p:grpSpPr>
          <a:xfrm>
            <a:off x="11834785" y="607710"/>
            <a:ext cx="2374377" cy="443017"/>
            <a:chOff x="1746503" y="3747807"/>
            <a:chExt cx="3244333" cy="650875"/>
          </a:xfrm>
        </p:grpSpPr>
        <p:pic>
          <p:nvPicPr>
            <p:cNvPr id="10" name="object 21">
              <a:extLst>
                <a:ext uri="{FF2B5EF4-FFF2-40B4-BE49-F238E27FC236}">
                  <a16:creationId xmlns:a16="http://schemas.microsoft.com/office/drawing/2014/main" id="{08627AE4-BC5D-0046-E6AD-DA21DF70A7D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626" y="4190444"/>
              <a:ext cx="1207523" cy="160885"/>
            </a:xfrm>
            <a:prstGeom prst="rect">
              <a:avLst/>
            </a:prstGeom>
          </p:spPr>
        </p:pic>
        <p:sp>
          <p:nvSpPr>
            <p:cNvPr id="11" name="object 22">
              <a:extLst>
                <a:ext uri="{FF2B5EF4-FFF2-40B4-BE49-F238E27FC236}">
                  <a16:creationId xmlns:a16="http://schemas.microsoft.com/office/drawing/2014/main" id="{7BE47C0E-59D7-016F-D55A-8AAFDC0C4740}"/>
                </a:ext>
              </a:extLst>
            </p:cNvPr>
            <p:cNvSpPr/>
            <p:nvPr/>
          </p:nvSpPr>
          <p:spPr>
            <a:xfrm>
              <a:off x="2644047" y="3796442"/>
              <a:ext cx="925830" cy="322580"/>
            </a:xfrm>
            <a:custGeom>
              <a:avLst/>
              <a:gdLst/>
              <a:ahLst/>
              <a:cxnLst/>
              <a:rect l="l" t="t" r="r" b="b"/>
              <a:pathLst>
                <a:path w="925830" h="322579">
                  <a:moveTo>
                    <a:pt x="359206" y="320611"/>
                  </a:moveTo>
                  <a:lnTo>
                    <a:pt x="358279" y="1930"/>
                  </a:lnTo>
                  <a:lnTo>
                    <a:pt x="297738" y="1930"/>
                  </a:lnTo>
                  <a:lnTo>
                    <a:pt x="180289" y="199961"/>
                  </a:lnTo>
                  <a:lnTo>
                    <a:pt x="61010" y="1930"/>
                  </a:lnTo>
                  <a:lnTo>
                    <a:pt x="0" y="1930"/>
                  </a:lnTo>
                  <a:lnTo>
                    <a:pt x="0" y="320611"/>
                  </a:lnTo>
                  <a:lnTo>
                    <a:pt x="69202" y="320611"/>
                  </a:lnTo>
                  <a:lnTo>
                    <a:pt x="69202" y="133502"/>
                  </a:lnTo>
                  <a:lnTo>
                    <a:pt x="162547" y="286918"/>
                  </a:lnTo>
                  <a:lnTo>
                    <a:pt x="195770" y="286918"/>
                  </a:lnTo>
                  <a:lnTo>
                    <a:pt x="289547" y="129413"/>
                  </a:lnTo>
                  <a:lnTo>
                    <a:pt x="290004" y="320611"/>
                  </a:lnTo>
                  <a:lnTo>
                    <a:pt x="359206" y="320611"/>
                  </a:lnTo>
                  <a:close/>
                </a:path>
                <a:path w="925830" h="322579">
                  <a:moveTo>
                    <a:pt x="670864" y="0"/>
                  </a:moveTo>
                  <a:lnTo>
                    <a:pt x="598385" y="0"/>
                  </a:lnTo>
                  <a:lnTo>
                    <a:pt x="598385" y="174866"/>
                  </a:lnTo>
                  <a:lnTo>
                    <a:pt x="597255" y="195389"/>
                  </a:lnTo>
                  <a:lnTo>
                    <a:pt x="580263" y="239420"/>
                  </a:lnTo>
                  <a:lnTo>
                    <a:pt x="543902" y="258737"/>
                  </a:lnTo>
                  <a:lnTo>
                    <a:pt x="527710" y="260032"/>
                  </a:lnTo>
                  <a:lnTo>
                    <a:pt x="496798" y="254711"/>
                  </a:lnTo>
                  <a:lnTo>
                    <a:pt x="474713" y="238747"/>
                  </a:lnTo>
                  <a:lnTo>
                    <a:pt x="461454" y="212128"/>
                  </a:lnTo>
                  <a:lnTo>
                    <a:pt x="457034" y="174866"/>
                  </a:lnTo>
                  <a:lnTo>
                    <a:pt x="457034" y="0"/>
                  </a:lnTo>
                  <a:lnTo>
                    <a:pt x="383641" y="0"/>
                  </a:lnTo>
                  <a:lnTo>
                    <a:pt x="383641" y="177596"/>
                  </a:lnTo>
                  <a:lnTo>
                    <a:pt x="386016" y="210464"/>
                  </a:lnTo>
                  <a:lnTo>
                    <a:pt x="404914" y="264134"/>
                  </a:lnTo>
                  <a:lnTo>
                    <a:pt x="442264" y="301396"/>
                  </a:lnTo>
                  <a:lnTo>
                    <a:pt x="495160" y="320205"/>
                  </a:lnTo>
                  <a:lnTo>
                    <a:pt x="527253" y="322554"/>
                  </a:lnTo>
                  <a:lnTo>
                    <a:pt x="559358" y="320205"/>
                  </a:lnTo>
                  <a:lnTo>
                    <a:pt x="612241" y="301396"/>
                  </a:lnTo>
                  <a:lnTo>
                    <a:pt x="649579" y="264134"/>
                  </a:lnTo>
                  <a:lnTo>
                    <a:pt x="668502" y="210464"/>
                  </a:lnTo>
                  <a:lnTo>
                    <a:pt x="670864" y="177596"/>
                  </a:lnTo>
                  <a:lnTo>
                    <a:pt x="670864" y="0"/>
                  </a:lnTo>
                  <a:close/>
                </a:path>
                <a:path w="925830" h="322579">
                  <a:moveTo>
                    <a:pt x="925614" y="261010"/>
                  </a:moveTo>
                  <a:lnTo>
                    <a:pt x="765810" y="261010"/>
                  </a:lnTo>
                  <a:lnTo>
                    <a:pt x="765810" y="1930"/>
                  </a:lnTo>
                  <a:lnTo>
                    <a:pt x="692073" y="1930"/>
                  </a:lnTo>
                  <a:lnTo>
                    <a:pt x="692073" y="261010"/>
                  </a:lnTo>
                  <a:lnTo>
                    <a:pt x="692073" y="320700"/>
                  </a:lnTo>
                  <a:lnTo>
                    <a:pt x="925614" y="320700"/>
                  </a:lnTo>
                  <a:lnTo>
                    <a:pt x="925614" y="261010"/>
                  </a:lnTo>
                  <a:close/>
                </a:path>
              </a:pathLst>
            </a:custGeom>
            <a:solidFill>
              <a:srgbClr val="D12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23">
              <a:extLst>
                <a:ext uri="{FF2B5EF4-FFF2-40B4-BE49-F238E27FC236}">
                  <a16:creationId xmlns:a16="http://schemas.microsoft.com/office/drawing/2014/main" id="{A5B63DE5-9AED-4076-C836-AD70D14DEA6C}"/>
                </a:ext>
              </a:extLst>
            </p:cNvPr>
            <p:cNvSpPr/>
            <p:nvPr/>
          </p:nvSpPr>
          <p:spPr>
            <a:xfrm>
              <a:off x="4848143" y="3955665"/>
              <a:ext cx="80645" cy="52069"/>
            </a:xfrm>
            <a:custGeom>
              <a:avLst/>
              <a:gdLst/>
              <a:ahLst/>
              <a:cxnLst/>
              <a:rect l="l" t="t" r="r" b="b"/>
              <a:pathLst>
                <a:path w="80644" h="52070">
                  <a:moveTo>
                    <a:pt x="80542" y="0"/>
                  </a:moveTo>
                  <a:lnTo>
                    <a:pt x="0" y="0"/>
                  </a:lnTo>
                  <a:lnTo>
                    <a:pt x="0" y="51642"/>
                  </a:lnTo>
                  <a:lnTo>
                    <a:pt x="80542" y="51642"/>
                  </a:lnTo>
                  <a:lnTo>
                    <a:pt x="80542" y="0"/>
                  </a:lnTo>
                  <a:close/>
                </a:path>
              </a:pathLst>
            </a:custGeom>
            <a:solidFill>
              <a:srgbClr val="D12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3" name="object 24">
              <a:extLst>
                <a:ext uri="{FF2B5EF4-FFF2-40B4-BE49-F238E27FC236}">
                  <a16:creationId xmlns:a16="http://schemas.microsoft.com/office/drawing/2014/main" id="{67B58CD8-F8E3-3645-B35D-478C001F1544}"/>
                </a:ext>
              </a:extLst>
            </p:cNvPr>
            <p:cNvGrpSpPr/>
            <p:nvPr/>
          </p:nvGrpSpPr>
          <p:grpSpPr>
            <a:xfrm>
              <a:off x="3525891" y="3794612"/>
              <a:ext cx="1464945" cy="326390"/>
              <a:chOff x="17889570" y="10361045"/>
              <a:chExt cx="1464945" cy="326390"/>
            </a:xfrm>
          </p:grpSpPr>
          <p:sp>
            <p:nvSpPr>
              <p:cNvPr id="17" name="object 25">
                <a:extLst>
                  <a:ext uri="{FF2B5EF4-FFF2-40B4-BE49-F238E27FC236}">
                    <a16:creationId xmlns:a16="http://schemas.microsoft.com/office/drawing/2014/main" id="{01CC90B3-3E04-AF79-F1F9-A212C56394B6}"/>
                  </a:ext>
                </a:extLst>
              </p:cNvPr>
              <p:cNvSpPr/>
              <p:nvPr/>
            </p:nvSpPr>
            <p:spPr>
              <a:xfrm>
                <a:off x="17889564" y="10364819"/>
                <a:ext cx="594995" cy="319405"/>
              </a:xfrm>
              <a:custGeom>
                <a:avLst/>
                <a:gdLst/>
                <a:ahLst/>
                <a:cxnLst/>
                <a:rect l="l" t="t" r="r" b="b"/>
                <a:pathLst>
                  <a:path w="594994" h="319404">
                    <a:moveTo>
                      <a:pt x="594791" y="0"/>
                    </a:moveTo>
                    <a:lnTo>
                      <a:pt x="522401" y="0"/>
                    </a:lnTo>
                    <a:lnTo>
                      <a:pt x="437273" y="141579"/>
                    </a:lnTo>
                    <a:lnTo>
                      <a:pt x="352145" y="0"/>
                    </a:lnTo>
                    <a:lnTo>
                      <a:pt x="273850" y="0"/>
                    </a:lnTo>
                    <a:lnTo>
                      <a:pt x="274078" y="393"/>
                    </a:lnTo>
                    <a:lnTo>
                      <a:pt x="0" y="393"/>
                    </a:lnTo>
                    <a:lnTo>
                      <a:pt x="0" y="60083"/>
                    </a:lnTo>
                    <a:lnTo>
                      <a:pt x="101981" y="60083"/>
                    </a:lnTo>
                    <a:lnTo>
                      <a:pt x="101981" y="319163"/>
                    </a:lnTo>
                    <a:lnTo>
                      <a:pt x="175717" y="319163"/>
                    </a:lnTo>
                    <a:lnTo>
                      <a:pt x="175717" y="60083"/>
                    </a:lnTo>
                    <a:lnTo>
                      <a:pt x="277698" y="60083"/>
                    </a:lnTo>
                    <a:lnTo>
                      <a:pt x="277698" y="6400"/>
                    </a:lnTo>
                    <a:lnTo>
                      <a:pt x="397217" y="204863"/>
                    </a:lnTo>
                    <a:lnTo>
                      <a:pt x="397217" y="318681"/>
                    </a:lnTo>
                    <a:lnTo>
                      <a:pt x="470966" y="318681"/>
                    </a:lnTo>
                    <a:lnTo>
                      <a:pt x="470966" y="205765"/>
                    </a:lnTo>
                    <a:lnTo>
                      <a:pt x="594791" y="0"/>
                    </a:lnTo>
                    <a:close/>
                  </a:path>
                </a:pathLst>
              </a:custGeom>
              <a:solidFill>
                <a:srgbClr val="D1272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26">
                <a:extLst>
                  <a:ext uri="{FF2B5EF4-FFF2-40B4-BE49-F238E27FC236}">
                    <a16:creationId xmlns:a16="http://schemas.microsoft.com/office/drawing/2014/main" id="{E71F50EA-7149-4867-76A3-9BD29E079A5B}"/>
                  </a:ext>
                </a:extLst>
              </p:cNvPr>
              <p:cNvSpPr/>
              <p:nvPr/>
            </p:nvSpPr>
            <p:spPr>
              <a:xfrm>
                <a:off x="18482679" y="10361047"/>
                <a:ext cx="871855" cy="326390"/>
              </a:xfrm>
              <a:custGeom>
                <a:avLst/>
                <a:gdLst/>
                <a:ahLst/>
                <a:cxnLst/>
                <a:rect l="l" t="t" r="r" b="b"/>
                <a:pathLst>
                  <a:path w="871855" h="326390">
                    <a:moveTo>
                      <a:pt x="218211" y="283159"/>
                    </a:moveTo>
                    <a:lnTo>
                      <a:pt x="45567" y="283159"/>
                    </a:lnTo>
                    <a:lnTo>
                      <a:pt x="45567" y="3759"/>
                    </a:lnTo>
                    <a:lnTo>
                      <a:pt x="0" y="3759"/>
                    </a:lnTo>
                    <a:lnTo>
                      <a:pt x="0" y="283159"/>
                    </a:lnTo>
                    <a:lnTo>
                      <a:pt x="0" y="322529"/>
                    </a:lnTo>
                    <a:lnTo>
                      <a:pt x="218211" y="322529"/>
                    </a:lnTo>
                    <a:lnTo>
                      <a:pt x="218211" y="283159"/>
                    </a:lnTo>
                    <a:close/>
                  </a:path>
                  <a:path w="871855" h="326390">
                    <a:moveTo>
                      <a:pt x="548500" y="163106"/>
                    </a:moveTo>
                    <a:lnTo>
                      <a:pt x="547141" y="140639"/>
                    </a:lnTo>
                    <a:lnTo>
                      <a:pt x="547128" y="140462"/>
                    </a:lnTo>
                    <a:lnTo>
                      <a:pt x="543090" y="119253"/>
                    </a:lnTo>
                    <a:lnTo>
                      <a:pt x="543039" y="118973"/>
                    </a:lnTo>
                    <a:lnTo>
                      <a:pt x="536308" y="98958"/>
                    </a:lnTo>
                    <a:lnTo>
                      <a:pt x="536206" y="98653"/>
                    </a:lnTo>
                    <a:lnTo>
                      <a:pt x="526745" y="79730"/>
                    </a:lnTo>
                    <a:lnTo>
                      <a:pt x="526630" y="79502"/>
                    </a:lnTo>
                    <a:lnTo>
                      <a:pt x="514731" y="62064"/>
                    </a:lnTo>
                    <a:lnTo>
                      <a:pt x="514642" y="61937"/>
                    </a:lnTo>
                    <a:lnTo>
                      <a:pt x="502945" y="49009"/>
                    </a:lnTo>
                    <a:lnTo>
                      <a:pt x="502945" y="163106"/>
                    </a:lnTo>
                    <a:lnTo>
                      <a:pt x="501942" y="179997"/>
                    </a:lnTo>
                    <a:lnTo>
                      <a:pt x="486778" y="225742"/>
                    </a:lnTo>
                    <a:lnTo>
                      <a:pt x="455853" y="260972"/>
                    </a:lnTo>
                    <a:lnTo>
                      <a:pt x="412800" y="281660"/>
                    </a:lnTo>
                    <a:lnTo>
                      <a:pt x="379488" y="285648"/>
                    </a:lnTo>
                    <a:lnTo>
                      <a:pt x="362356" y="284657"/>
                    </a:lnTo>
                    <a:lnTo>
                      <a:pt x="315937" y="269709"/>
                    </a:lnTo>
                    <a:lnTo>
                      <a:pt x="280149" y="238988"/>
                    </a:lnTo>
                    <a:lnTo>
                      <a:pt x="259168" y="196075"/>
                    </a:lnTo>
                    <a:lnTo>
                      <a:pt x="255117" y="163106"/>
                    </a:lnTo>
                    <a:lnTo>
                      <a:pt x="256133" y="146202"/>
                    </a:lnTo>
                    <a:lnTo>
                      <a:pt x="271297" y="100469"/>
                    </a:lnTo>
                    <a:lnTo>
                      <a:pt x="302463" y="65227"/>
                    </a:lnTo>
                    <a:lnTo>
                      <a:pt x="346062" y="44538"/>
                    </a:lnTo>
                    <a:lnTo>
                      <a:pt x="379488" y="40563"/>
                    </a:lnTo>
                    <a:lnTo>
                      <a:pt x="396582" y="41554"/>
                    </a:lnTo>
                    <a:lnTo>
                      <a:pt x="442595" y="56502"/>
                    </a:lnTo>
                    <a:lnTo>
                      <a:pt x="477951" y="87210"/>
                    </a:lnTo>
                    <a:lnTo>
                      <a:pt x="498906" y="130124"/>
                    </a:lnTo>
                    <a:lnTo>
                      <a:pt x="502945" y="163106"/>
                    </a:lnTo>
                    <a:lnTo>
                      <a:pt x="502945" y="49009"/>
                    </a:lnTo>
                    <a:lnTo>
                      <a:pt x="466051" y="21183"/>
                    </a:lnTo>
                    <a:lnTo>
                      <a:pt x="425043" y="5308"/>
                    </a:lnTo>
                    <a:lnTo>
                      <a:pt x="379488" y="0"/>
                    </a:lnTo>
                    <a:lnTo>
                      <a:pt x="355942" y="1333"/>
                    </a:lnTo>
                    <a:lnTo>
                      <a:pt x="312432" y="11925"/>
                    </a:lnTo>
                    <a:lnTo>
                      <a:pt x="274142" y="32791"/>
                    </a:lnTo>
                    <a:lnTo>
                      <a:pt x="243852" y="61937"/>
                    </a:lnTo>
                    <a:lnTo>
                      <a:pt x="221996" y="98958"/>
                    </a:lnTo>
                    <a:lnTo>
                      <a:pt x="215188" y="118973"/>
                    </a:lnTo>
                    <a:lnTo>
                      <a:pt x="215087" y="119253"/>
                    </a:lnTo>
                    <a:lnTo>
                      <a:pt x="210985" y="140462"/>
                    </a:lnTo>
                    <a:lnTo>
                      <a:pt x="210947" y="140639"/>
                    </a:lnTo>
                    <a:lnTo>
                      <a:pt x="209575" y="163106"/>
                    </a:lnTo>
                    <a:lnTo>
                      <a:pt x="215087" y="206959"/>
                    </a:lnTo>
                    <a:lnTo>
                      <a:pt x="231660" y="246468"/>
                    </a:lnTo>
                    <a:lnTo>
                      <a:pt x="257975" y="279831"/>
                    </a:lnTo>
                    <a:lnTo>
                      <a:pt x="292468" y="305015"/>
                    </a:lnTo>
                    <a:lnTo>
                      <a:pt x="333590" y="320890"/>
                    </a:lnTo>
                    <a:lnTo>
                      <a:pt x="379488" y="326199"/>
                    </a:lnTo>
                    <a:lnTo>
                      <a:pt x="402831" y="324866"/>
                    </a:lnTo>
                    <a:lnTo>
                      <a:pt x="446112" y="314274"/>
                    </a:lnTo>
                    <a:lnTo>
                      <a:pt x="484352" y="293420"/>
                    </a:lnTo>
                    <a:lnTo>
                      <a:pt x="514642" y="264261"/>
                    </a:lnTo>
                    <a:lnTo>
                      <a:pt x="536206" y="227545"/>
                    </a:lnTo>
                    <a:lnTo>
                      <a:pt x="547128" y="185762"/>
                    </a:lnTo>
                    <a:lnTo>
                      <a:pt x="548500" y="163106"/>
                    </a:lnTo>
                    <a:close/>
                  </a:path>
                  <a:path w="871855" h="326390">
                    <a:moveTo>
                      <a:pt x="871728" y="49212"/>
                    </a:moveTo>
                    <a:lnTo>
                      <a:pt x="833666" y="19532"/>
                    </a:lnTo>
                    <a:lnTo>
                      <a:pt x="785672" y="3136"/>
                    </a:lnTo>
                    <a:lnTo>
                      <a:pt x="749173" y="0"/>
                    </a:lnTo>
                    <a:lnTo>
                      <a:pt x="725411" y="1320"/>
                    </a:lnTo>
                    <a:lnTo>
                      <a:pt x="681570" y="11798"/>
                    </a:lnTo>
                    <a:lnTo>
                      <a:pt x="643051" y="32473"/>
                    </a:lnTo>
                    <a:lnTo>
                      <a:pt x="612533" y="61620"/>
                    </a:lnTo>
                    <a:lnTo>
                      <a:pt x="590765" y="98526"/>
                    </a:lnTo>
                    <a:lnTo>
                      <a:pt x="579729" y="140436"/>
                    </a:lnTo>
                    <a:lnTo>
                      <a:pt x="578358" y="163093"/>
                    </a:lnTo>
                    <a:lnTo>
                      <a:pt x="579729" y="185750"/>
                    </a:lnTo>
                    <a:lnTo>
                      <a:pt x="590765" y="227545"/>
                    </a:lnTo>
                    <a:lnTo>
                      <a:pt x="612521" y="264261"/>
                    </a:lnTo>
                    <a:lnTo>
                      <a:pt x="642924" y="293420"/>
                    </a:lnTo>
                    <a:lnTo>
                      <a:pt x="681215" y="314274"/>
                    </a:lnTo>
                    <a:lnTo>
                      <a:pt x="724725" y="324866"/>
                    </a:lnTo>
                    <a:lnTo>
                      <a:pt x="748258" y="326199"/>
                    </a:lnTo>
                    <a:lnTo>
                      <a:pt x="765175" y="325539"/>
                    </a:lnTo>
                    <a:lnTo>
                      <a:pt x="813866" y="315709"/>
                    </a:lnTo>
                    <a:lnTo>
                      <a:pt x="856665" y="294868"/>
                    </a:lnTo>
                    <a:lnTo>
                      <a:pt x="868997" y="161277"/>
                    </a:lnTo>
                    <a:lnTo>
                      <a:pt x="825258" y="161277"/>
                    </a:lnTo>
                    <a:lnTo>
                      <a:pt x="825258" y="265150"/>
                    </a:lnTo>
                    <a:lnTo>
                      <a:pt x="808634" y="274116"/>
                    </a:lnTo>
                    <a:lnTo>
                      <a:pt x="790638" y="280517"/>
                    </a:lnTo>
                    <a:lnTo>
                      <a:pt x="771271" y="284365"/>
                    </a:lnTo>
                    <a:lnTo>
                      <a:pt x="750531" y="285648"/>
                    </a:lnTo>
                    <a:lnTo>
                      <a:pt x="732993" y="284657"/>
                    </a:lnTo>
                    <a:lnTo>
                      <a:pt x="685622" y="269697"/>
                    </a:lnTo>
                    <a:lnTo>
                      <a:pt x="649274" y="239001"/>
                    </a:lnTo>
                    <a:lnTo>
                      <a:pt x="628002" y="196075"/>
                    </a:lnTo>
                    <a:lnTo>
                      <a:pt x="623900" y="163093"/>
                    </a:lnTo>
                    <a:lnTo>
                      <a:pt x="624928" y="145999"/>
                    </a:lnTo>
                    <a:lnTo>
                      <a:pt x="640295" y="99999"/>
                    </a:lnTo>
                    <a:lnTo>
                      <a:pt x="671944" y="64897"/>
                    </a:lnTo>
                    <a:lnTo>
                      <a:pt x="716432" y="44488"/>
                    </a:lnTo>
                    <a:lnTo>
                      <a:pt x="751001" y="40563"/>
                    </a:lnTo>
                    <a:lnTo>
                      <a:pt x="777100" y="42862"/>
                    </a:lnTo>
                    <a:lnTo>
                      <a:pt x="801217" y="49784"/>
                    </a:lnTo>
                    <a:lnTo>
                      <a:pt x="823341" y="61315"/>
                    </a:lnTo>
                    <a:lnTo>
                      <a:pt x="843470" y="77457"/>
                    </a:lnTo>
                    <a:lnTo>
                      <a:pt x="871728" y="4921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4" name="object 27">
              <a:extLst>
                <a:ext uri="{FF2B5EF4-FFF2-40B4-BE49-F238E27FC236}">
                  <a16:creationId xmlns:a16="http://schemas.microsoft.com/office/drawing/2014/main" id="{744800A0-B6D5-D022-918E-9A94D97B4E56}"/>
                </a:ext>
              </a:extLst>
            </p:cNvPr>
            <p:cNvGrpSpPr/>
            <p:nvPr/>
          </p:nvGrpSpPr>
          <p:grpSpPr>
            <a:xfrm>
              <a:off x="1746503" y="3747807"/>
              <a:ext cx="677545" cy="650875"/>
              <a:chOff x="16110182" y="10314240"/>
              <a:chExt cx="677545" cy="650875"/>
            </a:xfrm>
          </p:grpSpPr>
          <p:sp>
            <p:nvSpPr>
              <p:cNvPr id="15" name="object 28">
                <a:extLst>
                  <a:ext uri="{FF2B5EF4-FFF2-40B4-BE49-F238E27FC236}">
                    <a16:creationId xmlns:a16="http://schemas.microsoft.com/office/drawing/2014/main" id="{3DE04A63-68D3-9816-C991-F3E4D985BBE4}"/>
                  </a:ext>
                </a:extLst>
              </p:cNvPr>
              <p:cNvSpPr/>
              <p:nvPr/>
            </p:nvSpPr>
            <p:spPr>
              <a:xfrm>
                <a:off x="16110179" y="10314247"/>
                <a:ext cx="677545" cy="593090"/>
              </a:xfrm>
              <a:custGeom>
                <a:avLst/>
                <a:gdLst/>
                <a:ahLst/>
                <a:cxnLst/>
                <a:rect l="l" t="t" r="r" b="b"/>
                <a:pathLst>
                  <a:path w="677544" h="593090">
                    <a:moveTo>
                      <a:pt x="267385" y="592861"/>
                    </a:moveTo>
                    <a:lnTo>
                      <a:pt x="50368" y="245554"/>
                    </a:lnTo>
                    <a:lnTo>
                      <a:pt x="0" y="325208"/>
                    </a:lnTo>
                    <a:lnTo>
                      <a:pt x="57759" y="325208"/>
                    </a:lnTo>
                    <a:lnTo>
                      <a:pt x="57759" y="592861"/>
                    </a:lnTo>
                    <a:lnTo>
                      <a:pt x="267385" y="592861"/>
                    </a:lnTo>
                    <a:close/>
                  </a:path>
                  <a:path w="677544" h="593090">
                    <a:moveTo>
                      <a:pt x="338442" y="325208"/>
                    </a:moveTo>
                    <a:lnTo>
                      <a:pt x="169227" y="57454"/>
                    </a:lnTo>
                    <a:lnTo>
                      <a:pt x="65100" y="222237"/>
                    </a:lnTo>
                    <a:lnTo>
                      <a:pt x="280695" y="567283"/>
                    </a:lnTo>
                    <a:lnTo>
                      <a:pt x="280695" y="325208"/>
                    </a:lnTo>
                    <a:lnTo>
                      <a:pt x="338442" y="325208"/>
                    </a:lnTo>
                    <a:close/>
                  </a:path>
                  <a:path w="677544" h="593090">
                    <a:moveTo>
                      <a:pt x="677176" y="0"/>
                    </a:moveTo>
                    <a:lnTo>
                      <a:pt x="12" y="0"/>
                    </a:lnTo>
                    <a:lnTo>
                      <a:pt x="12" y="25196"/>
                    </a:lnTo>
                    <a:lnTo>
                      <a:pt x="677176" y="25196"/>
                    </a:lnTo>
                    <a:lnTo>
                      <a:pt x="677176" y="0"/>
                    </a:lnTo>
                    <a:close/>
                  </a:path>
                </a:pathLst>
              </a:custGeom>
              <a:solidFill>
                <a:srgbClr val="D1272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29">
                <a:extLst>
                  <a:ext uri="{FF2B5EF4-FFF2-40B4-BE49-F238E27FC236}">
                    <a16:creationId xmlns:a16="http://schemas.microsoft.com/office/drawing/2014/main" id="{3CCBCD05-E6E7-1C1E-25E8-6F83CCAF8977}"/>
                  </a:ext>
                </a:extLst>
              </p:cNvPr>
              <p:cNvSpPr/>
              <p:nvPr/>
            </p:nvSpPr>
            <p:spPr>
              <a:xfrm>
                <a:off x="16110191" y="10371702"/>
                <a:ext cx="677545" cy="593090"/>
              </a:xfrm>
              <a:custGeom>
                <a:avLst/>
                <a:gdLst/>
                <a:ahLst/>
                <a:cxnLst/>
                <a:rect l="l" t="t" r="r" b="b"/>
                <a:pathLst>
                  <a:path w="677544" h="593090">
                    <a:moveTo>
                      <a:pt x="613651" y="368147"/>
                    </a:moveTo>
                    <a:lnTo>
                      <a:pt x="396468" y="20586"/>
                    </a:lnTo>
                    <a:lnTo>
                      <a:pt x="396468" y="267652"/>
                    </a:lnTo>
                    <a:lnTo>
                      <a:pt x="338734" y="267652"/>
                    </a:lnTo>
                    <a:lnTo>
                      <a:pt x="507961" y="535419"/>
                    </a:lnTo>
                    <a:lnTo>
                      <a:pt x="613651" y="368147"/>
                    </a:lnTo>
                    <a:close/>
                  </a:path>
                  <a:path w="677544" h="593090">
                    <a:moveTo>
                      <a:pt x="677151" y="267652"/>
                    </a:moveTo>
                    <a:lnTo>
                      <a:pt x="619417" y="267652"/>
                    </a:lnTo>
                    <a:lnTo>
                      <a:pt x="619417" y="0"/>
                    </a:lnTo>
                    <a:lnTo>
                      <a:pt x="412902" y="0"/>
                    </a:lnTo>
                    <a:lnTo>
                      <a:pt x="628383" y="344830"/>
                    </a:lnTo>
                    <a:lnTo>
                      <a:pt x="677151" y="267652"/>
                    </a:lnTo>
                    <a:close/>
                  </a:path>
                  <a:path w="677544" h="593090">
                    <a:moveTo>
                      <a:pt x="677164" y="567651"/>
                    </a:moveTo>
                    <a:lnTo>
                      <a:pt x="0" y="567651"/>
                    </a:lnTo>
                    <a:lnTo>
                      <a:pt x="0" y="592874"/>
                    </a:lnTo>
                    <a:lnTo>
                      <a:pt x="677164" y="592874"/>
                    </a:lnTo>
                    <a:lnTo>
                      <a:pt x="677164" y="5676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5EF5E-96AF-D7A8-C6E4-E40DE6BA4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200"/>
            <a:ext cx="10972800" cy="2865438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E70C8F-F8B9-2BCF-42B2-4CB709015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763"/>
            <a:ext cx="10972800" cy="19859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B676E6-75FA-D36E-9148-ABFB0FDA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/>
          <a:lstStyle/>
          <a:p>
            <a:fld id="{248FBC84-ADB9-4047-8382-728D0097DD2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D572C6-05CB-38E9-F5E5-B6D3DF37E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0A7A87-1A53-20C9-4B30-6848BF0C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/>
          <a:lstStyle/>
          <a:p>
            <a:fld id="{7D4B79BC-C0E0-4772-89EE-E3D394CF54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02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B91E7-DD6A-F1A6-D017-E787B14D2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6F49A3-B758-EC4F-4F50-AD57ED6D0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475" y="2190750"/>
            <a:ext cx="12617450" cy="5221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4BA93B-5EDA-2A9A-5C8D-093A7405C5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/>
          <a:lstStyle/>
          <a:p>
            <a:fld id="{248FBC84-ADB9-4047-8382-728D0097DD2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5AC500-A9FC-BC51-D194-FE0C92E1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57EFA7-DBC7-ED0C-C337-8F1F88FE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/>
          <a:lstStyle/>
          <a:p>
            <a:fld id="{7D4B79BC-C0E0-4772-89EE-E3D394CF54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3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6A904-DA77-2554-3331-D5B8DCFB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538" y="2051050"/>
            <a:ext cx="12619037" cy="342423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D7529F-7247-B90F-A9DB-D9639F9AE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538" y="5507038"/>
            <a:ext cx="12619037" cy="180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26CDBD-6B23-1077-6442-5D65822D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/>
          <a:lstStyle/>
          <a:p>
            <a:fld id="{248FBC84-ADB9-4047-8382-728D0097DD2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B6667F-211C-35E0-9AB8-22CA28B0D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946ACC-60F4-EBE8-1B47-E92390F5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/>
          <a:lstStyle/>
          <a:p>
            <a:fld id="{7D4B79BC-C0E0-4772-89EE-E3D394CF54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14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6ECCB-2F3F-7FD2-1E1F-F51DF00FC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FC3E19-15BF-ED61-C381-5080CF76A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6475" y="2190750"/>
            <a:ext cx="6232525" cy="5221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4F7CAD-BF29-90F3-B41A-668040E52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91400" y="2190750"/>
            <a:ext cx="6232525" cy="5221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D7E963-C2FA-056B-9924-100D34FF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/>
          <a:lstStyle/>
          <a:p>
            <a:fld id="{248FBC84-ADB9-4047-8382-728D0097DD2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72F12-F4A0-A7BE-1366-264E3BCC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956D24-D52A-8923-E283-DCC205CC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/>
          <a:lstStyle/>
          <a:p>
            <a:fld id="{7D4B79BC-C0E0-4772-89EE-E3D394CF54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EE96B6-9468-338E-F4E8-53D2723C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438150"/>
            <a:ext cx="12619037" cy="15906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CAB7D4-9A36-D600-31E5-72536D561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063" y="2017713"/>
            <a:ext cx="6189662" cy="989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E3CA23-B4B2-90B9-2211-D2CDE92E9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8063" y="3006725"/>
            <a:ext cx="6189662" cy="4421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12FCB5A-6132-97FF-E06F-4966865E7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7275" y="2017713"/>
            <a:ext cx="6219825" cy="989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06C035-829E-5571-5E4C-4FC501699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7275" y="3006725"/>
            <a:ext cx="6219825" cy="4421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34BFFD0-85D3-C669-48F3-058210E5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/>
          <a:lstStyle/>
          <a:p>
            <a:fld id="{248FBC84-ADB9-4047-8382-728D0097DD2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F5EEE1D-E6C0-E5EF-02F5-7C7078043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883949-75C5-6D7E-D3EF-2BA8DB47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/>
          <a:lstStyle/>
          <a:p>
            <a:fld id="{7D4B79BC-C0E0-4772-89EE-E3D394CF54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99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06D2D-7F4A-DFEB-6FAC-C732C55A2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98DF9DF-7B34-9801-7F03-40EBE5648C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/>
          <a:lstStyle/>
          <a:p>
            <a:fld id="{248FBC84-ADB9-4047-8382-728D0097DD2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BA2803A-41EC-6300-E12B-2B259E43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1E70D5A-5A92-DB95-61B3-EA851D9C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/>
          <a:lstStyle/>
          <a:p>
            <a:fld id="{7D4B79BC-C0E0-4772-89EE-E3D394CF54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35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83394F6-19B3-D092-294A-5237BF9180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/>
          <a:lstStyle/>
          <a:p>
            <a:fld id="{248FBC84-ADB9-4047-8382-728D0097DD2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66F87DB-9932-8A31-83FC-54441BEB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3D7ABB-8D0D-067D-EDD7-A5450679D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/>
          <a:lstStyle/>
          <a:p>
            <a:fld id="{7D4B79BC-C0E0-4772-89EE-E3D394CF54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34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6F76B-15AD-6D31-2675-60E9D71DD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43BEAB-954A-157D-443F-D67A3D6AF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5" y="1184275"/>
            <a:ext cx="7407275" cy="58483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8FD10D-D627-221A-0072-C3B561EFA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267961-FBAA-BEC5-E7DD-4072530DD8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/>
          <a:lstStyle/>
          <a:p>
            <a:fld id="{248FBC84-ADB9-4047-8382-728D0097DD2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15ADA3-EC8E-194D-F868-78AF6E1A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41FAC6-026D-BACB-ECE3-30C905B8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/>
          <a:lstStyle/>
          <a:p>
            <a:fld id="{7D4B79BC-C0E0-4772-89EE-E3D394CF54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86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9697C-0A38-7875-FEA1-5A346F3B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19B1A97-3CD1-5FC6-32E6-4174C6767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5" y="1184275"/>
            <a:ext cx="7407275" cy="584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607886-3F84-DC0A-9D8A-B4D297CF2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457F0D-C0EF-C953-3EDB-94FE381745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/>
          <a:lstStyle/>
          <a:p>
            <a:fld id="{248FBC84-ADB9-4047-8382-728D0097DD2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073688-866E-CED8-F04B-71367850B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624861-E543-50D7-7977-5B83082E7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/>
          <a:lstStyle/>
          <a:p>
            <a:fld id="{7D4B79BC-C0E0-4772-89EE-E3D394CF54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02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E848D-E3F5-DD64-225E-0E40CEF9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F7C79F-41DF-290F-E0CC-2E8A1BE8F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75" y="2190750"/>
            <a:ext cx="12617450" cy="52212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73827E-77CF-8D31-EA90-1A0DAD57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/>
          <a:lstStyle/>
          <a:p>
            <a:fld id="{248FBC84-ADB9-4047-8382-728D0097DD2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B400D5-8279-77C1-6FCE-B7ADBA6F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F51DC2-1C14-825A-7B7F-9DCD16A7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/>
          <a:lstStyle/>
          <a:p>
            <a:fld id="{7D4B79BC-C0E0-4772-89EE-E3D394CF54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61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658124-69A6-400E-706B-2F83A5814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563" y="438150"/>
            <a:ext cx="3154362" cy="697388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65C226-04B7-0DD6-A248-658EE1324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75" y="438150"/>
            <a:ext cx="9310688" cy="6973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4BD957-CB90-F4E5-F0CB-CCEF184314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/>
          <a:lstStyle/>
          <a:p>
            <a:fld id="{248FBC84-ADB9-4047-8382-728D0097DD2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EE32F5-5E2A-004C-8BF1-C9850EB0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AEB2A-E31A-BC9E-3415-B5DCC47B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/>
          <a:lstStyle/>
          <a:p>
            <a:fld id="{7D4B79BC-C0E0-4772-89EE-E3D394CF54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1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69DABAC4-AC47-7289-5151-6421E80A9A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7083" t="29914" r="15674" b="31909"/>
          <a:stretch>
            <a:fillRect/>
          </a:stretch>
        </p:blipFill>
        <p:spPr>
          <a:xfrm>
            <a:off x="12370644" y="383362"/>
            <a:ext cx="2020053" cy="81043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 userDrawn="1">
          <p15:clr>
            <a:srgbClr val="F26B43"/>
          </p15:clr>
        </p15:guide>
        <p15:guide id="2" pos="460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16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 userDrawn="1">
          <p15:clr>
            <a:srgbClr val="F26B43"/>
          </p15:clr>
        </p15:guide>
        <p15:guide id="2" pos="46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12" Type="http://schemas.openxmlformats.org/officeDocument/2006/relationships/image" Target="../media/image37.png"/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svg"/><Relationship Id="rId11" Type="http://schemas.openxmlformats.org/officeDocument/2006/relationships/image" Target="../media/image40.png"/><Relationship Id="rId5" Type="http://schemas.openxmlformats.org/officeDocument/2006/relationships/image" Target="../media/image46.svg"/><Relationship Id="rId10" Type="http://schemas.openxmlformats.org/officeDocument/2006/relationships/image" Target="../media/image38.png"/><Relationship Id="rId4" Type="http://schemas.openxmlformats.org/officeDocument/2006/relationships/image" Target="../media/image45.svg"/><Relationship Id="rId9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hyperlink" Target="https://svgsilh.com/pt/image/154766.html" TargetMode="External"/><Relationship Id="rId18" Type="http://schemas.openxmlformats.org/officeDocument/2006/relationships/image" Target="../media/image58.svg"/><Relationship Id="rId26" Type="http://schemas.openxmlformats.org/officeDocument/2006/relationships/image" Target="../media/image62.gif"/><Relationship Id="rId3" Type="http://schemas.openxmlformats.org/officeDocument/2006/relationships/hyperlink" Target="https://svgsilh.com/pt/image/311765.html" TargetMode="External"/><Relationship Id="rId21" Type="http://schemas.openxmlformats.org/officeDocument/2006/relationships/hyperlink" Target="https://svgsilh.com/es/image/1173935.html" TargetMode="External"/><Relationship Id="rId34" Type="http://schemas.openxmlformats.org/officeDocument/2006/relationships/image" Target="../media/image67.png"/><Relationship Id="rId7" Type="http://schemas.openxmlformats.org/officeDocument/2006/relationships/hyperlink" Target="https://svgsilh.com/es/image/2696768.html" TargetMode="External"/><Relationship Id="rId12" Type="http://schemas.openxmlformats.org/officeDocument/2006/relationships/image" Target="../media/image55.svg"/><Relationship Id="rId17" Type="http://schemas.openxmlformats.org/officeDocument/2006/relationships/hyperlink" Target="https://pixabay.com/fr/%C5%93il-voir-regarde-un-ic%C3%B4ne-1103593/" TargetMode="External"/><Relationship Id="rId25" Type="http://schemas.openxmlformats.org/officeDocument/2006/relationships/hyperlink" Target="https://pixabay.com/fr/vectors/jauge-ic%C3%B4ne-embl%C3%A9matique-de-mesure-1294818/" TargetMode="External"/><Relationship Id="rId33" Type="http://schemas.openxmlformats.org/officeDocument/2006/relationships/image" Target="../media/image66.png"/><Relationship Id="rId2" Type="http://schemas.openxmlformats.org/officeDocument/2006/relationships/image" Target="../media/image50.svg"/><Relationship Id="rId16" Type="http://schemas.openxmlformats.org/officeDocument/2006/relationships/image" Target="../media/image57.png"/><Relationship Id="rId20" Type="http://schemas.openxmlformats.org/officeDocument/2006/relationships/image" Target="../media/image59.png"/><Relationship Id="rId29" Type="http://schemas.openxmlformats.org/officeDocument/2006/relationships/hyperlink" Target="https://svgsilh.com/fr/image/2429310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svg"/><Relationship Id="rId11" Type="http://schemas.openxmlformats.org/officeDocument/2006/relationships/hyperlink" Target="https://svgsilh.com/pt/image/2395797.html" TargetMode="External"/><Relationship Id="rId24" Type="http://schemas.openxmlformats.org/officeDocument/2006/relationships/image" Target="../media/image61.png"/><Relationship Id="rId32" Type="http://schemas.openxmlformats.org/officeDocument/2006/relationships/image" Target="../media/image65.svg"/><Relationship Id="rId5" Type="http://schemas.openxmlformats.org/officeDocument/2006/relationships/hyperlink" Target="https://openclipart.org/detail/50389/hotel-icon-has-concierge-by-gerald_g" TargetMode="External"/><Relationship Id="rId15" Type="http://schemas.openxmlformats.org/officeDocument/2006/relationships/hyperlink" Target="https://pixabay.com/fr/illustrations/iphone-iphone-x-ic%C3%B4ne-design-plat-2828018/" TargetMode="External"/><Relationship Id="rId23" Type="http://schemas.openxmlformats.org/officeDocument/2006/relationships/hyperlink" Target="https://pixabay.com/ko/%EB%8F%88-%EC%95%84%EC%9D%B4%EC%BD%98-%EA%B8%88%EC%9C%B5-%EA%B0%80%EB%B0%A9-%EC%9B%B9-%ED%88%AC%EC%9E%90-%ED%94%8C%EB%9E%AB-%EC%8B%9C%EC%9E%A5-%EC%9E%AC%EC%82%B0-%ED%95%B8%EB%93%9C-2558681/" TargetMode="External"/><Relationship Id="rId28" Type="http://schemas.openxmlformats.org/officeDocument/2006/relationships/image" Target="../media/image63.png"/><Relationship Id="rId10" Type="http://schemas.openxmlformats.org/officeDocument/2006/relationships/image" Target="../media/image54.svg"/><Relationship Id="rId19" Type="http://schemas.openxmlformats.org/officeDocument/2006/relationships/hyperlink" Target="https://svgsilh.com/pt/image/1771694.html" TargetMode="External"/><Relationship Id="rId31" Type="http://schemas.openxmlformats.org/officeDocument/2006/relationships/hyperlink" Target="https://svgsilh.com/image/98728.html" TargetMode="External"/><Relationship Id="rId4" Type="http://schemas.openxmlformats.org/officeDocument/2006/relationships/image" Target="../media/image51.png"/><Relationship Id="rId9" Type="http://schemas.openxmlformats.org/officeDocument/2006/relationships/hyperlink" Target="https://pixnio.com/people/crowd/classroom-people-with-teacher" TargetMode="External"/><Relationship Id="rId14" Type="http://schemas.openxmlformats.org/officeDocument/2006/relationships/image" Target="../media/image56.png"/><Relationship Id="rId22" Type="http://schemas.openxmlformats.org/officeDocument/2006/relationships/image" Target="../media/image60.jpeg"/><Relationship Id="rId27" Type="http://schemas.openxmlformats.org/officeDocument/2006/relationships/hyperlink" Target="https://nsite1.ancorarh.srv.br/artigos/nova-clt/" TargetMode="External"/><Relationship Id="rId30" Type="http://schemas.openxmlformats.org/officeDocument/2006/relationships/image" Target="../media/image64.svg"/><Relationship Id="rId8" Type="http://schemas.openxmlformats.org/officeDocument/2006/relationships/image" Target="../media/image5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5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76.svg"/><Relationship Id="rId5" Type="http://schemas.openxmlformats.org/officeDocument/2006/relationships/image" Target="../media/image71.png"/><Relationship Id="rId10" Type="http://schemas.openxmlformats.org/officeDocument/2006/relationships/image" Target="../media/image75.svg"/><Relationship Id="rId4" Type="http://schemas.openxmlformats.org/officeDocument/2006/relationships/image" Target="../media/image69.png"/><Relationship Id="rId9" Type="http://schemas.openxmlformats.org/officeDocument/2006/relationships/image" Target="../media/image74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jpeg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enerated image">
            <a:extLst>
              <a:ext uri="{FF2B5EF4-FFF2-40B4-BE49-F238E27FC236}">
                <a16:creationId xmlns:a16="http://schemas.microsoft.com/office/drawing/2014/main" id="{E6E7E9AA-0EA6-C6D8-5925-DBEF44E2F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2513" y="-6252872"/>
            <a:ext cx="15462913" cy="1546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17">
            <a:extLst>
              <a:ext uri="{FF2B5EF4-FFF2-40B4-BE49-F238E27FC236}">
                <a16:creationId xmlns:a16="http://schemas.microsoft.com/office/drawing/2014/main" id="{9F97E163-BFDF-D6E8-8FA5-5B422DE7B09A}"/>
              </a:ext>
            </a:extLst>
          </p:cNvPr>
          <p:cNvSpPr/>
          <p:nvPr/>
        </p:nvSpPr>
        <p:spPr>
          <a:xfrm>
            <a:off x="-832513" y="-1379648"/>
            <a:ext cx="15460933" cy="20769943"/>
          </a:xfrm>
          <a:prstGeom prst="rect">
            <a:avLst/>
          </a:prstGeom>
          <a:gradFill flip="none" rotWithShape="1">
            <a:gsLst>
              <a:gs pos="10000">
                <a:srgbClr val="0E2841">
                  <a:alpha val="20000"/>
                </a:srgbClr>
              </a:gs>
              <a:gs pos="100000">
                <a:srgbClr val="2E3434"/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9100CC14-9A5D-1754-16BB-478884F1FED2}"/>
              </a:ext>
            </a:extLst>
          </p:cNvPr>
          <p:cNvGrpSpPr/>
          <p:nvPr/>
        </p:nvGrpSpPr>
        <p:grpSpPr>
          <a:xfrm>
            <a:off x="4395406" y="2898078"/>
            <a:ext cx="5897155" cy="3144645"/>
            <a:chOff x="4067189" y="3282559"/>
            <a:chExt cx="5897155" cy="3144645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077923EA-077D-EEAA-B13C-8D27C8D0228D}"/>
                </a:ext>
              </a:extLst>
            </p:cNvPr>
            <p:cNvSpPr txBox="1"/>
            <p:nvPr/>
          </p:nvSpPr>
          <p:spPr>
            <a:xfrm>
              <a:off x="4855160" y="4288201"/>
              <a:ext cx="43212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b="1">
                  <a:solidFill>
                    <a:schemeClr val="bg1"/>
                  </a:solidFill>
                  <a:latin typeface="Montserrat" panose="00000500000000000000" pitchFamily="2" charset="0"/>
                  <a:cs typeface="Poppins" panose="00000500000000000000" pitchFamily="2" charset="0"/>
                </a:rPr>
                <a:t>Business </a:t>
              </a:r>
              <a:r>
                <a:rPr lang="pt-BR" sz="2800" b="1" err="1">
                  <a:solidFill>
                    <a:schemeClr val="bg1"/>
                  </a:solidFill>
                  <a:latin typeface="Montserrat" panose="00000500000000000000" pitchFamily="2" charset="0"/>
                  <a:cs typeface="Poppins" panose="00000500000000000000" pitchFamily="2" charset="0"/>
                </a:rPr>
                <a:t>Plan</a:t>
              </a:r>
              <a:r>
                <a:rPr lang="pt-BR" sz="2800" b="1">
                  <a:solidFill>
                    <a:schemeClr val="bg1"/>
                  </a:solidFill>
                  <a:latin typeface="Montserrat" panose="00000500000000000000" pitchFamily="2" charset="0"/>
                  <a:cs typeface="Poppins" panose="00000500000000000000" pitchFamily="2" charset="0"/>
                </a:rPr>
                <a:t> 2025 </a:t>
              </a:r>
              <a:endParaRPr lang="pt-BR" sz="2000">
                <a:solidFill>
                  <a:schemeClr val="bg1"/>
                </a:solidFill>
                <a:latin typeface="Montserrat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5122" name="Picture 2" descr="Generated image">
              <a:extLst>
                <a:ext uri="{FF2B5EF4-FFF2-40B4-BE49-F238E27FC236}">
                  <a16:creationId xmlns:a16="http://schemas.microsoft.com/office/drawing/2014/main" id="{431A745B-F618-0753-FE78-90C788A8BC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449" b="32756"/>
            <a:stretch>
              <a:fillRect/>
            </a:stretch>
          </p:blipFill>
          <p:spPr bwMode="auto">
            <a:xfrm>
              <a:off x="4067189" y="4941304"/>
              <a:ext cx="5897155" cy="1485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99E0716E-6E2E-A7C7-45EA-E1BF9B0329FB}"/>
                </a:ext>
              </a:extLst>
            </p:cNvPr>
            <p:cNvGrpSpPr/>
            <p:nvPr/>
          </p:nvGrpSpPr>
          <p:grpSpPr>
            <a:xfrm>
              <a:off x="4633360" y="3282559"/>
              <a:ext cx="4764812" cy="804830"/>
              <a:chOff x="1746503" y="3747807"/>
              <a:chExt cx="3244333" cy="650875"/>
            </a:xfrm>
          </p:grpSpPr>
          <p:pic>
            <p:nvPicPr>
              <p:cNvPr id="25" name="object 21">
                <a:extLst>
                  <a:ext uri="{FF2B5EF4-FFF2-40B4-BE49-F238E27FC236}">
                    <a16:creationId xmlns:a16="http://schemas.microsoft.com/office/drawing/2014/main" id="{7269420B-F94D-97E9-90A5-838630C013ED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213626" y="4190444"/>
                <a:ext cx="1207523" cy="160885"/>
              </a:xfrm>
              <a:prstGeom prst="rect">
                <a:avLst/>
              </a:prstGeom>
            </p:spPr>
          </p:pic>
          <p:sp>
            <p:nvSpPr>
              <p:cNvPr id="26" name="object 22">
                <a:extLst>
                  <a:ext uri="{FF2B5EF4-FFF2-40B4-BE49-F238E27FC236}">
                    <a16:creationId xmlns:a16="http://schemas.microsoft.com/office/drawing/2014/main" id="{159C1E2C-F178-9C3B-B058-A54DD6105849}"/>
                  </a:ext>
                </a:extLst>
              </p:cNvPr>
              <p:cNvSpPr/>
              <p:nvPr/>
            </p:nvSpPr>
            <p:spPr>
              <a:xfrm>
                <a:off x="2644047" y="3796442"/>
                <a:ext cx="925830" cy="322580"/>
              </a:xfrm>
              <a:custGeom>
                <a:avLst/>
                <a:gdLst/>
                <a:ahLst/>
                <a:cxnLst/>
                <a:rect l="l" t="t" r="r" b="b"/>
                <a:pathLst>
                  <a:path w="925830" h="322579">
                    <a:moveTo>
                      <a:pt x="359206" y="320611"/>
                    </a:moveTo>
                    <a:lnTo>
                      <a:pt x="358279" y="1930"/>
                    </a:lnTo>
                    <a:lnTo>
                      <a:pt x="297738" y="1930"/>
                    </a:lnTo>
                    <a:lnTo>
                      <a:pt x="180289" y="199961"/>
                    </a:lnTo>
                    <a:lnTo>
                      <a:pt x="61010" y="1930"/>
                    </a:lnTo>
                    <a:lnTo>
                      <a:pt x="0" y="1930"/>
                    </a:lnTo>
                    <a:lnTo>
                      <a:pt x="0" y="320611"/>
                    </a:lnTo>
                    <a:lnTo>
                      <a:pt x="69202" y="320611"/>
                    </a:lnTo>
                    <a:lnTo>
                      <a:pt x="69202" y="133502"/>
                    </a:lnTo>
                    <a:lnTo>
                      <a:pt x="162547" y="286918"/>
                    </a:lnTo>
                    <a:lnTo>
                      <a:pt x="195770" y="286918"/>
                    </a:lnTo>
                    <a:lnTo>
                      <a:pt x="289547" y="129413"/>
                    </a:lnTo>
                    <a:lnTo>
                      <a:pt x="290004" y="320611"/>
                    </a:lnTo>
                    <a:lnTo>
                      <a:pt x="359206" y="320611"/>
                    </a:lnTo>
                    <a:close/>
                  </a:path>
                  <a:path w="925830" h="322579">
                    <a:moveTo>
                      <a:pt x="670864" y="0"/>
                    </a:moveTo>
                    <a:lnTo>
                      <a:pt x="598385" y="0"/>
                    </a:lnTo>
                    <a:lnTo>
                      <a:pt x="598385" y="174866"/>
                    </a:lnTo>
                    <a:lnTo>
                      <a:pt x="597255" y="195389"/>
                    </a:lnTo>
                    <a:lnTo>
                      <a:pt x="580263" y="239420"/>
                    </a:lnTo>
                    <a:lnTo>
                      <a:pt x="543902" y="258737"/>
                    </a:lnTo>
                    <a:lnTo>
                      <a:pt x="527710" y="260032"/>
                    </a:lnTo>
                    <a:lnTo>
                      <a:pt x="496798" y="254711"/>
                    </a:lnTo>
                    <a:lnTo>
                      <a:pt x="474713" y="238747"/>
                    </a:lnTo>
                    <a:lnTo>
                      <a:pt x="461454" y="212128"/>
                    </a:lnTo>
                    <a:lnTo>
                      <a:pt x="457034" y="174866"/>
                    </a:lnTo>
                    <a:lnTo>
                      <a:pt x="457034" y="0"/>
                    </a:lnTo>
                    <a:lnTo>
                      <a:pt x="383641" y="0"/>
                    </a:lnTo>
                    <a:lnTo>
                      <a:pt x="383641" y="177596"/>
                    </a:lnTo>
                    <a:lnTo>
                      <a:pt x="386016" y="210464"/>
                    </a:lnTo>
                    <a:lnTo>
                      <a:pt x="404914" y="264134"/>
                    </a:lnTo>
                    <a:lnTo>
                      <a:pt x="442264" y="301396"/>
                    </a:lnTo>
                    <a:lnTo>
                      <a:pt x="495160" y="320205"/>
                    </a:lnTo>
                    <a:lnTo>
                      <a:pt x="527253" y="322554"/>
                    </a:lnTo>
                    <a:lnTo>
                      <a:pt x="559358" y="320205"/>
                    </a:lnTo>
                    <a:lnTo>
                      <a:pt x="612241" y="301396"/>
                    </a:lnTo>
                    <a:lnTo>
                      <a:pt x="649579" y="264134"/>
                    </a:lnTo>
                    <a:lnTo>
                      <a:pt x="668502" y="210464"/>
                    </a:lnTo>
                    <a:lnTo>
                      <a:pt x="670864" y="177596"/>
                    </a:lnTo>
                    <a:lnTo>
                      <a:pt x="670864" y="0"/>
                    </a:lnTo>
                    <a:close/>
                  </a:path>
                  <a:path w="925830" h="322579">
                    <a:moveTo>
                      <a:pt x="925614" y="261010"/>
                    </a:moveTo>
                    <a:lnTo>
                      <a:pt x="765810" y="261010"/>
                    </a:lnTo>
                    <a:lnTo>
                      <a:pt x="765810" y="1930"/>
                    </a:lnTo>
                    <a:lnTo>
                      <a:pt x="692073" y="1930"/>
                    </a:lnTo>
                    <a:lnTo>
                      <a:pt x="692073" y="261010"/>
                    </a:lnTo>
                    <a:lnTo>
                      <a:pt x="692073" y="320700"/>
                    </a:lnTo>
                    <a:lnTo>
                      <a:pt x="925614" y="320700"/>
                    </a:lnTo>
                    <a:lnTo>
                      <a:pt x="925614" y="261010"/>
                    </a:lnTo>
                    <a:close/>
                  </a:path>
                </a:pathLst>
              </a:custGeom>
              <a:solidFill>
                <a:srgbClr val="D1272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3">
                <a:extLst>
                  <a:ext uri="{FF2B5EF4-FFF2-40B4-BE49-F238E27FC236}">
                    <a16:creationId xmlns:a16="http://schemas.microsoft.com/office/drawing/2014/main" id="{474DFB61-B5F6-195F-0463-2DBBC05BECD3}"/>
                  </a:ext>
                </a:extLst>
              </p:cNvPr>
              <p:cNvSpPr/>
              <p:nvPr/>
            </p:nvSpPr>
            <p:spPr>
              <a:xfrm>
                <a:off x="4848143" y="3955665"/>
                <a:ext cx="80645" cy="52069"/>
              </a:xfrm>
              <a:custGeom>
                <a:avLst/>
                <a:gdLst/>
                <a:ahLst/>
                <a:cxnLst/>
                <a:rect l="l" t="t" r="r" b="b"/>
                <a:pathLst>
                  <a:path w="80644" h="52070">
                    <a:moveTo>
                      <a:pt x="80542" y="0"/>
                    </a:moveTo>
                    <a:lnTo>
                      <a:pt x="0" y="0"/>
                    </a:lnTo>
                    <a:lnTo>
                      <a:pt x="0" y="51642"/>
                    </a:lnTo>
                    <a:lnTo>
                      <a:pt x="80542" y="51642"/>
                    </a:lnTo>
                    <a:lnTo>
                      <a:pt x="80542" y="0"/>
                    </a:lnTo>
                    <a:close/>
                  </a:path>
                </a:pathLst>
              </a:custGeom>
              <a:solidFill>
                <a:srgbClr val="D1272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28" name="object 24">
                <a:extLst>
                  <a:ext uri="{FF2B5EF4-FFF2-40B4-BE49-F238E27FC236}">
                    <a16:creationId xmlns:a16="http://schemas.microsoft.com/office/drawing/2014/main" id="{69BBED88-F67A-2CF9-4654-CA40158326D2}"/>
                  </a:ext>
                </a:extLst>
              </p:cNvPr>
              <p:cNvGrpSpPr/>
              <p:nvPr/>
            </p:nvGrpSpPr>
            <p:grpSpPr>
              <a:xfrm>
                <a:off x="3525891" y="3794612"/>
                <a:ext cx="1464945" cy="326390"/>
                <a:chOff x="17889570" y="10361045"/>
                <a:chExt cx="1464945" cy="326390"/>
              </a:xfrm>
            </p:grpSpPr>
            <p:sp>
              <p:nvSpPr>
                <p:cNvPr id="32" name="object 25">
                  <a:extLst>
                    <a:ext uri="{FF2B5EF4-FFF2-40B4-BE49-F238E27FC236}">
                      <a16:creationId xmlns:a16="http://schemas.microsoft.com/office/drawing/2014/main" id="{864EBDAE-0BB4-4169-DDA2-61C5EAC39AC8}"/>
                    </a:ext>
                  </a:extLst>
                </p:cNvPr>
                <p:cNvSpPr/>
                <p:nvPr/>
              </p:nvSpPr>
              <p:spPr>
                <a:xfrm>
                  <a:off x="17889564" y="10364819"/>
                  <a:ext cx="594995" cy="319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994" h="319404">
                      <a:moveTo>
                        <a:pt x="594791" y="0"/>
                      </a:moveTo>
                      <a:lnTo>
                        <a:pt x="522401" y="0"/>
                      </a:lnTo>
                      <a:lnTo>
                        <a:pt x="437273" y="141579"/>
                      </a:lnTo>
                      <a:lnTo>
                        <a:pt x="352145" y="0"/>
                      </a:lnTo>
                      <a:lnTo>
                        <a:pt x="273850" y="0"/>
                      </a:lnTo>
                      <a:lnTo>
                        <a:pt x="274078" y="393"/>
                      </a:lnTo>
                      <a:lnTo>
                        <a:pt x="0" y="393"/>
                      </a:lnTo>
                      <a:lnTo>
                        <a:pt x="0" y="60083"/>
                      </a:lnTo>
                      <a:lnTo>
                        <a:pt x="101981" y="60083"/>
                      </a:lnTo>
                      <a:lnTo>
                        <a:pt x="101981" y="319163"/>
                      </a:lnTo>
                      <a:lnTo>
                        <a:pt x="175717" y="319163"/>
                      </a:lnTo>
                      <a:lnTo>
                        <a:pt x="175717" y="60083"/>
                      </a:lnTo>
                      <a:lnTo>
                        <a:pt x="277698" y="60083"/>
                      </a:lnTo>
                      <a:lnTo>
                        <a:pt x="277698" y="6400"/>
                      </a:lnTo>
                      <a:lnTo>
                        <a:pt x="397217" y="204863"/>
                      </a:lnTo>
                      <a:lnTo>
                        <a:pt x="397217" y="318681"/>
                      </a:lnTo>
                      <a:lnTo>
                        <a:pt x="470966" y="318681"/>
                      </a:lnTo>
                      <a:lnTo>
                        <a:pt x="470966" y="205765"/>
                      </a:lnTo>
                      <a:lnTo>
                        <a:pt x="594791" y="0"/>
                      </a:lnTo>
                      <a:close/>
                    </a:path>
                  </a:pathLst>
                </a:custGeom>
                <a:solidFill>
                  <a:srgbClr val="D12728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3" name="object 26">
                  <a:extLst>
                    <a:ext uri="{FF2B5EF4-FFF2-40B4-BE49-F238E27FC236}">
                      <a16:creationId xmlns:a16="http://schemas.microsoft.com/office/drawing/2014/main" id="{F99B7F6D-D7A2-363A-81F2-24E656A463C5}"/>
                    </a:ext>
                  </a:extLst>
                </p:cNvPr>
                <p:cNvSpPr/>
                <p:nvPr/>
              </p:nvSpPr>
              <p:spPr>
                <a:xfrm>
                  <a:off x="18482679" y="10361047"/>
                  <a:ext cx="871855" cy="326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1855" h="326390">
                      <a:moveTo>
                        <a:pt x="218211" y="283159"/>
                      </a:moveTo>
                      <a:lnTo>
                        <a:pt x="45567" y="283159"/>
                      </a:lnTo>
                      <a:lnTo>
                        <a:pt x="45567" y="3759"/>
                      </a:lnTo>
                      <a:lnTo>
                        <a:pt x="0" y="3759"/>
                      </a:lnTo>
                      <a:lnTo>
                        <a:pt x="0" y="283159"/>
                      </a:lnTo>
                      <a:lnTo>
                        <a:pt x="0" y="322529"/>
                      </a:lnTo>
                      <a:lnTo>
                        <a:pt x="218211" y="322529"/>
                      </a:lnTo>
                      <a:lnTo>
                        <a:pt x="218211" y="283159"/>
                      </a:lnTo>
                      <a:close/>
                    </a:path>
                    <a:path w="871855" h="326390">
                      <a:moveTo>
                        <a:pt x="548500" y="163106"/>
                      </a:moveTo>
                      <a:lnTo>
                        <a:pt x="547141" y="140639"/>
                      </a:lnTo>
                      <a:lnTo>
                        <a:pt x="547128" y="140462"/>
                      </a:lnTo>
                      <a:lnTo>
                        <a:pt x="543090" y="119253"/>
                      </a:lnTo>
                      <a:lnTo>
                        <a:pt x="543039" y="118973"/>
                      </a:lnTo>
                      <a:lnTo>
                        <a:pt x="536308" y="98958"/>
                      </a:lnTo>
                      <a:lnTo>
                        <a:pt x="536206" y="98653"/>
                      </a:lnTo>
                      <a:lnTo>
                        <a:pt x="526745" y="79730"/>
                      </a:lnTo>
                      <a:lnTo>
                        <a:pt x="526630" y="79502"/>
                      </a:lnTo>
                      <a:lnTo>
                        <a:pt x="514731" y="62064"/>
                      </a:lnTo>
                      <a:lnTo>
                        <a:pt x="514642" y="61937"/>
                      </a:lnTo>
                      <a:lnTo>
                        <a:pt x="502945" y="49009"/>
                      </a:lnTo>
                      <a:lnTo>
                        <a:pt x="502945" y="163106"/>
                      </a:lnTo>
                      <a:lnTo>
                        <a:pt x="501942" y="179997"/>
                      </a:lnTo>
                      <a:lnTo>
                        <a:pt x="486778" y="225742"/>
                      </a:lnTo>
                      <a:lnTo>
                        <a:pt x="455853" y="260972"/>
                      </a:lnTo>
                      <a:lnTo>
                        <a:pt x="412800" y="281660"/>
                      </a:lnTo>
                      <a:lnTo>
                        <a:pt x="379488" y="285648"/>
                      </a:lnTo>
                      <a:lnTo>
                        <a:pt x="362356" y="284657"/>
                      </a:lnTo>
                      <a:lnTo>
                        <a:pt x="315937" y="269709"/>
                      </a:lnTo>
                      <a:lnTo>
                        <a:pt x="280149" y="238988"/>
                      </a:lnTo>
                      <a:lnTo>
                        <a:pt x="259168" y="196075"/>
                      </a:lnTo>
                      <a:lnTo>
                        <a:pt x="255117" y="163106"/>
                      </a:lnTo>
                      <a:lnTo>
                        <a:pt x="256133" y="146202"/>
                      </a:lnTo>
                      <a:lnTo>
                        <a:pt x="271297" y="100469"/>
                      </a:lnTo>
                      <a:lnTo>
                        <a:pt x="302463" y="65227"/>
                      </a:lnTo>
                      <a:lnTo>
                        <a:pt x="346062" y="44538"/>
                      </a:lnTo>
                      <a:lnTo>
                        <a:pt x="379488" y="40563"/>
                      </a:lnTo>
                      <a:lnTo>
                        <a:pt x="396582" y="41554"/>
                      </a:lnTo>
                      <a:lnTo>
                        <a:pt x="442595" y="56502"/>
                      </a:lnTo>
                      <a:lnTo>
                        <a:pt x="477951" y="87210"/>
                      </a:lnTo>
                      <a:lnTo>
                        <a:pt x="498906" y="130124"/>
                      </a:lnTo>
                      <a:lnTo>
                        <a:pt x="502945" y="163106"/>
                      </a:lnTo>
                      <a:lnTo>
                        <a:pt x="502945" y="49009"/>
                      </a:lnTo>
                      <a:lnTo>
                        <a:pt x="466051" y="21183"/>
                      </a:lnTo>
                      <a:lnTo>
                        <a:pt x="425043" y="5308"/>
                      </a:lnTo>
                      <a:lnTo>
                        <a:pt x="379488" y="0"/>
                      </a:lnTo>
                      <a:lnTo>
                        <a:pt x="355942" y="1333"/>
                      </a:lnTo>
                      <a:lnTo>
                        <a:pt x="312432" y="11925"/>
                      </a:lnTo>
                      <a:lnTo>
                        <a:pt x="274142" y="32791"/>
                      </a:lnTo>
                      <a:lnTo>
                        <a:pt x="243852" y="61937"/>
                      </a:lnTo>
                      <a:lnTo>
                        <a:pt x="221996" y="98958"/>
                      </a:lnTo>
                      <a:lnTo>
                        <a:pt x="215188" y="118973"/>
                      </a:lnTo>
                      <a:lnTo>
                        <a:pt x="215087" y="119253"/>
                      </a:lnTo>
                      <a:lnTo>
                        <a:pt x="210985" y="140462"/>
                      </a:lnTo>
                      <a:lnTo>
                        <a:pt x="210947" y="140639"/>
                      </a:lnTo>
                      <a:lnTo>
                        <a:pt x="209575" y="163106"/>
                      </a:lnTo>
                      <a:lnTo>
                        <a:pt x="215087" y="206959"/>
                      </a:lnTo>
                      <a:lnTo>
                        <a:pt x="231660" y="246468"/>
                      </a:lnTo>
                      <a:lnTo>
                        <a:pt x="257975" y="279831"/>
                      </a:lnTo>
                      <a:lnTo>
                        <a:pt x="292468" y="305015"/>
                      </a:lnTo>
                      <a:lnTo>
                        <a:pt x="333590" y="320890"/>
                      </a:lnTo>
                      <a:lnTo>
                        <a:pt x="379488" y="326199"/>
                      </a:lnTo>
                      <a:lnTo>
                        <a:pt x="402831" y="324866"/>
                      </a:lnTo>
                      <a:lnTo>
                        <a:pt x="446112" y="314274"/>
                      </a:lnTo>
                      <a:lnTo>
                        <a:pt x="484352" y="293420"/>
                      </a:lnTo>
                      <a:lnTo>
                        <a:pt x="514642" y="264261"/>
                      </a:lnTo>
                      <a:lnTo>
                        <a:pt x="536206" y="227545"/>
                      </a:lnTo>
                      <a:lnTo>
                        <a:pt x="547128" y="185762"/>
                      </a:lnTo>
                      <a:lnTo>
                        <a:pt x="548500" y="163106"/>
                      </a:lnTo>
                      <a:close/>
                    </a:path>
                    <a:path w="871855" h="326390">
                      <a:moveTo>
                        <a:pt x="871728" y="49212"/>
                      </a:moveTo>
                      <a:lnTo>
                        <a:pt x="833666" y="19532"/>
                      </a:lnTo>
                      <a:lnTo>
                        <a:pt x="785672" y="3136"/>
                      </a:lnTo>
                      <a:lnTo>
                        <a:pt x="749173" y="0"/>
                      </a:lnTo>
                      <a:lnTo>
                        <a:pt x="725411" y="1320"/>
                      </a:lnTo>
                      <a:lnTo>
                        <a:pt x="681570" y="11798"/>
                      </a:lnTo>
                      <a:lnTo>
                        <a:pt x="643051" y="32473"/>
                      </a:lnTo>
                      <a:lnTo>
                        <a:pt x="612533" y="61620"/>
                      </a:lnTo>
                      <a:lnTo>
                        <a:pt x="590765" y="98526"/>
                      </a:lnTo>
                      <a:lnTo>
                        <a:pt x="579729" y="140436"/>
                      </a:lnTo>
                      <a:lnTo>
                        <a:pt x="578358" y="163093"/>
                      </a:lnTo>
                      <a:lnTo>
                        <a:pt x="579729" y="185750"/>
                      </a:lnTo>
                      <a:lnTo>
                        <a:pt x="590765" y="227545"/>
                      </a:lnTo>
                      <a:lnTo>
                        <a:pt x="612521" y="264261"/>
                      </a:lnTo>
                      <a:lnTo>
                        <a:pt x="642924" y="293420"/>
                      </a:lnTo>
                      <a:lnTo>
                        <a:pt x="681215" y="314274"/>
                      </a:lnTo>
                      <a:lnTo>
                        <a:pt x="724725" y="324866"/>
                      </a:lnTo>
                      <a:lnTo>
                        <a:pt x="748258" y="326199"/>
                      </a:lnTo>
                      <a:lnTo>
                        <a:pt x="765175" y="325539"/>
                      </a:lnTo>
                      <a:lnTo>
                        <a:pt x="813866" y="315709"/>
                      </a:lnTo>
                      <a:lnTo>
                        <a:pt x="856665" y="294868"/>
                      </a:lnTo>
                      <a:lnTo>
                        <a:pt x="868997" y="161277"/>
                      </a:lnTo>
                      <a:lnTo>
                        <a:pt x="825258" y="161277"/>
                      </a:lnTo>
                      <a:lnTo>
                        <a:pt x="825258" y="265150"/>
                      </a:lnTo>
                      <a:lnTo>
                        <a:pt x="808634" y="274116"/>
                      </a:lnTo>
                      <a:lnTo>
                        <a:pt x="790638" y="280517"/>
                      </a:lnTo>
                      <a:lnTo>
                        <a:pt x="771271" y="284365"/>
                      </a:lnTo>
                      <a:lnTo>
                        <a:pt x="750531" y="285648"/>
                      </a:lnTo>
                      <a:lnTo>
                        <a:pt x="732993" y="284657"/>
                      </a:lnTo>
                      <a:lnTo>
                        <a:pt x="685622" y="269697"/>
                      </a:lnTo>
                      <a:lnTo>
                        <a:pt x="649274" y="239001"/>
                      </a:lnTo>
                      <a:lnTo>
                        <a:pt x="628002" y="196075"/>
                      </a:lnTo>
                      <a:lnTo>
                        <a:pt x="623900" y="163093"/>
                      </a:lnTo>
                      <a:lnTo>
                        <a:pt x="624928" y="145999"/>
                      </a:lnTo>
                      <a:lnTo>
                        <a:pt x="640295" y="99999"/>
                      </a:lnTo>
                      <a:lnTo>
                        <a:pt x="671944" y="64897"/>
                      </a:lnTo>
                      <a:lnTo>
                        <a:pt x="716432" y="44488"/>
                      </a:lnTo>
                      <a:lnTo>
                        <a:pt x="751001" y="40563"/>
                      </a:lnTo>
                      <a:lnTo>
                        <a:pt x="777100" y="42862"/>
                      </a:lnTo>
                      <a:lnTo>
                        <a:pt x="801217" y="49784"/>
                      </a:lnTo>
                      <a:lnTo>
                        <a:pt x="823341" y="61315"/>
                      </a:lnTo>
                      <a:lnTo>
                        <a:pt x="843470" y="77457"/>
                      </a:lnTo>
                      <a:lnTo>
                        <a:pt x="871728" y="4921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29" name="object 27">
                <a:extLst>
                  <a:ext uri="{FF2B5EF4-FFF2-40B4-BE49-F238E27FC236}">
                    <a16:creationId xmlns:a16="http://schemas.microsoft.com/office/drawing/2014/main" id="{CA37C946-9272-EB4B-B796-358E7A08F298}"/>
                  </a:ext>
                </a:extLst>
              </p:cNvPr>
              <p:cNvGrpSpPr/>
              <p:nvPr/>
            </p:nvGrpSpPr>
            <p:grpSpPr>
              <a:xfrm>
                <a:off x="1746503" y="3747807"/>
                <a:ext cx="677545" cy="650875"/>
                <a:chOff x="16110182" y="10314240"/>
                <a:chExt cx="677545" cy="650875"/>
              </a:xfrm>
            </p:grpSpPr>
            <p:sp>
              <p:nvSpPr>
                <p:cNvPr id="30" name="object 28">
                  <a:extLst>
                    <a:ext uri="{FF2B5EF4-FFF2-40B4-BE49-F238E27FC236}">
                      <a16:creationId xmlns:a16="http://schemas.microsoft.com/office/drawing/2014/main" id="{8993F313-92CE-5210-1B48-C5DA6C2D12A6}"/>
                    </a:ext>
                  </a:extLst>
                </p:cNvPr>
                <p:cNvSpPr/>
                <p:nvPr/>
              </p:nvSpPr>
              <p:spPr>
                <a:xfrm>
                  <a:off x="16110179" y="10314247"/>
                  <a:ext cx="677545" cy="593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544" h="593090">
                      <a:moveTo>
                        <a:pt x="267385" y="592861"/>
                      </a:moveTo>
                      <a:lnTo>
                        <a:pt x="50368" y="245554"/>
                      </a:lnTo>
                      <a:lnTo>
                        <a:pt x="0" y="325208"/>
                      </a:lnTo>
                      <a:lnTo>
                        <a:pt x="57759" y="325208"/>
                      </a:lnTo>
                      <a:lnTo>
                        <a:pt x="57759" y="592861"/>
                      </a:lnTo>
                      <a:lnTo>
                        <a:pt x="267385" y="592861"/>
                      </a:lnTo>
                      <a:close/>
                    </a:path>
                    <a:path w="677544" h="593090">
                      <a:moveTo>
                        <a:pt x="338442" y="325208"/>
                      </a:moveTo>
                      <a:lnTo>
                        <a:pt x="169227" y="57454"/>
                      </a:lnTo>
                      <a:lnTo>
                        <a:pt x="65100" y="222237"/>
                      </a:lnTo>
                      <a:lnTo>
                        <a:pt x="280695" y="567283"/>
                      </a:lnTo>
                      <a:lnTo>
                        <a:pt x="280695" y="325208"/>
                      </a:lnTo>
                      <a:lnTo>
                        <a:pt x="338442" y="325208"/>
                      </a:lnTo>
                      <a:close/>
                    </a:path>
                    <a:path w="677544" h="593090">
                      <a:moveTo>
                        <a:pt x="677176" y="0"/>
                      </a:moveTo>
                      <a:lnTo>
                        <a:pt x="12" y="0"/>
                      </a:lnTo>
                      <a:lnTo>
                        <a:pt x="12" y="25196"/>
                      </a:lnTo>
                      <a:lnTo>
                        <a:pt x="677176" y="25196"/>
                      </a:lnTo>
                      <a:lnTo>
                        <a:pt x="677176" y="0"/>
                      </a:lnTo>
                      <a:close/>
                    </a:path>
                  </a:pathLst>
                </a:custGeom>
                <a:solidFill>
                  <a:srgbClr val="D12728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1" name="object 29">
                  <a:extLst>
                    <a:ext uri="{FF2B5EF4-FFF2-40B4-BE49-F238E27FC236}">
                      <a16:creationId xmlns:a16="http://schemas.microsoft.com/office/drawing/2014/main" id="{BA86257F-CD85-387C-CB20-27C2C9D8B250}"/>
                    </a:ext>
                  </a:extLst>
                </p:cNvPr>
                <p:cNvSpPr/>
                <p:nvPr/>
              </p:nvSpPr>
              <p:spPr>
                <a:xfrm>
                  <a:off x="16110191" y="10371702"/>
                  <a:ext cx="677545" cy="593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544" h="593090">
                      <a:moveTo>
                        <a:pt x="613651" y="368147"/>
                      </a:moveTo>
                      <a:lnTo>
                        <a:pt x="396468" y="20586"/>
                      </a:lnTo>
                      <a:lnTo>
                        <a:pt x="396468" y="267652"/>
                      </a:lnTo>
                      <a:lnTo>
                        <a:pt x="338734" y="267652"/>
                      </a:lnTo>
                      <a:lnTo>
                        <a:pt x="507961" y="535419"/>
                      </a:lnTo>
                      <a:lnTo>
                        <a:pt x="613651" y="368147"/>
                      </a:lnTo>
                      <a:close/>
                    </a:path>
                    <a:path w="677544" h="593090">
                      <a:moveTo>
                        <a:pt x="677151" y="267652"/>
                      </a:moveTo>
                      <a:lnTo>
                        <a:pt x="619417" y="267652"/>
                      </a:lnTo>
                      <a:lnTo>
                        <a:pt x="619417" y="0"/>
                      </a:lnTo>
                      <a:lnTo>
                        <a:pt x="412902" y="0"/>
                      </a:lnTo>
                      <a:lnTo>
                        <a:pt x="628383" y="344830"/>
                      </a:lnTo>
                      <a:lnTo>
                        <a:pt x="677151" y="267652"/>
                      </a:lnTo>
                      <a:close/>
                    </a:path>
                    <a:path w="677544" h="593090">
                      <a:moveTo>
                        <a:pt x="677164" y="567651"/>
                      </a:moveTo>
                      <a:lnTo>
                        <a:pt x="0" y="567651"/>
                      </a:lnTo>
                      <a:lnTo>
                        <a:pt x="0" y="592874"/>
                      </a:lnTo>
                      <a:lnTo>
                        <a:pt x="677164" y="592874"/>
                      </a:lnTo>
                      <a:lnTo>
                        <a:pt x="677164" y="5676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0946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8">
            <a:extLst>
              <a:ext uri="{FF2B5EF4-FFF2-40B4-BE49-F238E27FC236}">
                <a16:creationId xmlns:a16="http://schemas.microsoft.com/office/drawing/2014/main" id="{E78DCFB2-901E-7C5D-7090-AD1F69C9209D}"/>
              </a:ext>
            </a:extLst>
          </p:cNvPr>
          <p:cNvGrpSpPr/>
          <p:nvPr/>
        </p:nvGrpSpPr>
        <p:grpSpPr>
          <a:xfrm>
            <a:off x="0" y="1245593"/>
            <a:ext cx="2986326" cy="6267884"/>
            <a:chOff x="-19050" y="1207427"/>
            <a:chExt cx="2521585" cy="5507355"/>
          </a:xfrm>
        </p:grpSpPr>
        <p:sp>
          <p:nvSpPr>
            <p:cNvPr id="3" name="object 9">
              <a:extLst>
                <a:ext uri="{FF2B5EF4-FFF2-40B4-BE49-F238E27FC236}">
                  <a16:creationId xmlns:a16="http://schemas.microsoft.com/office/drawing/2014/main" id="{59371220-A4B6-DAF8-A687-98916C009538}"/>
                </a:ext>
              </a:extLst>
            </p:cNvPr>
            <p:cNvSpPr/>
            <p:nvPr/>
          </p:nvSpPr>
          <p:spPr>
            <a:xfrm>
              <a:off x="1272540" y="1930907"/>
              <a:ext cx="1229995" cy="4060190"/>
            </a:xfrm>
            <a:custGeom>
              <a:avLst/>
              <a:gdLst/>
              <a:ahLst/>
              <a:cxnLst/>
              <a:rect l="l" t="t" r="r" b="b"/>
              <a:pathLst>
                <a:path w="1229995" h="4060190">
                  <a:moveTo>
                    <a:pt x="614172" y="3752850"/>
                  </a:moveTo>
                  <a:lnTo>
                    <a:pt x="610831" y="3707485"/>
                  </a:lnTo>
                  <a:lnTo>
                    <a:pt x="601154" y="3664191"/>
                  </a:lnTo>
                  <a:lnTo>
                    <a:pt x="585609" y="3623424"/>
                  </a:lnTo>
                  <a:lnTo>
                    <a:pt x="564680" y="3585667"/>
                  </a:lnTo>
                  <a:lnTo>
                    <a:pt x="538822" y="3551402"/>
                  </a:lnTo>
                  <a:lnTo>
                    <a:pt x="508533" y="3521113"/>
                  </a:lnTo>
                  <a:lnTo>
                    <a:pt x="474268" y="3495256"/>
                  </a:lnTo>
                  <a:lnTo>
                    <a:pt x="436511" y="3474326"/>
                  </a:lnTo>
                  <a:lnTo>
                    <a:pt x="395744" y="3458781"/>
                  </a:lnTo>
                  <a:lnTo>
                    <a:pt x="352450" y="3449104"/>
                  </a:lnTo>
                  <a:lnTo>
                    <a:pt x="307086" y="3445764"/>
                  </a:lnTo>
                  <a:lnTo>
                    <a:pt x="261708" y="3449104"/>
                  </a:lnTo>
                  <a:lnTo>
                    <a:pt x="218414" y="3458781"/>
                  </a:lnTo>
                  <a:lnTo>
                    <a:pt x="177647" y="3474326"/>
                  </a:lnTo>
                  <a:lnTo>
                    <a:pt x="139890" y="3495256"/>
                  </a:lnTo>
                  <a:lnTo>
                    <a:pt x="105625" y="3521113"/>
                  </a:lnTo>
                  <a:lnTo>
                    <a:pt x="75336" y="3551402"/>
                  </a:lnTo>
                  <a:lnTo>
                    <a:pt x="49479" y="3585667"/>
                  </a:lnTo>
                  <a:lnTo>
                    <a:pt x="28549" y="3623424"/>
                  </a:lnTo>
                  <a:lnTo>
                    <a:pt x="13004" y="3664191"/>
                  </a:lnTo>
                  <a:lnTo>
                    <a:pt x="3327" y="3707485"/>
                  </a:lnTo>
                  <a:lnTo>
                    <a:pt x="0" y="3752850"/>
                  </a:lnTo>
                  <a:lnTo>
                    <a:pt x="3327" y="3798239"/>
                  </a:lnTo>
                  <a:lnTo>
                    <a:pt x="13004" y="3841546"/>
                  </a:lnTo>
                  <a:lnTo>
                    <a:pt x="28549" y="3882313"/>
                  </a:lnTo>
                  <a:lnTo>
                    <a:pt x="49479" y="3920071"/>
                  </a:lnTo>
                  <a:lnTo>
                    <a:pt x="75336" y="3954322"/>
                  </a:lnTo>
                  <a:lnTo>
                    <a:pt x="105625" y="3984612"/>
                  </a:lnTo>
                  <a:lnTo>
                    <a:pt x="139890" y="4010469"/>
                  </a:lnTo>
                  <a:lnTo>
                    <a:pt x="177647" y="4031399"/>
                  </a:lnTo>
                  <a:lnTo>
                    <a:pt x="218414" y="4046944"/>
                  </a:lnTo>
                  <a:lnTo>
                    <a:pt x="261708" y="4056608"/>
                  </a:lnTo>
                  <a:lnTo>
                    <a:pt x="307086" y="4059936"/>
                  </a:lnTo>
                  <a:lnTo>
                    <a:pt x="352450" y="4056608"/>
                  </a:lnTo>
                  <a:lnTo>
                    <a:pt x="395744" y="4046944"/>
                  </a:lnTo>
                  <a:lnTo>
                    <a:pt x="436511" y="4031399"/>
                  </a:lnTo>
                  <a:lnTo>
                    <a:pt x="474268" y="4010469"/>
                  </a:lnTo>
                  <a:lnTo>
                    <a:pt x="508533" y="3984612"/>
                  </a:lnTo>
                  <a:lnTo>
                    <a:pt x="538822" y="3954322"/>
                  </a:lnTo>
                  <a:lnTo>
                    <a:pt x="564680" y="3920071"/>
                  </a:lnTo>
                  <a:lnTo>
                    <a:pt x="585609" y="3882313"/>
                  </a:lnTo>
                  <a:lnTo>
                    <a:pt x="601154" y="3841546"/>
                  </a:lnTo>
                  <a:lnTo>
                    <a:pt x="610831" y="3798239"/>
                  </a:lnTo>
                  <a:lnTo>
                    <a:pt x="614172" y="3752850"/>
                  </a:lnTo>
                  <a:close/>
                </a:path>
                <a:path w="1229995" h="4060190">
                  <a:moveTo>
                    <a:pt x="614172" y="307086"/>
                  </a:moveTo>
                  <a:lnTo>
                    <a:pt x="610831" y="261721"/>
                  </a:lnTo>
                  <a:lnTo>
                    <a:pt x="601154" y="218427"/>
                  </a:lnTo>
                  <a:lnTo>
                    <a:pt x="585609" y="177660"/>
                  </a:lnTo>
                  <a:lnTo>
                    <a:pt x="564680" y="139903"/>
                  </a:lnTo>
                  <a:lnTo>
                    <a:pt x="538822" y="105638"/>
                  </a:lnTo>
                  <a:lnTo>
                    <a:pt x="508533" y="75349"/>
                  </a:lnTo>
                  <a:lnTo>
                    <a:pt x="474268" y="49491"/>
                  </a:lnTo>
                  <a:lnTo>
                    <a:pt x="436511" y="28562"/>
                  </a:lnTo>
                  <a:lnTo>
                    <a:pt x="395744" y="13017"/>
                  </a:lnTo>
                  <a:lnTo>
                    <a:pt x="352450" y="3340"/>
                  </a:lnTo>
                  <a:lnTo>
                    <a:pt x="307086" y="0"/>
                  </a:lnTo>
                  <a:lnTo>
                    <a:pt x="261708" y="3340"/>
                  </a:lnTo>
                  <a:lnTo>
                    <a:pt x="218414" y="13017"/>
                  </a:lnTo>
                  <a:lnTo>
                    <a:pt x="177647" y="28562"/>
                  </a:lnTo>
                  <a:lnTo>
                    <a:pt x="139890" y="49491"/>
                  </a:lnTo>
                  <a:lnTo>
                    <a:pt x="105625" y="75349"/>
                  </a:lnTo>
                  <a:lnTo>
                    <a:pt x="75336" y="105638"/>
                  </a:lnTo>
                  <a:lnTo>
                    <a:pt x="49479" y="139903"/>
                  </a:lnTo>
                  <a:lnTo>
                    <a:pt x="28549" y="177660"/>
                  </a:lnTo>
                  <a:lnTo>
                    <a:pt x="13004" y="218427"/>
                  </a:lnTo>
                  <a:lnTo>
                    <a:pt x="3327" y="261721"/>
                  </a:lnTo>
                  <a:lnTo>
                    <a:pt x="0" y="307086"/>
                  </a:lnTo>
                  <a:lnTo>
                    <a:pt x="3327" y="352463"/>
                  </a:lnTo>
                  <a:lnTo>
                    <a:pt x="13004" y="395757"/>
                  </a:lnTo>
                  <a:lnTo>
                    <a:pt x="28549" y="436524"/>
                  </a:lnTo>
                  <a:lnTo>
                    <a:pt x="49479" y="474281"/>
                  </a:lnTo>
                  <a:lnTo>
                    <a:pt x="75336" y="508546"/>
                  </a:lnTo>
                  <a:lnTo>
                    <a:pt x="105625" y="538835"/>
                  </a:lnTo>
                  <a:lnTo>
                    <a:pt x="139890" y="564692"/>
                  </a:lnTo>
                  <a:lnTo>
                    <a:pt x="177647" y="585622"/>
                  </a:lnTo>
                  <a:lnTo>
                    <a:pt x="218414" y="601167"/>
                  </a:lnTo>
                  <a:lnTo>
                    <a:pt x="261708" y="610844"/>
                  </a:lnTo>
                  <a:lnTo>
                    <a:pt x="307086" y="614172"/>
                  </a:lnTo>
                  <a:lnTo>
                    <a:pt x="352450" y="610844"/>
                  </a:lnTo>
                  <a:lnTo>
                    <a:pt x="395744" y="601167"/>
                  </a:lnTo>
                  <a:lnTo>
                    <a:pt x="436511" y="585622"/>
                  </a:lnTo>
                  <a:lnTo>
                    <a:pt x="474268" y="564692"/>
                  </a:lnTo>
                  <a:lnTo>
                    <a:pt x="508533" y="538835"/>
                  </a:lnTo>
                  <a:lnTo>
                    <a:pt x="538822" y="508546"/>
                  </a:lnTo>
                  <a:lnTo>
                    <a:pt x="564680" y="474281"/>
                  </a:lnTo>
                  <a:lnTo>
                    <a:pt x="585609" y="436524"/>
                  </a:lnTo>
                  <a:lnTo>
                    <a:pt x="601154" y="395757"/>
                  </a:lnTo>
                  <a:lnTo>
                    <a:pt x="610831" y="352463"/>
                  </a:lnTo>
                  <a:lnTo>
                    <a:pt x="614172" y="307086"/>
                  </a:lnTo>
                  <a:close/>
                </a:path>
                <a:path w="1229995" h="4060190">
                  <a:moveTo>
                    <a:pt x="1229868" y="2029206"/>
                  </a:moveTo>
                  <a:lnTo>
                    <a:pt x="1226527" y="1983841"/>
                  </a:lnTo>
                  <a:lnTo>
                    <a:pt x="1216825" y="1940547"/>
                  </a:lnTo>
                  <a:lnTo>
                    <a:pt x="1201254" y="1899780"/>
                  </a:lnTo>
                  <a:lnTo>
                    <a:pt x="1180274" y="1862023"/>
                  </a:lnTo>
                  <a:lnTo>
                    <a:pt x="1154366" y="1827758"/>
                  </a:lnTo>
                  <a:lnTo>
                    <a:pt x="1124000" y="1797469"/>
                  </a:lnTo>
                  <a:lnTo>
                    <a:pt x="1089660" y="1771611"/>
                  </a:lnTo>
                  <a:lnTo>
                    <a:pt x="1051814" y="1750682"/>
                  </a:lnTo>
                  <a:lnTo>
                    <a:pt x="1010932" y="1735137"/>
                  </a:lnTo>
                  <a:lnTo>
                    <a:pt x="967511" y="1725460"/>
                  </a:lnTo>
                  <a:lnTo>
                    <a:pt x="922020" y="1722120"/>
                  </a:lnTo>
                  <a:lnTo>
                    <a:pt x="876515" y="1725460"/>
                  </a:lnTo>
                  <a:lnTo>
                    <a:pt x="833094" y="1735137"/>
                  </a:lnTo>
                  <a:lnTo>
                    <a:pt x="792213" y="1750682"/>
                  </a:lnTo>
                  <a:lnTo>
                    <a:pt x="754367" y="1771611"/>
                  </a:lnTo>
                  <a:lnTo>
                    <a:pt x="720026" y="1797469"/>
                  </a:lnTo>
                  <a:lnTo>
                    <a:pt x="689660" y="1827758"/>
                  </a:lnTo>
                  <a:lnTo>
                    <a:pt x="663752" y="1862023"/>
                  </a:lnTo>
                  <a:lnTo>
                    <a:pt x="642772" y="1899780"/>
                  </a:lnTo>
                  <a:lnTo>
                    <a:pt x="627202" y="1940547"/>
                  </a:lnTo>
                  <a:lnTo>
                    <a:pt x="617499" y="1983841"/>
                  </a:lnTo>
                  <a:lnTo>
                    <a:pt x="614172" y="2029206"/>
                  </a:lnTo>
                  <a:lnTo>
                    <a:pt x="617499" y="2074583"/>
                  </a:lnTo>
                  <a:lnTo>
                    <a:pt x="627202" y="2117877"/>
                  </a:lnTo>
                  <a:lnTo>
                    <a:pt x="642772" y="2158644"/>
                  </a:lnTo>
                  <a:lnTo>
                    <a:pt x="663752" y="2196401"/>
                  </a:lnTo>
                  <a:lnTo>
                    <a:pt x="689660" y="2230666"/>
                  </a:lnTo>
                  <a:lnTo>
                    <a:pt x="720026" y="2260955"/>
                  </a:lnTo>
                  <a:lnTo>
                    <a:pt x="754367" y="2286812"/>
                  </a:lnTo>
                  <a:lnTo>
                    <a:pt x="792213" y="2307742"/>
                  </a:lnTo>
                  <a:lnTo>
                    <a:pt x="833094" y="2323287"/>
                  </a:lnTo>
                  <a:lnTo>
                    <a:pt x="876515" y="2332964"/>
                  </a:lnTo>
                  <a:lnTo>
                    <a:pt x="922020" y="2336292"/>
                  </a:lnTo>
                  <a:lnTo>
                    <a:pt x="967511" y="2332964"/>
                  </a:lnTo>
                  <a:lnTo>
                    <a:pt x="1010932" y="2323287"/>
                  </a:lnTo>
                  <a:lnTo>
                    <a:pt x="1051814" y="2307742"/>
                  </a:lnTo>
                  <a:lnTo>
                    <a:pt x="1089660" y="2286812"/>
                  </a:lnTo>
                  <a:lnTo>
                    <a:pt x="1124000" y="2260955"/>
                  </a:lnTo>
                  <a:lnTo>
                    <a:pt x="1154366" y="2230666"/>
                  </a:lnTo>
                  <a:lnTo>
                    <a:pt x="1180274" y="2196401"/>
                  </a:lnTo>
                  <a:lnTo>
                    <a:pt x="1201254" y="2158644"/>
                  </a:lnTo>
                  <a:lnTo>
                    <a:pt x="1216825" y="2117877"/>
                  </a:lnTo>
                  <a:lnTo>
                    <a:pt x="1226527" y="2074583"/>
                  </a:lnTo>
                  <a:lnTo>
                    <a:pt x="1229868" y="2029206"/>
                  </a:lnTo>
                  <a:close/>
                </a:path>
              </a:pathLst>
            </a:custGeom>
            <a:solidFill>
              <a:srgbClr val="EA1C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0">
              <a:extLst>
                <a:ext uri="{FF2B5EF4-FFF2-40B4-BE49-F238E27FC236}">
                  <a16:creationId xmlns:a16="http://schemas.microsoft.com/office/drawing/2014/main" id="{19EFB23B-E404-DCCC-18DD-4553CBEFC7B1}"/>
                </a:ext>
              </a:extLst>
            </p:cNvPr>
            <p:cNvSpPr/>
            <p:nvPr/>
          </p:nvSpPr>
          <p:spPr>
            <a:xfrm>
              <a:off x="0" y="1226477"/>
              <a:ext cx="2216785" cy="5469255"/>
            </a:xfrm>
            <a:custGeom>
              <a:avLst/>
              <a:gdLst/>
              <a:ahLst/>
              <a:cxnLst/>
              <a:rect l="l" t="t" r="r" b="b"/>
              <a:pathLst>
                <a:path w="2216785" h="5469255">
                  <a:moveTo>
                    <a:pt x="0" y="0"/>
                  </a:moveTo>
                  <a:lnTo>
                    <a:pt x="0" y="5468797"/>
                  </a:lnTo>
                  <a:lnTo>
                    <a:pt x="30884" y="5462208"/>
                  </a:lnTo>
                  <a:lnTo>
                    <a:pt x="75949" y="5451805"/>
                  </a:lnTo>
                  <a:lnTo>
                    <a:pt x="120732" y="5440679"/>
                  </a:lnTo>
                  <a:lnTo>
                    <a:pt x="165228" y="5428836"/>
                  </a:lnTo>
                  <a:lnTo>
                    <a:pt x="209430" y="5416282"/>
                  </a:lnTo>
                  <a:lnTo>
                    <a:pt x="253331" y="5403024"/>
                  </a:lnTo>
                  <a:lnTo>
                    <a:pt x="296924" y="5389069"/>
                  </a:lnTo>
                  <a:lnTo>
                    <a:pt x="340204" y="5374423"/>
                  </a:lnTo>
                  <a:lnTo>
                    <a:pt x="383163" y="5359092"/>
                  </a:lnTo>
                  <a:lnTo>
                    <a:pt x="425796" y="5343084"/>
                  </a:lnTo>
                  <a:lnTo>
                    <a:pt x="468095" y="5326404"/>
                  </a:lnTo>
                  <a:lnTo>
                    <a:pt x="510055" y="5309059"/>
                  </a:lnTo>
                  <a:lnTo>
                    <a:pt x="551668" y="5291056"/>
                  </a:lnTo>
                  <a:lnTo>
                    <a:pt x="592929" y="5272401"/>
                  </a:lnTo>
                  <a:lnTo>
                    <a:pt x="633830" y="5253101"/>
                  </a:lnTo>
                  <a:lnTo>
                    <a:pt x="674365" y="5233161"/>
                  </a:lnTo>
                  <a:lnTo>
                    <a:pt x="714528" y="5212589"/>
                  </a:lnTo>
                  <a:lnTo>
                    <a:pt x="754313" y="5191392"/>
                  </a:lnTo>
                  <a:lnTo>
                    <a:pt x="793712" y="5169574"/>
                  </a:lnTo>
                  <a:lnTo>
                    <a:pt x="832719" y="5147144"/>
                  </a:lnTo>
                  <a:lnTo>
                    <a:pt x="871328" y="5124108"/>
                  </a:lnTo>
                  <a:lnTo>
                    <a:pt x="909532" y="5100472"/>
                  </a:lnTo>
                  <a:lnTo>
                    <a:pt x="947324" y="5076242"/>
                  </a:lnTo>
                  <a:lnTo>
                    <a:pt x="984699" y="5051425"/>
                  </a:lnTo>
                  <a:lnTo>
                    <a:pt x="1021650" y="5026028"/>
                  </a:lnTo>
                  <a:lnTo>
                    <a:pt x="1058170" y="5000057"/>
                  </a:lnTo>
                  <a:lnTo>
                    <a:pt x="1094252" y="4973519"/>
                  </a:lnTo>
                  <a:lnTo>
                    <a:pt x="1129890" y="4946420"/>
                  </a:lnTo>
                  <a:lnTo>
                    <a:pt x="1165079" y="4918767"/>
                  </a:lnTo>
                  <a:lnTo>
                    <a:pt x="1199810" y="4890565"/>
                  </a:lnTo>
                  <a:lnTo>
                    <a:pt x="1234078" y="4861823"/>
                  </a:lnTo>
                  <a:lnTo>
                    <a:pt x="1267876" y="4832545"/>
                  </a:lnTo>
                  <a:lnTo>
                    <a:pt x="1301198" y="4802739"/>
                  </a:lnTo>
                  <a:lnTo>
                    <a:pt x="1334037" y="4772412"/>
                  </a:lnTo>
                  <a:lnTo>
                    <a:pt x="1366387" y="4741569"/>
                  </a:lnTo>
                  <a:lnTo>
                    <a:pt x="1398241" y="4710217"/>
                  </a:lnTo>
                  <a:lnTo>
                    <a:pt x="1429592" y="4678362"/>
                  </a:lnTo>
                  <a:lnTo>
                    <a:pt x="1460435" y="4646012"/>
                  </a:lnTo>
                  <a:lnTo>
                    <a:pt x="1490762" y="4613173"/>
                  </a:lnTo>
                  <a:lnTo>
                    <a:pt x="1520568" y="4579851"/>
                  </a:lnTo>
                  <a:lnTo>
                    <a:pt x="1549845" y="4546052"/>
                  </a:lnTo>
                  <a:lnTo>
                    <a:pt x="1578587" y="4511784"/>
                  </a:lnTo>
                  <a:lnTo>
                    <a:pt x="1606788" y="4477052"/>
                  </a:lnTo>
                  <a:lnTo>
                    <a:pt x="1634441" y="4441864"/>
                  </a:lnTo>
                  <a:lnTo>
                    <a:pt x="1661539" y="4406225"/>
                  </a:lnTo>
                  <a:lnTo>
                    <a:pt x="1688077" y="4370142"/>
                  </a:lnTo>
                  <a:lnTo>
                    <a:pt x="1714047" y="4333622"/>
                  </a:lnTo>
                  <a:lnTo>
                    <a:pt x="1739444" y="4296672"/>
                  </a:lnTo>
                  <a:lnTo>
                    <a:pt x="1764260" y="4259297"/>
                  </a:lnTo>
                  <a:lnTo>
                    <a:pt x="1788489" y="4221504"/>
                  </a:lnTo>
                  <a:lnTo>
                    <a:pt x="1812125" y="4183300"/>
                  </a:lnTo>
                  <a:lnTo>
                    <a:pt x="1835161" y="4144691"/>
                  </a:lnTo>
                  <a:lnTo>
                    <a:pt x="1857590" y="4105684"/>
                  </a:lnTo>
                  <a:lnTo>
                    <a:pt x="1879407" y="4066285"/>
                  </a:lnTo>
                  <a:lnTo>
                    <a:pt x="1900604" y="4026501"/>
                  </a:lnTo>
                  <a:lnTo>
                    <a:pt x="1921175" y="3986338"/>
                  </a:lnTo>
                  <a:lnTo>
                    <a:pt x="1941114" y="3945803"/>
                  </a:lnTo>
                  <a:lnTo>
                    <a:pt x="1960414" y="3904902"/>
                  </a:lnTo>
                  <a:lnTo>
                    <a:pt x="1979069" y="3863641"/>
                  </a:lnTo>
                  <a:lnTo>
                    <a:pt x="1997072" y="3822028"/>
                  </a:lnTo>
                  <a:lnTo>
                    <a:pt x="2014416" y="3780069"/>
                  </a:lnTo>
                  <a:lnTo>
                    <a:pt x="2031095" y="3737770"/>
                  </a:lnTo>
                  <a:lnTo>
                    <a:pt x="2047103" y="3695138"/>
                  </a:lnTo>
                  <a:lnTo>
                    <a:pt x="2062433" y="3652179"/>
                  </a:lnTo>
                  <a:lnTo>
                    <a:pt x="2077079" y="3608900"/>
                  </a:lnTo>
                  <a:lnTo>
                    <a:pt x="2091034" y="3565307"/>
                  </a:lnTo>
                  <a:lnTo>
                    <a:pt x="2104291" y="3521406"/>
                  </a:lnTo>
                  <a:lnTo>
                    <a:pt x="2116844" y="3477205"/>
                  </a:lnTo>
                  <a:lnTo>
                    <a:pt x="2128687" y="3432710"/>
                  </a:lnTo>
                  <a:lnTo>
                    <a:pt x="2139813" y="3387927"/>
                  </a:lnTo>
                  <a:lnTo>
                    <a:pt x="2150216" y="3342863"/>
                  </a:lnTo>
                  <a:lnTo>
                    <a:pt x="2159888" y="3297525"/>
                  </a:lnTo>
                  <a:lnTo>
                    <a:pt x="2168825" y="3251917"/>
                  </a:lnTo>
                  <a:lnTo>
                    <a:pt x="2177018" y="3206049"/>
                  </a:lnTo>
                  <a:lnTo>
                    <a:pt x="2184462" y="3159925"/>
                  </a:lnTo>
                  <a:lnTo>
                    <a:pt x="2191149" y="3113552"/>
                  </a:lnTo>
                  <a:lnTo>
                    <a:pt x="2197075" y="3066937"/>
                  </a:lnTo>
                  <a:lnTo>
                    <a:pt x="2202231" y="3020087"/>
                  </a:lnTo>
                  <a:lnTo>
                    <a:pt x="2206612" y="2973007"/>
                  </a:lnTo>
                  <a:lnTo>
                    <a:pt x="2210211" y="2925705"/>
                  </a:lnTo>
                  <a:lnTo>
                    <a:pt x="2213022" y="2878186"/>
                  </a:lnTo>
                  <a:lnTo>
                    <a:pt x="2215037" y="2830458"/>
                  </a:lnTo>
                  <a:lnTo>
                    <a:pt x="2216251" y="2782526"/>
                  </a:lnTo>
                  <a:lnTo>
                    <a:pt x="2216658" y="2734398"/>
                  </a:lnTo>
                  <a:lnTo>
                    <a:pt x="2216251" y="2686270"/>
                  </a:lnTo>
                  <a:lnTo>
                    <a:pt x="2215037" y="2638339"/>
                  </a:lnTo>
                  <a:lnTo>
                    <a:pt x="2213022" y="2590611"/>
                  </a:lnTo>
                  <a:lnTo>
                    <a:pt x="2210211" y="2543092"/>
                  </a:lnTo>
                  <a:lnTo>
                    <a:pt x="2206612" y="2495790"/>
                  </a:lnTo>
                  <a:lnTo>
                    <a:pt x="2202231" y="2448710"/>
                  </a:lnTo>
                  <a:lnTo>
                    <a:pt x="2197075" y="2401859"/>
                  </a:lnTo>
                  <a:lnTo>
                    <a:pt x="2191149" y="2355244"/>
                  </a:lnTo>
                  <a:lnTo>
                    <a:pt x="2184462" y="2308872"/>
                  </a:lnTo>
                  <a:lnTo>
                    <a:pt x="2177018" y="2262748"/>
                  </a:lnTo>
                  <a:lnTo>
                    <a:pt x="2168825" y="2216879"/>
                  </a:lnTo>
                  <a:lnTo>
                    <a:pt x="2159888" y="2171272"/>
                  </a:lnTo>
                  <a:lnTo>
                    <a:pt x="2150216" y="2125933"/>
                  </a:lnTo>
                  <a:lnTo>
                    <a:pt x="2139813" y="2080869"/>
                  </a:lnTo>
                  <a:lnTo>
                    <a:pt x="2128687" y="2036086"/>
                  </a:lnTo>
                  <a:lnTo>
                    <a:pt x="2116844" y="1991591"/>
                  </a:lnTo>
                  <a:lnTo>
                    <a:pt x="2104291" y="1947390"/>
                  </a:lnTo>
                  <a:lnTo>
                    <a:pt x="2091034" y="1903490"/>
                  </a:lnTo>
                  <a:lnTo>
                    <a:pt x="2077079" y="1859897"/>
                  </a:lnTo>
                  <a:lnTo>
                    <a:pt x="2062433" y="1816618"/>
                  </a:lnTo>
                  <a:lnTo>
                    <a:pt x="2047103" y="1773659"/>
                  </a:lnTo>
                  <a:lnTo>
                    <a:pt x="2031095" y="1731027"/>
                  </a:lnTo>
                  <a:lnTo>
                    <a:pt x="2014416" y="1688728"/>
                  </a:lnTo>
                  <a:lnTo>
                    <a:pt x="1997072" y="1646768"/>
                  </a:lnTo>
                  <a:lnTo>
                    <a:pt x="1979069" y="1605155"/>
                  </a:lnTo>
                  <a:lnTo>
                    <a:pt x="1960414" y="1563895"/>
                  </a:lnTo>
                  <a:lnTo>
                    <a:pt x="1941114" y="1522994"/>
                  </a:lnTo>
                  <a:lnTo>
                    <a:pt x="1921175" y="1482459"/>
                  </a:lnTo>
                  <a:lnTo>
                    <a:pt x="1900604" y="1442296"/>
                  </a:lnTo>
                  <a:lnTo>
                    <a:pt x="1879407" y="1402512"/>
                  </a:lnTo>
                  <a:lnTo>
                    <a:pt x="1857590" y="1363113"/>
                  </a:lnTo>
                  <a:lnTo>
                    <a:pt x="1835161" y="1324106"/>
                  </a:lnTo>
                  <a:lnTo>
                    <a:pt x="1812125" y="1285497"/>
                  </a:lnTo>
                  <a:lnTo>
                    <a:pt x="1788489" y="1247293"/>
                  </a:lnTo>
                  <a:lnTo>
                    <a:pt x="1764260" y="1209500"/>
                  </a:lnTo>
                  <a:lnTo>
                    <a:pt x="1739444" y="1172125"/>
                  </a:lnTo>
                  <a:lnTo>
                    <a:pt x="1714047" y="1135174"/>
                  </a:lnTo>
                  <a:lnTo>
                    <a:pt x="1688077" y="1098654"/>
                  </a:lnTo>
                  <a:lnTo>
                    <a:pt x="1661539" y="1062572"/>
                  </a:lnTo>
                  <a:lnTo>
                    <a:pt x="1634441" y="1026933"/>
                  </a:lnTo>
                  <a:lnTo>
                    <a:pt x="1606788" y="991744"/>
                  </a:lnTo>
                  <a:lnTo>
                    <a:pt x="1578587" y="957013"/>
                  </a:lnTo>
                  <a:lnTo>
                    <a:pt x="1549845" y="922744"/>
                  </a:lnTo>
                  <a:lnTo>
                    <a:pt x="1520568" y="888946"/>
                  </a:lnTo>
                  <a:lnTo>
                    <a:pt x="1490762" y="855624"/>
                  </a:lnTo>
                  <a:lnTo>
                    <a:pt x="1460435" y="822784"/>
                  </a:lnTo>
                  <a:lnTo>
                    <a:pt x="1429592" y="790434"/>
                  </a:lnTo>
                  <a:lnTo>
                    <a:pt x="1398241" y="758580"/>
                  </a:lnTo>
                  <a:lnTo>
                    <a:pt x="1366387" y="727228"/>
                  </a:lnTo>
                  <a:lnTo>
                    <a:pt x="1334037" y="696385"/>
                  </a:lnTo>
                  <a:lnTo>
                    <a:pt x="1301198" y="666057"/>
                  </a:lnTo>
                  <a:lnTo>
                    <a:pt x="1267876" y="636251"/>
                  </a:lnTo>
                  <a:lnTo>
                    <a:pt x="1234078" y="606974"/>
                  </a:lnTo>
                  <a:lnTo>
                    <a:pt x="1199810" y="578231"/>
                  </a:lnTo>
                  <a:lnTo>
                    <a:pt x="1165079" y="550030"/>
                  </a:lnTo>
                  <a:lnTo>
                    <a:pt x="1129890" y="522376"/>
                  </a:lnTo>
                  <a:lnTo>
                    <a:pt x="1094252" y="495277"/>
                  </a:lnTo>
                  <a:lnTo>
                    <a:pt x="1058170" y="468739"/>
                  </a:lnTo>
                  <a:lnTo>
                    <a:pt x="1021650" y="442768"/>
                  </a:lnTo>
                  <a:lnTo>
                    <a:pt x="984699" y="417371"/>
                  </a:lnTo>
                  <a:lnTo>
                    <a:pt x="947324" y="392555"/>
                  </a:lnTo>
                  <a:lnTo>
                    <a:pt x="909532" y="368325"/>
                  </a:lnTo>
                  <a:lnTo>
                    <a:pt x="871328" y="344689"/>
                  </a:lnTo>
                  <a:lnTo>
                    <a:pt x="832719" y="321652"/>
                  </a:lnTo>
                  <a:lnTo>
                    <a:pt x="793712" y="299222"/>
                  </a:lnTo>
                  <a:lnTo>
                    <a:pt x="754313" y="277405"/>
                  </a:lnTo>
                  <a:lnTo>
                    <a:pt x="714528" y="256207"/>
                  </a:lnTo>
                  <a:lnTo>
                    <a:pt x="674365" y="235636"/>
                  </a:lnTo>
                  <a:lnTo>
                    <a:pt x="633830" y="215696"/>
                  </a:lnTo>
                  <a:lnTo>
                    <a:pt x="592929" y="196396"/>
                  </a:lnTo>
                  <a:lnTo>
                    <a:pt x="551668" y="177740"/>
                  </a:lnTo>
                  <a:lnTo>
                    <a:pt x="510055" y="159737"/>
                  </a:lnTo>
                  <a:lnTo>
                    <a:pt x="468095" y="142392"/>
                  </a:lnTo>
                  <a:lnTo>
                    <a:pt x="425796" y="125713"/>
                  </a:lnTo>
                  <a:lnTo>
                    <a:pt x="383163" y="109704"/>
                  </a:lnTo>
                  <a:lnTo>
                    <a:pt x="340204" y="94374"/>
                  </a:lnTo>
                  <a:lnTo>
                    <a:pt x="296924" y="79728"/>
                  </a:lnTo>
                  <a:lnTo>
                    <a:pt x="253331" y="65772"/>
                  </a:lnTo>
                  <a:lnTo>
                    <a:pt x="209430" y="52515"/>
                  </a:lnTo>
                  <a:lnTo>
                    <a:pt x="165228" y="39961"/>
                  </a:lnTo>
                  <a:lnTo>
                    <a:pt x="120732" y="28118"/>
                  </a:lnTo>
                  <a:lnTo>
                    <a:pt x="75949" y="16991"/>
                  </a:lnTo>
                  <a:lnTo>
                    <a:pt x="30884" y="65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11">
              <a:extLst>
                <a:ext uri="{FF2B5EF4-FFF2-40B4-BE49-F238E27FC236}">
                  <a16:creationId xmlns:a16="http://schemas.microsoft.com/office/drawing/2014/main" id="{44C6CA25-AC3F-3498-736D-7A2E634A630F}"/>
                </a:ext>
              </a:extLst>
            </p:cNvPr>
            <p:cNvSpPr/>
            <p:nvPr/>
          </p:nvSpPr>
          <p:spPr>
            <a:xfrm>
              <a:off x="0" y="1226477"/>
              <a:ext cx="2216785" cy="5469255"/>
            </a:xfrm>
            <a:custGeom>
              <a:avLst/>
              <a:gdLst/>
              <a:ahLst/>
              <a:cxnLst/>
              <a:rect l="l" t="t" r="r" b="b"/>
              <a:pathLst>
                <a:path w="2216785" h="5469255">
                  <a:moveTo>
                    <a:pt x="0" y="0"/>
                  </a:moveTo>
                  <a:lnTo>
                    <a:pt x="75949" y="16991"/>
                  </a:lnTo>
                  <a:lnTo>
                    <a:pt x="120732" y="28118"/>
                  </a:lnTo>
                  <a:lnTo>
                    <a:pt x="165228" y="39961"/>
                  </a:lnTo>
                  <a:lnTo>
                    <a:pt x="209430" y="52515"/>
                  </a:lnTo>
                  <a:lnTo>
                    <a:pt x="253331" y="65772"/>
                  </a:lnTo>
                  <a:lnTo>
                    <a:pt x="296924" y="79728"/>
                  </a:lnTo>
                  <a:lnTo>
                    <a:pt x="340204" y="94374"/>
                  </a:lnTo>
                  <a:lnTo>
                    <a:pt x="383163" y="109704"/>
                  </a:lnTo>
                  <a:lnTo>
                    <a:pt x="425796" y="125713"/>
                  </a:lnTo>
                  <a:lnTo>
                    <a:pt x="468095" y="142392"/>
                  </a:lnTo>
                  <a:lnTo>
                    <a:pt x="510055" y="159737"/>
                  </a:lnTo>
                  <a:lnTo>
                    <a:pt x="551668" y="177740"/>
                  </a:lnTo>
                  <a:lnTo>
                    <a:pt x="592929" y="196396"/>
                  </a:lnTo>
                  <a:lnTo>
                    <a:pt x="633830" y="215696"/>
                  </a:lnTo>
                  <a:lnTo>
                    <a:pt x="674365" y="235636"/>
                  </a:lnTo>
                  <a:lnTo>
                    <a:pt x="714528" y="256207"/>
                  </a:lnTo>
                  <a:lnTo>
                    <a:pt x="754313" y="277405"/>
                  </a:lnTo>
                  <a:lnTo>
                    <a:pt x="793712" y="299222"/>
                  </a:lnTo>
                  <a:lnTo>
                    <a:pt x="832719" y="321652"/>
                  </a:lnTo>
                  <a:lnTo>
                    <a:pt x="871328" y="344689"/>
                  </a:lnTo>
                  <a:lnTo>
                    <a:pt x="909532" y="368325"/>
                  </a:lnTo>
                  <a:lnTo>
                    <a:pt x="947324" y="392555"/>
                  </a:lnTo>
                  <a:lnTo>
                    <a:pt x="984699" y="417371"/>
                  </a:lnTo>
                  <a:lnTo>
                    <a:pt x="1021650" y="442768"/>
                  </a:lnTo>
                  <a:lnTo>
                    <a:pt x="1058170" y="468739"/>
                  </a:lnTo>
                  <a:lnTo>
                    <a:pt x="1094252" y="495277"/>
                  </a:lnTo>
                  <a:lnTo>
                    <a:pt x="1129890" y="522376"/>
                  </a:lnTo>
                  <a:lnTo>
                    <a:pt x="1165079" y="550030"/>
                  </a:lnTo>
                  <a:lnTo>
                    <a:pt x="1199810" y="578231"/>
                  </a:lnTo>
                  <a:lnTo>
                    <a:pt x="1234078" y="606974"/>
                  </a:lnTo>
                  <a:lnTo>
                    <a:pt x="1267876" y="636251"/>
                  </a:lnTo>
                  <a:lnTo>
                    <a:pt x="1301198" y="666057"/>
                  </a:lnTo>
                  <a:lnTo>
                    <a:pt x="1334037" y="696385"/>
                  </a:lnTo>
                  <a:lnTo>
                    <a:pt x="1366387" y="727228"/>
                  </a:lnTo>
                  <a:lnTo>
                    <a:pt x="1398241" y="758580"/>
                  </a:lnTo>
                  <a:lnTo>
                    <a:pt x="1429592" y="790434"/>
                  </a:lnTo>
                  <a:lnTo>
                    <a:pt x="1460435" y="822784"/>
                  </a:lnTo>
                  <a:lnTo>
                    <a:pt x="1490762" y="855624"/>
                  </a:lnTo>
                  <a:lnTo>
                    <a:pt x="1520568" y="888946"/>
                  </a:lnTo>
                  <a:lnTo>
                    <a:pt x="1549845" y="922744"/>
                  </a:lnTo>
                  <a:lnTo>
                    <a:pt x="1578587" y="957013"/>
                  </a:lnTo>
                  <a:lnTo>
                    <a:pt x="1606788" y="991744"/>
                  </a:lnTo>
                  <a:lnTo>
                    <a:pt x="1634441" y="1026933"/>
                  </a:lnTo>
                  <a:lnTo>
                    <a:pt x="1661539" y="1062572"/>
                  </a:lnTo>
                  <a:lnTo>
                    <a:pt x="1688077" y="1098654"/>
                  </a:lnTo>
                  <a:lnTo>
                    <a:pt x="1714047" y="1135174"/>
                  </a:lnTo>
                  <a:lnTo>
                    <a:pt x="1739444" y="1172125"/>
                  </a:lnTo>
                  <a:lnTo>
                    <a:pt x="1764260" y="1209500"/>
                  </a:lnTo>
                  <a:lnTo>
                    <a:pt x="1788489" y="1247293"/>
                  </a:lnTo>
                  <a:lnTo>
                    <a:pt x="1812125" y="1285497"/>
                  </a:lnTo>
                  <a:lnTo>
                    <a:pt x="1835161" y="1324106"/>
                  </a:lnTo>
                  <a:lnTo>
                    <a:pt x="1857590" y="1363113"/>
                  </a:lnTo>
                  <a:lnTo>
                    <a:pt x="1879407" y="1402512"/>
                  </a:lnTo>
                  <a:lnTo>
                    <a:pt x="1900604" y="1442296"/>
                  </a:lnTo>
                  <a:lnTo>
                    <a:pt x="1921175" y="1482459"/>
                  </a:lnTo>
                  <a:lnTo>
                    <a:pt x="1941114" y="1522994"/>
                  </a:lnTo>
                  <a:lnTo>
                    <a:pt x="1960414" y="1563895"/>
                  </a:lnTo>
                  <a:lnTo>
                    <a:pt x="1979069" y="1605155"/>
                  </a:lnTo>
                  <a:lnTo>
                    <a:pt x="1997072" y="1646768"/>
                  </a:lnTo>
                  <a:lnTo>
                    <a:pt x="2014416" y="1688728"/>
                  </a:lnTo>
                  <a:lnTo>
                    <a:pt x="2031095" y="1731027"/>
                  </a:lnTo>
                  <a:lnTo>
                    <a:pt x="2047103" y="1773659"/>
                  </a:lnTo>
                  <a:lnTo>
                    <a:pt x="2062433" y="1816618"/>
                  </a:lnTo>
                  <a:lnTo>
                    <a:pt x="2077079" y="1859897"/>
                  </a:lnTo>
                  <a:lnTo>
                    <a:pt x="2091034" y="1903490"/>
                  </a:lnTo>
                  <a:lnTo>
                    <a:pt x="2104291" y="1947390"/>
                  </a:lnTo>
                  <a:lnTo>
                    <a:pt x="2116844" y="1991591"/>
                  </a:lnTo>
                  <a:lnTo>
                    <a:pt x="2128687" y="2036086"/>
                  </a:lnTo>
                  <a:lnTo>
                    <a:pt x="2139813" y="2080869"/>
                  </a:lnTo>
                  <a:lnTo>
                    <a:pt x="2150216" y="2125933"/>
                  </a:lnTo>
                  <a:lnTo>
                    <a:pt x="2159888" y="2171272"/>
                  </a:lnTo>
                  <a:lnTo>
                    <a:pt x="2168825" y="2216879"/>
                  </a:lnTo>
                  <a:lnTo>
                    <a:pt x="2177018" y="2262748"/>
                  </a:lnTo>
                  <a:lnTo>
                    <a:pt x="2184462" y="2308872"/>
                  </a:lnTo>
                  <a:lnTo>
                    <a:pt x="2191149" y="2355244"/>
                  </a:lnTo>
                  <a:lnTo>
                    <a:pt x="2197075" y="2401859"/>
                  </a:lnTo>
                  <a:lnTo>
                    <a:pt x="2202231" y="2448710"/>
                  </a:lnTo>
                  <a:lnTo>
                    <a:pt x="2206612" y="2495790"/>
                  </a:lnTo>
                  <a:lnTo>
                    <a:pt x="2210211" y="2543092"/>
                  </a:lnTo>
                  <a:lnTo>
                    <a:pt x="2213022" y="2590611"/>
                  </a:lnTo>
                  <a:lnTo>
                    <a:pt x="2215037" y="2638339"/>
                  </a:lnTo>
                  <a:lnTo>
                    <a:pt x="2216251" y="2686270"/>
                  </a:lnTo>
                  <a:lnTo>
                    <a:pt x="2216658" y="2734398"/>
                  </a:lnTo>
                  <a:lnTo>
                    <a:pt x="2216251" y="2782526"/>
                  </a:lnTo>
                  <a:lnTo>
                    <a:pt x="2215037" y="2830458"/>
                  </a:lnTo>
                  <a:lnTo>
                    <a:pt x="2213022" y="2878186"/>
                  </a:lnTo>
                  <a:lnTo>
                    <a:pt x="2210211" y="2925705"/>
                  </a:lnTo>
                  <a:lnTo>
                    <a:pt x="2206612" y="2973007"/>
                  </a:lnTo>
                  <a:lnTo>
                    <a:pt x="2202231" y="3020087"/>
                  </a:lnTo>
                  <a:lnTo>
                    <a:pt x="2197075" y="3066937"/>
                  </a:lnTo>
                  <a:lnTo>
                    <a:pt x="2191149" y="3113552"/>
                  </a:lnTo>
                  <a:lnTo>
                    <a:pt x="2184462" y="3159925"/>
                  </a:lnTo>
                  <a:lnTo>
                    <a:pt x="2177018" y="3206049"/>
                  </a:lnTo>
                  <a:lnTo>
                    <a:pt x="2168825" y="3251917"/>
                  </a:lnTo>
                  <a:lnTo>
                    <a:pt x="2159888" y="3297525"/>
                  </a:lnTo>
                  <a:lnTo>
                    <a:pt x="2150216" y="3342863"/>
                  </a:lnTo>
                  <a:lnTo>
                    <a:pt x="2139813" y="3387927"/>
                  </a:lnTo>
                  <a:lnTo>
                    <a:pt x="2128687" y="3432710"/>
                  </a:lnTo>
                  <a:lnTo>
                    <a:pt x="2116844" y="3477205"/>
                  </a:lnTo>
                  <a:lnTo>
                    <a:pt x="2104291" y="3521406"/>
                  </a:lnTo>
                  <a:lnTo>
                    <a:pt x="2091034" y="3565307"/>
                  </a:lnTo>
                  <a:lnTo>
                    <a:pt x="2077079" y="3608900"/>
                  </a:lnTo>
                  <a:lnTo>
                    <a:pt x="2062433" y="3652179"/>
                  </a:lnTo>
                  <a:lnTo>
                    <a:pt x="2047103" y="3695138"/>
                  </a:lnTo>
                  <a:lnTo>
                    <a:pt x="2031095" y="3737770"/>
                  </a:lnTo>
                  <a:lnTo>
                    <a:pt x="2014416" y="3780069"/>
                  </a:lnTo>
                  <a:lnTo>
                    <a:pt x="1997072" y="3822028"/>
                  </a:lnTo>
                  <a:lnTo>
                    <a:pt x="1979069" y="3863641"/>
                  </a:lnTo>
                  <a:lnTo>
                    <a:pt x="1960414" y="3904902"/>
                  </a:lnTo>
                  <a:lnTo>
                    <a:pt x="1941114" y="3945803"/>
                  </a:lnTo>
                  <a:lnTo>
                    <a:pt x="1921175" y="3986338"/>
                  </a:lnTo>
                  <a:lnTo>
                    <a:pt x="1900604" y="4026501"/>
                  </a:lnTo>
                  <a:lnTo>
                    <a:pt x="1879407" y="4066285"/>
                  </a:lnTo>
                  <a:lnTo>
                    <a:pt x="1857590" y="4105684"/>
                  </a:lnTo>
                  <a:lnTo>
                    <a:pt x="1835161" y="4144691"/>
                  </a:lnTo>
                  <a:lnTo>
                    <a:pt x="1812125" y="4183300"/>
                  </a:lnTo>
                  <a:lnTo>
                    <a:pt x="1788489" y="4221504"/>
                  </a:lnTo>
                  <a:lnTo>
                    <a:pt x="1764260" y="4259297"/>
                  </a:lnTo>
                  <a:lnTo>
                    <a:pt x="1739444" y="4296672"/>
                  </a:lnTo>
                  <a:lnTo>
                    <a:pt x="1714047" y="4333622"/>
                  </a:lnTo>
                  <a:lnTo>
                    <a:pt x="1688077" y="4370142"/>
                  </a:lnTo>
                  <a:lnTo>
                    <a:pt x="1661539" y="4406225"/>
                  </a:lnTo>
                  <a:lnTo>
                    <a:pt x="1634441" y="4441864"/>
                  </a:lnTo>
                  <a:lnTo>
                    <a:pt x="1606788" y="4477052"/>
                  </a:lnTo>
                  <a:lnTo>
                    <a:pt x="1578587" y="4511784"/>
                  </a:lnTo>
                  <a:lnTo>
                    <a:pt x="1549845" y="4546052"/>
                  </a:lnTo>
                  <a:lnTo>
                    <a:pt x="1520568" y="4579851"/>
                  </a:lnTo>
                  <a:lnTo>
                    <a:pt x="1490762" y="4613173"/>
                  </a:lnTo>
                  <a:lnTo>
                    <a:pt x="1460435" y="4646012"/>
                  </a:lnTo>
                  <a:lnTo>
                    <a:pt x="1429592" y="4678362"/>
                  </a:lnTo>
                  <a:lnTo>
                    <a:pt x="1398241" y="4710217"/>
                  </a:lnTo>
                  <a:lnTo>
                    <a:pt x="1366387" y="4741569"/>
                  </a:lnTo>
                  <a:lnTo>
                    <a:pt x="1334037" y="4772412"/>
                  </a:lnTo>
                  <a:lnTo>
                    <a:pt x="1301198" y="4802739"/>
                  </a:lnTo>
                  <a:lnTo>
                    <a:pt x="1267876" y="4832545"/>
                  </a:lnTo>
                  <a:lnTo>
                    <a:pt x="1234078" y="4861823"/>
                  </a:lnTo>
                  <a:lnTo>
                    <a:pt x="1199810" y="4890565"/>
                  </a:lnTo>
                  <a:lnTo>
                    <a:pt x="1165079" y="4918767"/>
                  </a:lnTo>
                  <a:lnTo>
                    <a:pt x="1129890" y="4946420"/>
                  </a:lnTo>
                  <a:lnTo>
                    <a:pt x="1094252" y="4973519"/>
                  </a:lnTo>
                  <a:lnTo>
                    <a:pt x="1058170" y="5000057"/>
                  </a:lnTo>
                  <a:lnTo>
                    <a:pt x="1021650" y="5026028"/>
                  </a:lnTo>
                  <a:lnTo>
                    <a:pt x="984699" y="5051425"/>
                  </a:lnTo>
                  <a:lnTo>
                    <a:pt x="947324" y="5076242"/>
                  </a:lnTo>
                  <a:lnTo>
                    <a:pt x="909532" y="5100472"/>
                  </a:lnTo>
                  <a:lnTo>
                    <a:pt x="871328" y="5124108"/>
                  </a:lnTo>
                  <a:lnTo>
                    <a:pt x="832719" y="5147144"/>
                  </a:lnTo>
                  <a:lnTo>
                    <a:pt x="793712" y="5169574"/>
                  </a:lnTo>
                  <a:lnTo>
                    <a:pt x="754313" y="5191392"/>
                  </a:lnTo>
                  <a:lnTo>
                    <a:pt x="714528" y="5212589"/>
                  </a:lnTo>
                  <a:lnTo>
                    <a:pt x="674365" y="5233161"/>
                  </a:lnTo>
                  <a:lnTo>
                    <a:pt x="633830" y="5253101"/>
                  </a:lnTo>
                  <a:lnTo>
                    <a:pt x="592929" y="5272401"/>
                  </a:lnTo>
                  <a:lnTo>
                    <a:pt x="551668" y="5291056"/>
                  </a:lnTo>
                  <a:lnTo>
                    <a:pt x="510055" y="5309059"/>
                  </a:lnTo>
                  <a:lnTo>
                    <a:pt x="468095" y="5326404"/>
                  </a:lnTo>
                  <a:lnTo>
                    <a:pt x="425796" y="5343084"/>
                  </a:lnTo>
                  <a:lnTo>
                    <a:pt x="383163" y="5359092"/>
                  </a:lnTo>
                  <a:lnTo>
                    <a:pt x="340204" y="5374423"/>
                  </a:lnTo>
                  <a:lnTo>
                    <a:pt x="296924" y="5389069"/>
                  </a:lnTo>
                  <a:lnTo>
                    <a:pt x="253331" y="5403024"/>
                  </a:lnTo>
                  <a:lnTo>
                    <a:pt x="209430" y="5416282"/>
                  </a:lnTo>
                  <a:lnTo>
                    <a:pt x="165228" y="5428836"/>
                  </a:lnTo>
                  <a:lnTo>
                    <a:pt x="120732" y="5440679"/>
                  </a:lnTo>
                  <a:lnTo>
                    <a:pt x="75949" y="5451805"/>
                  </a:lnTo>
                  <a:lnTo>
                    <a:pt x="30884" y="5462208"/>
                  </a:lnTo>
                  <a:lnTo>
                    <a:pt x="0" y="5468797"/>
                  </a:lnTo>
                </a:path>
              </a:pathLst>
            </a:custGeom>
            <a:ln w="38100">
              <a:solidFill>
                <a:srgbClr val="EA1C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12">
              <a:extLst>
                <a:ext uri="{FF2B5EF4-FFF2-40B4-BE49-F238E27FC236}">
                  <a16:creationId xmlns:a16="http://schemas.microsoft.com/office/drawing/2014/main" id="{F73073F8-7E36-AF58-A0BE-9870494A3DFA}"/>
                </a:ext>
              </a:extLst>
            </p:cNvPr>
            <p:cNvSpPr/>
            <p:nvPr/>
          </p:nvSpPr>
          <p:spPr>
            <a:xfrm>
              <a:off x="0" y="1568098"/>
              <a:ext cx="1892300" cy="4790440"/>
            </a:xfrm>
            <a:custGeom>
              <a:avLst/>
              <a:gdLst/>
              <a:ahLst/>
              <a:cxnLst/>
              <a:rect l="l" t="t" r="r" b="b"/>
              <a:pathLst>
                <a:path w="1892300" h="4790440">
                  <a:moveTo>
                    <a:pt x="0" y="0"/>
                  </a:moveTo>
                  <a:lnTo>
                    <a:pt x="40274" y="9853"/>
                  </a:lnTo>
                  <a:lnTo>
                    <a:pt x="85087" y="21724"/>
                  </a:lnTo>
                  <a:lnTo>
                    <a:pt x="129561" y="34412"/>
                  </a:lnTo>
                  <a:lnTo>
                    <a:pt x="173689" y="47909"/>
                  </a:lnTo>
                  <a:lnTo>
                    <a:pt x="217461" y="62206"/>
                  </a:lnTo>
                  <a:lnTo>
                    <a:pt x="260868" y="77295"/>
                  </a:lnTo>
                  <a:lnTo>
                    <a:pt x="303903" y="93167"/>
                  </a:lnTo>
                  <a:lnTo>
                    <a:pt x="346556" y="109813"/>
                  </a:lnTo>
                  <a:lnTo>
                    <a:pt x="388820" y="127226"/>
                  </a:lnTo>
                  <a:lnTo>
                    <a:pt x="430685" y="145396"/>
                  </a:lnTo>
                  <a:lnTo>
                    <a:pt x="472144" y="164315"/>
                  </a:lnTo>
                  <a:lnTo>
                    <a:pt x="513187" y="183974"/>
                  </a:lnTo>
                  <a:lnTo>
                    <a:pt x="553805" y="204366"/>
                  </a:lnTo>
                  <a:lnTo>
                    <a:pt x="593991" y="225480"/>
                  </a:lnTo>
                  <a:lnTo>
                    <a:pt x="633736" y="247309"/>
                  </a:lnTo>
                  <a:lnTo>
                    <a:pt x="673032" y="269845"/>
                  </a:lnTo>
                  <a:lnTo>
                    <a:pt x="711869" y="293078"/>
                  </a:lnTo>
                  <a:lnTo>
                    <a:pt x="750239" y="317000"/>
                  </a:lnTo>
                  <a:lnTo>
                    <a:pt x="788134" y="341603"/>
                  </a:lnTo>
                  <a:lnTo>
                    <a:pt x="825545" y="366877"/>
                  </a:lnTo>
                  <a:lnTo>
                    <a:pt x="862464" y="392816"/>
                  </a:lnTo>
                  <a:lnTo>
                    <a:pt x="898881" y="419409"/>
                  </a:lnTo>
                  <a:lnTo>
                    <a:pt x="934789" y="446648"/>
                  </a:lnTo>
                  <a:lnTo>
                    <a:pt x="970179" y="474525"/>
                  </a:lnTo>
                  <a:lnTo>
                    <a:pt x="1005043" y="503031"/>
                  </a:lnTo>
                  <a:lnTo>
                    <a:pt x="1039371" y="532159"/>
                  </a:lnTo>
                  <a:lnTo>
                    <a:pt x="1073155" y="561898"/>
                  </a:lnTo>
                  <a:lnTo>
                    <a:pt x="1106387" y="592240"/>
                  </a:lnTo>
                  <a:lnTo>
                    <a:pt x="1139058" y="623178"/>
                  </a:lnTo>
                  <a:lnTo>
                    <a:pt x="1171160" y="654702"/>
                  </a:lnTo>
                  <a:lnTo>
                    <a:pt x="1202684" y="686805"/>
                  </a:lnTo>
                  <a:lnTo>
                    <a:pt x="1233621" y="719476"/>
                  </a:lnTo>
                  <a:lnTo>
                    <a:pt x="1263964" y="752709"/>
                  </a:lnTo>
                  <a:lnTo>
                    <a:pt x="1293703" y="786493"/>
                  </a:lnTo>
                  <a:lnTo>
                    <a:pt x="1322829" y="820822"/>
                  </a:lnTo>
                  <a:lnTo>
                    <a:pt x="1351335" y="855685"/>
                  </a:lnTo>
                  <a:lnTo>
                    <a:pt x="1379212" y="891075"/>
                  </a:lnTo>
                  <a:lnTo>
                    <a:pt x="1406451" y="926983"/>
                  </a:lnTo>
                  <a:lnTo>
                    <a:pt x="1433043" y="963401"/>
                  </a:lnTo>
                  <a:lnTo>
                    <a:pt x="1458981" y="1000320"/>
                  </a:lnTo>
                  <a:lnTo>
                    <a:pt x="1484255" y="1037731"/>
                  </a:lnTo>
                  <a:lnTo>
                    <a:pt x="1508858" y="1075626"/>
                  </a:lnTo>
                  <a:lnTo>
                    <a:pt x="1532779" y="1113996"/>
                  </a:lnTo>
                  <a:lnTo>
                    <a:pt x="1556012" y="1152833"/>
                  </a:lnTo>
                  <a:lnTo>
                    <a:pt x="1578547" y="1192129"/>
                  </a:lnTo>
                  <a:lnTo>
                    <a:pt x="1600376" y="1231874"/>
                  </a:lnTo>
                  <a:lnTo>
                    <a:pt x="1621490" y="1272060"/>
                  </a:lnTo>
                  <a:lnTo>
                    <a:pt x="1641881" y="1312678"/>
                  </a:lnTo>
                  <a:lnTo>
                    <a:pt x="1661540" y="1353721"/>
                  </a:lnTo>
                  <a:lnTo>
                    <a:pt x="1680458" y="1395179"/>
                  </a:lnTo>
                  <a:lnTo>
                    <a:pt x="1698628" y="1437044"/>
                  </a:lnTo>
                  <a:lnTo>
                    <a:pt x="1716040" y="1479308"/>
                  </a:lnTo>
                  <a:lnTo>
                    <a:pt x="1732686" y="1521961"/>
                  </a:lnTo>
                  <a:lnTo>
                    <a:pt x="1748558" y="1564995"/>
                  </a:lnTo>
                  <a:lnTo>
                    <a:pt x="1763646" y="1608402"/>
                  </a:lnTo>
                  <a:lnTo>
                    <a:pt x="1777943" y="1652174"/>
                  </a:lnTo>
                  <a:lnTo>
                    <a:pt x="1791439" y="1696301"/>
                  </a:lnTo>
                  <a:lnTo>
                    <a:pt x="1804127" y="1740775"/>
                  </a:lnTo>
                  <a:lnTo>
                    <a:pt x="1815997" y="1785587"/>
                  </a:lnTo>
                  <a:lnTo>
                    <a:pt x="1827042" y="1830730"/>
                  </a:lnTo>
                  <a:lnTo>
                    <a:pt x="1837252" y="1876193"/>
                  </a:lnTo>
                  <a:lnTo>
                    <a:pt x="1846619" y="1921970"/>
                  </a:lnTo>
                  <a:lnTo>
                    <a:pt x="1855135" y="1968051"/>
                  </a:lnTo>
                  <a:lnTo>
                    <a:pt x="1862790" y="2014428"/>
                  </a:lnTo>
                  <a:lnTo>
                    <a:pt x="1869577" y="2061092"/>
                  </a:lnTo>
                  <a:lnTo>
                    <a:pt x="1875487" y="2108034"/>
                  </a:lnTo>
                  <a:lnTo>
                    <a:pt x="1880511" y="2155247"/>
                  </a:lnTo>
                  <a:lnTo>
                    <a:pt x="1884640" y="2202721"/>
                  </a:lnTo>
                  <a:lnTo>
                    <a:pt x="1887867" y="2250449"/>
                  </a:lnTo>
                  <a:lnTo>
                    <a:pt x="1890183" y="2298420"/>
                  </a:lnTo>
                  <a:lnTo>
                    <a:pt x="1891578" y="2346628"/>
                  </a:lnTo>
                  <a:lnTo>
                    <a:pt x="1892045" y="2395063"/>
                  </a:lnTo>
                  <a:lnTo>
                    <a:pt x="1891578" y="2443498"/>
                  </a:lnTo>
                  <a:lnTo>
                    <a:pt x="1890183" y="2491705"/>
                  </a:lnTo>
                  <a:lnTo>
                    <a:pt x="1887867" y="2539677"/>
                  </a:lnTo>
                  <a:lnTo>
                    <a:pt x="1884640" y="2587404"/>
                  </a:lnTo>
                  <a:lnTo>
                    <a:pt x="1880511" y="2634878"/>
                  </a:lnTo>
                  <a:lnTo>
                    <a:pt x="1875487" y="2682091"/>
                  </a:lnTo>
                  <a:lnTo>
                    <a:pt x="1869577" y="2729034"/>
                  </a:lnTo>
                  <a:lnTo>
                    <a:pt x="1862790" y="2775698"/>
                  </a:lnTo>
                  <a:lnTo>
                    <a:pt x="1855135" y="2822074"/>
                  </a:lnTo>
                  <a:lnTo>
                    <a:pt x="1846619" y="2868155"/>
                  </a:lnTo>
                  <a:lnTo>
                    <a:pt x="1837252" y="2913932"/>
                  </a:lnTo>
                  <a:lnTo>
                    <a:pt x="1827042" y="2959396"/>
                  </a:lnTo>
                  <a:lnTo>
                    <a:pt x="1815997" y="3004538"/>
                  </a:lnTo>
                  <a:lnTo>
                    <a:pt x="1804127" y="3049351"/>
                  </a:lnTo>
                  <a:lnTo>
                    <a:pt x="1791439" y="3093825"/>
                  </a:lnTo>
                  <a:lnTo>
                    <a:pt x="1777943" y="3137952"/>
                  </a:lnTo>
                  <a:lnTo>
                    <a:pt x="1763646" y="3181723"/>
                  </a:lnTo>
                  <a:lnTo>
                    <a:pt x="1748558" y="3225130"/>
                  </a:lnTo>
                  <a:lnTo>
                    <a:pt x="1732686" y="3268165"/>
                  </a:lnTo>
                  <a:lnTo>
                    <a:pt x="1716040" y="3310818"/>
                  </a:lnTo>
                  <a:lnTo>
                    <a:pt x="1698628" y="3353081"/>
                  </a:lnTo>
                  <a:lnTo>
                    <a:pt x="1680458" y="3394946"/>
                  </a:lnTo>
                  <a:lnTo>
                    <a:pt x="1661540" y="3436404"/>
                  </a:lnTo>
                  <a:lnTo>
                    <a:pt x="1641881" y="3477447"/>
                  </a:lnTo>
                  <a:lnTo>
                    <a:pt x="1621490" y="3518066"/>
                  </a:lnTo>
                  <a:lnTo>
                    <a:pt x="1600376" y="3558252"/>
                  </a:lnTo>
                  <a:lnTo>
                    <a:pt x="1578547" y="3597997"/>
                  </a:lnTo>
                  <a:lnTo>
                    <a:pt x="1556012" y="3637292"/>
                  </a:lnTo>
                  <a:lnTo>
                    <a:pt x="1532779" y="3676129"/>
                  </a:lnTo>
                  <a:lnTo>
                    <a:pt x="1508858" y="3714500"/>
                  </a:lnTo>
                  <a:lnTo>
                    <a:pt x="1484255" y="3752395"/>
                  </a:lnTo>
                  <a:lnTo>
                    <a:pt x="1458981" y="3789806"/>
                  </a:lnTo>
                  <a:lnTo>
                    <a:pt x="1433043" y="3826724"/>
                  </a:lnTo>
                  <a:lnTo>
                    <a:pt x="1406451" y="3863142"/>
                  </a:lnTo>
                  <a:lnTo>
                    <a:pt x="1379212" y="3899050"/>
                  </a:lnTo>
                  <a:lnTo>
                    <a:pt x="1351335" y="3934441"/>
                  </a:lnTo>
                  <a:lnTo>
                    <a:pt x="1322829" y="3969304"/>
                  </a:lnTo>
                  <a:lnTo>
                    <a:pt x="1293703" y="4003632"/>
                  </a:lnTo>
                  <a:lnTo>
                    <a:pt x="1263964" y="4037417"/>
                  </a:lnTo>
                  <a:lnTo>
                    <a:pt x="1233621" y="4070649"/>
                  </a:lnTo>
                  <a:lnTo>
                    <a:pt x="1202684" y="4103321"/>
                  </a:lnTo>
                  <a:lnTo>
                    <a:pt x="1171160" y="4135423"/>
                  </a:lnTo>
                  <a:lnTo>
                    <a:pt x="1139058" y="4166947"/>
                  </a:lnTo>
                  <a:lnTo>
                    <a:pt x="1106387" y="4197885"/>
                  </a:lnTo>
                  <a:lnTo>
                    <a:pt x="1073155" y="4228228"/>
                  </a:lnTo>
                  <a:lnTo>
                    <a:pt x="1039371" y="4257967"/>
                  </a:lnTo>
                  <a:lnTo>
                    <a:pt x="1005043" y="4287094"/>
                  </a:lnTo>
                  <a:lnTo>
                    <a:pt x="970179" y="4315600"/>
                  </a:lnTo>
                  <a:lnTo>
                    <a:pt x="934789" y="4343478"/>
                  </a:lnTo>
                  <a:lnTo>
                    <a:pt x="898881" y="4370717"/>
                  </a:lnTo>
                  <a:lnTo>
                    <a:pt x="862464" y="4397310"/>
                  </a:lnTo>
                  <a:lnTo>
                    <a:pt x="825545" y="4423248"/>
                  </a:lnTo>
                  <a:lnTo>
                    <a:pt x="788134" y="4448523"/>
                  </a:lnTo>
                  <a:lnTo>
                    <a:pt x="750239" y="4473126"/>
                  </a:lnTo>
                  <a:lnTo>
                    <a:pt x="711869" y="4497048"/>
                  </a:lnTo>
                  <a:lnTo>
                    <a:pt x="673032" y="4520281"/>
                  </a:lnTo>
                  <a:lnTo>
                    <a:pt x="633736" y="4542816"/>
                  </a:lnTo>
                  <a:lnTo>
                    <a:pt x="593991" y="4564646"/>
                  </a:lnTo>
                  <a:lnTo>
                    <a:pt x="553805" y="4585760"/>
                  </a:lnTo>
                  <a:lnTo>
                    <a:pt x="513187" y="4606151"/>
                  </a:lnTo>
                  <a:lnTo>
                    <a:pt x="472144" y="4625811"/>
                  </a:lnTo>
                  <a:lnTo>
                    <a:pt x="430685" y="4644730"/>
                  </a:lnTo>
                  <a:lnTo>
                    <a:pt x="388820" y="4662900"/>
                  </a:lnTo>
                  <a:lnTo>
                    <a:pt x="346556" y="4680312"/>
                  </a:lnTo>
                  <a:lnTo>
                    <a:pt x="303903" y="4696959"/>
                  </a:lnTo>
                  <a:lnTo>
                    <a:pt x="260868" y="4712831"/>
                  </a:lnTo>
                  <a:lnTo>
                    <a:pt x="217461" y="4727920"/>
                  </a:lnTo>
                  <a:lnTo>
                    <a:pt x="173689" y="4742217"/>
                  </a:lnTo>
                  <a:lnTo>
                    <a:pt x="129561" y="4755714"/>
                  </a:lnTo>
                  <a:lnTo>
                    <a:pt x="85087" y="4768402"/>
                  </a:lnTo>
                  <a:lnTo>
                    <a:pt x="40274" y="4780272"/>
                  </a:lnTo>
                  <a:lnTo>
                    <a:pt x="0" y="4790126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F04A5E38-85B9-C17E-8890-442273FE689D}"/>
                </a:ext>
              </a:extLst>
            </p:cNvPr>
            <p:cNvSpPr/>
            <p:nvPr/>
          </p:nvSpPr>
          <p:spPr>
            <a:xfrm>
              <a:off x="0" y="1872086"/>
              <a:ext cx="1587500" cy="4179570"/>
            </a:xfrm>
            <a:custGeom>
              <a:avLst/>
              <a:gdLst/>
              <a:ahLst/>
              <a:cxnLst/>
              <a:rect l="l" t="t" r="r" b="b"/>
              <a:pathLst>
                <a:path w="1587500" h="4179570">
                  <a:moveTo>
                    <a:pt x="0" y="0"/>
                  </a:moveTo>
                  <a:lnTo>
                    <a:pt x="0" y="4179103"/>
                  </a:lnTo>
                  <a:lnTo>
                    <a:pt x="24240" y="4172345"/>
                  </a:lnTo>
                  <a:lnTo>
                    <a:pt x="68452" y="4158988"/>
                  </a:lnTo>
                  <a:lnTo>
                    <a:pt x="112262" y="4144721"/>
                  </a:lnTo>
                  <a:lnTo>
                    <a:pt x="155658" y="4129556"/>
                  </a:lnTo>
                  <a:lnTo>
                    <a:pt x="198628" y="4113503"/>
                  </a:lnTo>
                  <a:lnTo>
                    <a:pt x="241163" y="4096573"/>
                  </a:lnTo>
                  <a:lnTo>
                    <a:pt x="283251" y="4078778"/>
                  </a:lnTo>
                  <a:lnTo>
                    <a:pt x="324881" y="4060129"/>
                  </a:lnTo>
                  <a:lnTo>
                    <a:pt x="366042" y="4040636"/>
                  </a:lnTo>
                  <a:lnTo>
                    <a:pt x="406723" y="4020311"/>
                  </a:lnTo>
                  <a:lnTo>
                    <a:pt x="446913" y="3999164"/>
                  </a:lnTo>
                  <a:lnTo>
                    <a:pt x="486601" y="3977207"/>
                  </a:lnTo>
                  <a:lnTo>
                    <a:pt x="525775" y="3954450"/>
                  </a:lnTo>
                  <a:lnTo>
                    <a:pt x="564426" y="3930906"/>
                  </a:lnTo>
                  <a:lnTo>
                    <a:pt x="602541" y="3906583"/>
                  </a:lnTo>
                  <a:lnTo>
                    <a:pt x="640110" y="3881495"/>
                  </a:lnTo>
                  <a:lnTo>
                    <a:pt x="677122" y="3855651"/>
                  </a:lnTo>
                  <a:lnTo>
                    <a:pt x="713566" y="3829062"/>
                  </a:lnTo>
                  <a:lnTo>
                    <a:pt x="749431" y="3801741"/>
                  </a:lnTo>
                  <a:lnTo>
                    <a:pt x="784705" y="3773697"/>
                  </a:lnTo>
                  <a:lnTo>
                    <a:pt x="819378" y="3744942"/>
                  </a:lnTo>
                  <a:lnTo>
                    <a:pt x="853439" y="3715486"/>
                  </a:lnTo>
                  <a:lnTo>
                    <a:pt x="886877" y="3685342"/>
                  </a:lnTo>
                  <a:lnTo>
                    <a:pt x="919680" y="3654519"/>
                  </a:lnTo>
                  <a:lnTo>
                    <a:pt x="951838" y="3623029"/>
                  </a:lnTo>
                  <a:lnTo>
                    <a:pt x="983339" y="3590883"/>
                  </a:lnTo>
                  <a:lnTo>
                    <a:pt x="1014173" y="3558091"/>
                  </a:lnTo>
                  <a:lnTo>
                    <a:pt x="1044328" y="3524666"/>
                  </a:lnTo>
                  <a:lnTo>
                    <a:pt x="1073794" y="3490617"/>
                  </a:lnTo>
                  <a:lnTo>
                    <a:pt x="1102560" y="3455956"/>
                  </a:lnTo>
                  <a:lnTo>
                    <a:pt x="1130614" y="3420695"/>
                  </a:lnTo>
                  <a:lnTo>
                    <a:pt x="1157946" y="3384843"/>
                  </a:lnTo>
                  <a:lnTo>
                    <a:pt x="1184544" y="3348412"/>
                  </a:lnTo>
                  <a:lnTo>
                    <a:pt x="1210397" y="3311413"/>
                  </a:lnTo>
                  <a:lnTo>
                    <a:pt x="1235495" y="3273857"/>
                  </a:lnTo>
                  <a:lnTo>
                    <a:pt x="1259826" y="3235755"/>
                  </a:lnTo>
                  <a:lnTo>
                    <a:pt x="1283380" y="3197118"/>
                  </a:lnTo>
                  <a:lnTo>
                    <a:pt x="1306145" y="3157957"/>
                  </a:lnTo>
                  <a:lnTo>
                    <a:pt x="1328110" y="3118283"/>
                  </a:lnTo>
                  <a:lnTo>
                    <a:pt x="1349264" y="3078108"/>
                  </a:lnTo>
                  <a:lnTo>
                    <a:pt x="1369597" y="3037441"/>
                  </a:lnTo>
                  <a:lnTo>
                    <a:pt x="1389097" y="2996294"/>
                  </a:lnTo>
                  <a:lnTo>
                    <a:pt x="1407753" y="2954679"/>
                  </a:lnTo>
                  <a:lnTo>
                    <a:pt x="1425555" y="2912605"/>
                  </a:lnTo>
                  <a:lnTo>
                    <a:pt x="1442491" y="2870085"/>
                  </a:lnTo>
                  <a:lnTo>
                    <a:pt x="1458549" y="2827129"/>
                  </a:lnTo>
                  <a:lnTo>
                    <a:pt x="1473720" y="2783748"/>
                  </a:lnTo>
                  <a:lnTo>
                    <a:pt x="1487992" y="2739954"/>
                  </a:lnTo>
                  <a:lnTo>
                    <a:pt x="1501355" y="2695756"/>
                  </a:lnTo>
                  <a:lnTo>
                    <a:pt x="1513796" y="2651167"/>
                  </a:lnTo>
                  <a:lnTo>
                    <a:pt x="1525305" y="2606197"/>
                  </a:lnTo>
                  <a:lnTo>
                    <a:pt x="1535871" y="2560858"/>
                  </a:lnTo>
                  <a:lnTo>
                    <a:pt x="1545484" y="2515160"/>
                  </a:lnTo>
                  <a:lnTo>
                    <a:pt x="1554131" y="2469114"/>
                  </a:lnTo>
                  <a:lnTo>
                    <a:pt x="1561802" y="2422731"/>
                  </a:lnTo>
                  <a:lnTo>
                    <a:pt x="1568486" y="2376023"/>
                  </a:lnTo>
                  <a:lnTo>
                    <a:pt x="1574172" y="2329000"/>
                  </a:lnTo>
                  <a:lnTo>
                    <a:pt x="1578849" y="2281673"/>
                  </a:lnTo>
                  <a:lnTo>
                    <a:pt x="1582506" y="2234054"/>
                  </a:lnTo>
                  <a:lnTo>
                    <a:pt x="1585132" y="2186154"/>
                  </a:lnTo>
                  <a:lnTo>
                    <a:pt x="1586715" y="2137982"/>
                  </a:lnTo>
                  <a:lnTo>
                    <a:pt x="1587246" y="2089551"/>
                  </a:lnTo>
                  <a:lnTo>
                    <a:pt x="1586715" y="2041121"/>
                  </a:lnTo>
                  <a:lnTo>
                    <a:pt x="1585132" y="1992949"/>
                  </a:lnTo>
                  <a:lnTo>
                    <a:pt x="1582506" y="1945049"/>
                  </a:lnTo>
                  <a:lnTo>
                    <a:pt x="1578849" y="1897430"/>
                  </a:lnTo>
                  <a:lnTo>
                    <a:pt x="1574172" y="1850103"/>
                  </a:lnTo>
                  <a:lnTo>
                    <a:pt x="1568486" y="1803080"/>
                  </a:lnTo>
                  <a:lnTo>
                    <a:pt x="1561802" y="1756372"/>
                  </a:lnTo>
                  <a:lnTo>
                    <a:pt x="1554131" y="1709989"/>
                  </a:lnTo>
                  <a:lnTo>
                    <a:pt x="1545484" y="1663943"/>
                  </a:lnTo>
                  <a:lnTo>
                    <a:pt x="1535871" y="1618245"/>
                  </a:lnTo>
                  <a:lnTo>
                    <a:pt x="1525305" y="1572905"/>
                  </a:lnTo>
                  <a:lnTo>
                    <a:pt x="1513796" y="1527936"/>
                  </a:lnTo>
                  <a:lnTo>
                    <a:pt x="1501355" y="1483346"/>
                  </a:lnTo>
                  <a:lnTo>
                    <a:pt x="1487992" y="1439149"/>
                  </a:lnTo>
                  <a:lnTo>
                    <a:pt x="1473720" y="1395354"/>
                  </a:lnTo>
                  <a:lnTo>
                    <a:pt x="1458549" y="1351974"/>
                  </a:lnTo>
                  <a:lnTo>
                    <a:pt x="1442491" y="1309018"/>
                  </a:lnTo>
                  <a:lnTo>
                    <a:pt x="1425555" y="1266497"/>
                  </a:lnTo>
                  <a:lnTo>
                    <a:pt x="1407753" y="1224424"/>
                  </a:lnTo>
                  <a:lnTo>
                    <a:pt x="1389097" y="1182809"/>
                  </a:lnTo>
                  <a:lnTo>
                    <a:pt x="1369597" y="1141662"/>
                  </a:lnTo>
                  <a:lnTo>
                    <a:pt x="1349264" y="1100995"/>
                  </a:lnTo>
                  <a:lnTo>
                    <a:pt x="1328110" y="1060820"/>
                  </a:lnTo>
                  <a:lnTo>
                    <a:pt x="1306145" y="1021146"/>
                  </a:lnTo>
                  <a:lnTo>
                    <a:pt x="1283380" y="981985"/>
                  </a:lnTo>
                  <a:lnTo>
                    <a:pt x="1259826" y="943348"/>
                  </a:lnTo>
                  <a:lnTo>
                    <a:pt x="1235495" y="905246"/>
                  </a:lnTo>
                  <a:lnTo>
                    <a:pt x="1210397" y="867690"/>
                  </a:lnTo>
                  <a:lnTo>
                    <a:pt x="1184544" y="830691"/>
                  </a:lnTo>
                  <a:lnTo>
                    <a:pt x="1157946" y="794260"/>
                  </a:lnTo>
                  <a:lnTo>
                    <a:pt x="1130614" y="758408"/>
                  </a:lnTo>
                  <a:lnTo>
                    <a:pt x="1102560" y="723146"/>
                  </a:lnTo>
                  <a:lnTo>
                    <a:pt x="1073794" y="688486"/>
                  </a:lnTo>
                  <a:lnTo>
                    <a:pt x="1044328" y="654437"/>
                  </a:lnTo>
                  <a:lnTo>
                    <a:pt x="1014173" y="621012"/>
                  </a:lnTo>
                  <a:lnTo>
                    <a:pt x="983339" y="588220"/>
                  </a:lnTo>
                  <a:lnTo>
                    <a:pt x="951838" y="556074"/>
                  </a:lnTo>
                  <a:lnTo>
                    <a:pt x="919680" y="524584"/>
                  </a:lnTo>
                  <a:lnTo>
                    <a:pt x="886877" y="493761"/>
                  </a:lnTo>
                  <a:lnTo>
                    <a:pt x="853439" y="463617"/>
                  </a:lnTo>
                  <a:lnTo>
                    <a:pt x="819378" y="434161"/>
                  </a:lnTo>
                  <a:lnTo>
                    <a:pt x="784705" y="405406"/>
                  </a:lnTo>
                  <a:lnTo>
                    <a:pt x="749431" y="377362"/>
                  </a:lnTo>
                  <a:lnTo>
                    <a:pt x="713566" y="350041"/>
                  </a:lnTo>
                  <a:lnTo>
                    <a:pt x="677122" y="323452"/>
                  </a:lnTo>
                  <a:lnTo>
                    <a:pt x="640110" y="297608"/>
                  </a:lnTo>
                  <a:lnTo>
                    <a:pt x="602541" y="272520"/>
                  </a:lnTo>
                  <a:lnTo>
                    <a:pt x="564426" y="248197"/>
                  </a:lnTo>
                  <a:lnTo>
                    <a:pt x="525775" y="224652"/>
                  </a:lnTo>
                  <a:lnTo>
                    <a:pt x="486601" y="201896"/>
                  </a:lnTo>
                  <a:lnTo>
                    <a:pt x="446913" y="179939"/>
                  </a:lnTo>
                  <a:lnTo>
                    <a:pt x="406723" y="158792"/>
                  </a:lnTo>
                  <a:lnTo>
                    <a:pt x="366042" y="138467"/>
                  </a:lnTo>
                  <a:lnTo>
                    <a:pt x="324881" y="118974"/>
                  </a:lnTo>
                  <a:lnTo>
                    <a:pt x="283251" y="100325"/>
                  </a:lnTo>
                  <a:lnTo>
                    <a:pt x="241163" y="82530"/>
                  </a:lnTo>
                  <a:lnTo>
                    <a:pt x="198628" y="65600"/>
                  </a:lnTo>
                  <a:lnTo>
                    <a:pt x="155658" y="49547"/>
                  </a:lnTo>
                  <a:lnTo>
                    <a:pt x="112262" y="34382"/>
                  </a:lnTo>
                  <a:lnTo>
                    <a:pt x="68452" y="20115"/>
                  </a:lnTo>
                  <a:lnTo>
                    <a:pt x="24240" y="67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CAE9577A-D75A-426E-3D37-021BAF3CBDAF}"/>
                </a:ext>
              </a:extLst>
            </p:cNvPr>
            <p:cNvSpPr/>
            <p:nvPr/>
          </p:nvSpPr>
          <p:spPr>
            <a:xfrm>
              <a:off x="0" y="1872086"/>
              <a:ext cx="1587500" cy="4179570"/>
            </a:xfrm>
            <a:custGeom>
              <a:avLst/>
              <a:gdLst/>
              <a:ahLst/>
              <a:cxnLst/>
              <a:rect l="l" t="t" r="r" b="b"/>
              <a:pathLst>
                <a:path w="1587500" h="4179570">
                  <a:moveTo>
                    <a:pt x="0" y="0"/>
                  </a:moveTo>
                  <a:lnTo>
                    <a:pt x="68452" y="20115"/>
                  </a:lnTo>
                  <a:lnTo>
                    <a:pt x="112262" y="34382"/>
                  </a:lnTo>
                  <a:lnTo>
                    <a:pt x="155658" y="49547"/>
                  </a:lnTo>
                  <a:lnTo>
                    <a:pt x="198628" y="65600"/>
                  </a:lnTo>
                  <a:lnTo>
                    <a:pt x="241163" y="82530"/>
                  </a:lnTo>
                  <a:lnTo>
                    <a:pt x="283251" y="100325"/>
                  </a:lnTo>
                  <a:lnTo>
                    <a:pt x="324881" y="118974"/>
                  </a:lnTo>
                  <a:lnTo>
                    <a:pt x="366042" y="138467"/>
                  </a:lnTo>
                  <a:lnTo>
                    <a:pt x="406723" y="158792"/>
                  </a:lnTo>
                  <a:lnTo>
                    <a:pt x="446913" y="179939"/>
                  </a:lnTo>
                  <a:lnTo>
                    <a:pt x="486601" y="201896"/>
                  </a:lnTo>
                  <a:lnTo>
                    <a:pt x="525775" y="224652"/>
                  </a:lnTo>
                  <a:lnTo>
                    <a:pt x="564426" y="248197"/>
                  </a:lnTo>
                  <a:lnTo>
                    <a:pt x="602541" y="272520"/>
                  </a:lnTo>
                  <a:lnTo>
                    <a:pt x="640110" y="297608"/>
                  </a:lnTo>
                  <a:lnTo>
                    <a:pt x="677122" y="323452"/>
                  </a:lnTo>
                  <a:lnTo>
                    <a:pt x="713566" y="350041"/>
                  </a:lnTo>
                  <a:lnTo>
                    <a:pt x="749431" y="377362"/>
                  </a:lnTo>
                  <a:lnTo>
                    <a:pt x="784705" y="405406"/>
                  </a:lnTo>
                  <a:lnTo>
                    <a:pt x="819378" y="434161"/>
                  </a:lnTo>
                  <a:lnTo>
                    <a:pt x="853439" y="463617"/>
                  </a:lnTo>
                  <a:lnTo>
                    <a:pt x="886877" y="493761"/>
                  </a:lnTo>
                  <a:lnTo>
                    <a:pt x="919680" y="524584"/>
                  </a:lnTo>
                  <a:lnTo>
                    <a:pt x="951838" y="556074"/>
                  </a:lnTo>
                  <a:lnTo>
                    <a:pt x="983339" y="588220"/>
                  </a:lnTo>
                  <a:lnTo>
                    <a:pt x="1014173" y="621012"/>
                  </a:lnTo>
                  <a:lnTo>
                    <a:pt x="1044328" y="654437"/>
                  </a:lnTo>
                  <a:lnTo>
                    <a:pt x="1073794" y="688486"/>
                  </a:lnTo>
                  <a:lnTo>
                    <a:pt x="1102560" y="723146"/>
                  </a:lnTo>
                  <a:lnTo>
                    <a:pt x="1130614" y="758408"/>
                  </a:lnTo>
                  <a:lnTo>
                    <a:pt x="1157946" y="794260"/>
                  </a:lnTo>
                  <a:lnTo>
                    <a:pt x="1184544" y="830691"/>
                  </a:lnTo>
                  <a:lnTo>
                    <a:pt x="1210397" y="867690"/>
                  </a:lnTo>
                  <a:lnTo>
                    <a:pt x="1235495" y="905246"/>
                  </a:lnTo>
                  <a:lnTo>
                    <a:pt x="1259826" y="943348"/>
                  </a:lnTo>
                  <a:lnTo>
                    <a:pt x="1283380" y="981985"/>
                  </a:lnTo>
                  <a:lnTo>
                    <a:pt x="1306145" y="1021146"/>
                  </a:lnTo>
                  <a:lnTo>
                    <a:pt x="1328110" y="1060820"/>
                  </a:lnTo>
                  <a:lnTo>
                    <a:pt x="1349264" y="1100995"/>
                  </a:lnTo>
                  <a:lnTo>
                    <a:pt x="1369597" y="1141662"/>
                  </a:lnTo>
                  <a:lnTo>
                    <a:pt x="1389097" y="1182809"/>
                  </a:lnTo>
                  <a:lnTo>
                    <a:pt x="1407753" y="1224424"/>
                  </a:lnTo>
                  <a:lnTo>
                    <a:pt x="1425555" y="1266497"/>
                  </a:lnTo>
                  <a:lnTo>
                    <a:pt x="1442491" y="1309018"/>
                  </a:lnTo>
                  <a:lnTo>
                    <a:pt x="1458549" y="1351974"/>
                  </a:lnTo>
                  <a:lnTo>
                    <a:pt x="1473720" y="1395354"/>
                  </a:lnTo>
                  <a:lnTo>
                    <a:pt x="1487992" y="1439149"/>
                  </a:lnTo>
                  <a:lnTo>
                    <a:pt x="1501355" y="1483346"/>
                  </a:lnTo>
                  <a:lnTo>
                    <a:pt x="1513796" y="1527936"/>
                  </a:lnTo>
                  <a:lnTo>
                    <a:pt x="1525305" y="1572905"/>
                  </a:lnTo>
                  <a:lnTo>
                    <a:pt x="1535871" y="1618245"/>
                  </a:lnTo>
                  <a:lnTo>
                    <a:pt x="1545484" y="1663943"/>
                  </a:lnTo>
                  <a:lnTo>
                    <a:pt x="1554131" y="1709989"/>
                  </a:lnTo>
                  <a:lnTo>
                    <a:pt x="1561802" y="1756372"/>
                  </a:lnTo>
                  <a:lnTo>
                    <a:pt x="1568486" y="1803080"/>
                  </a:lnTo>
                  <a:lnTo>
                    <a:pt x="1574172" y="1850103"/>
                  </a:lnTo>
                  <a:lnTo>
                    <a:pt x="1578849" y="1897430"/>
                  </a:lnTo>
                  <a:lnTo>
                    <a:pt x="1582506" y="1945049"/>
                  </a:lnTo>
                  <a:lnTo>
                    <a:pt x="1585132" y="1992949"/>
                  </a:lnTo>
                  <a:lnTo>
                    <a:pt x="1586715" y="2041121"/>
                  </a:lnTo>
                  <a:lnTo>
                    <a:pt x="1587246" y="2089551"/>
                  </a:lnTo>
                  <a:lnTo>
                    <a:pt x="1586715" y="2137982"/>
                  </a:lnTo>
                  <a:lnTo>
                    <a:pt x="1585132" y="2186154"/>
                  </a:lnTo>
                  <a:lnTo>
                    <a:pt x="1582506" y="2234054"/>
                  </a:lnTo>
                  <a:lnTo>
                    <a:pt x="1578849" y="2281673"/>
                  </a:lnTo>
                  <a:lnTo>
                    <a:pt x="1574172" y="2329000"/>
                  </a:lnTo>
                  <a:lnTo>
                    <a:pt x="1568486" y="2376023"/>
                  </a:lnTo>
                  <a:lnTo>
                    <a:pt x="1561802" y="2422731"/>
                  </a:lnTo>
                  <a:lnTo>
                    <a:pt x="1554131" y="2469114"/>
                  </a:lnTo>
                  <a:lnTo>
                    <a:pt x="1545484" y="2515160"/>
                  </a:lnTo>
                  <a:lnTo>
                    <a:pt x="1535871" y="2560858"/>
                  </a:lnTo>
                  <a:lnTo>
                    <a:pt x="1525305" y="2606197"/>
                  </a:lnTo>
                  <a:lnTo>
                    <a:pt x="1513796" y="2651167"/>
                  </a:lnTo>
                  <a:lnTo>
                    <a:pt x="1501355" y="2695756"/>
                  </a:lnTo>
                  <a:lnTo>
                    <a:pt x="1487992" y="2739954"/>
                  </a:lnTo>
                  <a:lnTo>
                    <a:pt x="1473720" y="2783748"/>
                  </a:lnTo>
                  <a:lnTo>
                    <a:pt x="1458549" y="2827129"/>
                  </a:lnTo>
                  <a:lnTo>
                    <a:pt x="1442491" y="2870085"/>
                  </a:lnTo>
                  <a:lnTo>
                    <a:pt x="1425555" y="2912605"/>
                  </a:lnTo>
                  <a:lnTo>
                    <a:pt x="1407753" y="2954679"/>
                  </a:lnTo>
                  <a:lnTo>
                    <a:pt x="1389097" y="2996294"/>
                  </a:lnTo>
                  <a:lnTo>
                    <a:pt x="1369597" y="3037441"/>
                  </a:lnTo>
                  <a:lnTo>
                    <a:pt x="1349264" y="3078108"/>
                  </a:lnTo>
                  <a:lnTo>
                    <a:pt x="1328110" y="3118283"/>
                  </a:lnTo>
                  <a:lnTo>
                    <a:pt x="1306145" y="3157957"/>
                  </a:lnTo>
                  <a:lnTo>
                    <a:pt x="1283380" y="3197118"/>
                  </a:lnTo>
                  <a:lnTo>
                    <a:pt x="1259826" y="3235755"/>
                  </a:lnTo>
                  <a:lnTo>
                    <a:pt x="1235495" y="3273857"/>
                  </a:lnTo>
                  <a:lnTo>
                    <a:pt x="1210397" y="3311413"/>
                  </a:lnTo>
                  <a:lnTo>
                    <a:pt x="1184544" y="3348412"/>
                  </a:lnTo>
                  <a:lnTo>
                    <a:pt x="1157946" y="3384843"/>
                  </a:lnTo>
                  <a:lnTo>
                    <a:pt x="1130614" y="3420695"/>
                  </a:lnTo>
                  <a:lnTo>
                    <a:pt x="1102560" y="3455956"/>
                  </a:lnTo>
                  <a:lnTo>
                    <a:pt x="1073794" y="3490617"/>
                  </a:lnTo>
                  <a:lnTo>
                    <a:pt x="1044328" y="3524666"/>
                  </a:lnTo>
                  <a:lnTo>
                    <a:pt x="1014173" y="3558091"/>
                  </a:lnTo>
                  <a:lnTo>
                    <a:pt x="983339" y="3590883"/>
                  </a:lnTo>
                  <a:lnTo>
                    <a:pt x="951838" y="3623029"/>
                  </a:lnTo>
                  <a:lnTo>
                    <a:pt x="919680" y="3654519"/>
                  </a:lnTo>
                  <a:lnTo>
                    <a:pt x="886877" y="3685342"/>
                  </a:lnTo>
                  <a:lnTo>
                    <a:pt x="853439" y="3715486"/>
                  </a:lnTo>
                  <a:lnTo>
                    <a:pt x="819378" y="3744942"/>
                  </a:lnTo>
                  <a:lnTo>
                    <a:pt x="784705" y="3773697"/>
                  </a:lnTo>
                  <a:lnTo>
                    <a:pt x="749431" y="3801741"/>
                  </a:lnTo>
                  <a:lnTo>
                    <a:pt x="713566" y="3829062"/>
                  </a:lnTo>
                  <a:lnTo>
                    <a:pt x="677122" y="3855651"/>
                  </a:lnTo>
                  <a:lnTo>
                    <a:pt x="640110" y="3881495"/>
                  </a:lnTo>
                  <a:lnTo>
                    <a:pt x="602541" y="3906583"/>
                  </a:lnTo>
                  <a:lnTo>
                    <a:pt x="564426" y="3930906"/>
                  </a:lnTo>
                  <a:lnTo>
                    <a:pt x="525775" y="3954450"/>
                  </a:lnTo>
                  <a:lnTo>
                    <a:pt x="486601" y="3977207"/>
                  </a:lnTo>
                  <a:lnTo>
                    <a:pt x="446913" y="3999164"/>
                  </a:lnTo>
                  <a:lnTo>
                    <a:pt x="406723" y="4020311"/>
                  </a:lnTo>
                  <a:lnTo>
                    <a:pt x="366042" y="4040636"/>
                  </a:lnTo>
                  <a:lnTo>
                    <a:pt x="324881" y="4060129"/>
                  </a:lnTo>
                  <a:lnTo>
                    <a:pt x="283251" y="4078778"/>
                  </a:lnTo>
                  <a:lnTo>
                    <a:pt x="241163" y="4096573"/>
                  </a:lnTo>
                  <a:lnTo>
                    <a:pt x="198628" y="4113503"/>
                  </a:lnTo>
                  <a:lnTo>
                    <a:pt x="155658" y="4129556"/>
                  </a:lnTo>
                  <a:lnTo>
                    <a:pt x="112262" y="4144721"/>
                  </a:lnTo>
                  <a:lnTo>
                    <a:pt x="68452" y="4158988"/>
                  </a:lnTo>
                  <a:lnTo>
                    <a:pt x="24240" y="4172345"/>
                  </a:lnTo>
                  <a:lnTo>
                    <a:pt x="0" y="4179103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A530746C-A3DA-911E-6C7F-41052EE51C2C}"/>
              </a:ext>
            </a:extLst>
          </p:cNvPr>
          <p:cNvGrpSpPr/>
          <p:nvPr/>
        </p:nvGrpSpPr>
        <p:grpSpPr>
          <a:xfrm>
            <a:off x="3695393" y="1917573"/>
            <a:ext cx="7452000" cy="900000"/>
            <a:chOff x="3695393" y="1917573"/>
            <a:chExt cx="7385240" cy="900000"/>
          </a:xfrm>
        </p:grpSpPr>
        <p:grpSp>
          <p:nvGrpSpPr>
            <p:cNvPr id="9" name="object 19">
              <a:extLst>
                <a:ext uri="{FF2B5EF4-FFF2-40B4-BE49-F238E27FC236}">
                  <a16:creationId xmlns:a16="http://schemas.microsoft.com/office/drawing/2014/main" id="{2406DD73-1F5B-4EE5-849F-DAB2DA0F3FF5}"/>
                </a:ext>
              </a:extLst>
            </p:cNvPr>
            <p:cNvGrpSpPr/>
            <p:nvPr/>
          </p:nvGrpSpPr>
          <p:grpSpPr>
            <a:xfrm>
              <a:off x="3695393" y="1934245"/>
              <a:ext cx="1616710" cy="601980"/>
              <a:chOff x="2518410" y="1933955"/>
              <a:chExt cx="1616710" cy="601980"/>
            </a:xfrm>
          </p:grpSpPr>
          <p:sp>
            <p:nvSpPr>
              <p:cNvPr id="10" name="object 20">
                <a:extLst>
                  <a:ext uri="{FF2B5EF4-FFF2-40B4-BE49-F238E27FC236}">
                    <a16:creationId xmlns:a16="http://schemas.microsoft.com/office/drawing/2014/main" id="{C9079779-8F81-8916-E1FE-937B32C08048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21">
                <a:extLst>
                  <a:ext uri="{FF2B5EF4-FFF2-40B4-BE49-F238E27FC236}">
                    <a16:creationId xmlns:a16="http://schemas.microsoft.com/office/drawing/2014/main" id="{21F04147-043A-A385-9C1D-452BB11642EA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6534F182-6FDD-1A59-21CB-868B668CABF1}"/>
                </a:ext>
              </a:extLst>
            </p:cNvPr>
            <p:cNvSpPr txBox="1"/>
            <p:nvPr/>
          </p:nvSpPr>
          <p:spPr>
            <a:xfrm>
              <a:off x="5788633" y="1917573"/>
              <a:ext cx="5292000" cy="90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FFFFFF"/>
                  </a:solidFill>
                  <a:latin typeface="Montserrat" panose="00000500000000000000" pitchFamily="2" charset="0"/>
                </a:rPr>
                <a:t>Business overview e estrutura operacional atual</a:t>
              </a:r>
              <a:endParaRPr lang="pt-BR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92190053-37DC-5BBA-38FE-E92013FE152B}"/>
              </a:ext>
            </a:extLst>
          </p:cNvPr>
          <p:cNvGrpSpPr/>
          <p:nvPr/>
        </p:nvGrpSpPr>
        <p:grpSpPr>
          <a:xfrm>
            <a:off x="3695393" y="3417019"/>
            <a:ext cx="7452000" cy="832385"/>
            <a:chOff x="3695393" y="3865681"/>
            <a:chExt cx="7385240" cy="832385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5F83FC4-085C-0F4D-D192-03F5F191FC93}"/>
                </a:ext>
              </a:extLst>
            </p:cNvPr>
            <p:cNvSpPr txBox="1"/>
            <p:nvPr/>
          </p:nvSpPr>
          <p:spPr>
            <a:xfrm>
              <a:off x="5788633" y="3867069"/>
              <a:ext cx="5292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Premissas de crescimento e novas linhas de receita</a:t>
              </a:r>
              <a:endParaRPr lang="pt-BR" sz="2400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4" name="object 19">
              <a:extLst>
                <a:ext uri="{FF2B5EF4-FFF2-40B4-BE49-F238E27FC236}">
                  <a16:creationId xmlns:a16="http://schemas.microsoft.com/office/drawing/2014/main" id="{AEDD7D7F-745B-2E72-FA23-C62312F3CEFE}"/>
                </a:ext>
              </a:extLst>
            </p:cNvPr>
            <p:cNvGrpSpPr/>
            <p:nvPr/>
          </p:nvGrpSpPr>
          <p:grpSpPr>
            <a:xfrm>
              <a:off x="3695393" y="3865681"/>
              <a:ext cx="1616710" cy="601980"/>
              <a:chOff x="2518410" y="1933955"/>
              <a:chExt cx="1616710" cy="601980"/>
            </a:xfrm>
          </p:grpSpPr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C3D8BD01-74DA-C24A-4874-77037E566D21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21">
                <a:extLst>
                  <a:ext uri="{FF2B5EF4-FFF2-40B4-BE49-F238E27FC236}">
                    <a16:creationId xmlns:a16="http://schemas.microsoft.com/office/drawing/2014/main" id="{9B668CBE-2DED-5890-60A7-A37AEC7CBF0D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D0BD1BD4-B785-046D-63F8-7EFACEA0B58A}"/>
              </a:ext>
            </a:extLst>
          </p:cNvPr>
          <p:cNvGrpSpPr/>
          <p:nvPr/>
        </p:nvGrpSpPr>
        <p:grpSpPr>
          <a:xfrm>
            <a:off x="3695393" y="6284587"/>
            <a:ext cx="7131666" cy="830997"/>
            <a:chOff x="3695393" y="6284587"/>
            <a:chExt cx="6745805" cy="830997"/>
          </a:xfrm>
        </p:grpSpPr>
        <p:grpSp>
          <p:nvGrpSpPr>
            <p:cNvPr id="17" name="object 19">
              <a:extLst>
                <a:ext uri="{FF2B5EF4-FFF2-40B4-BE49-F238E27FC236}">
                  <a16:creationId xmlns:a16="http://schemas.microsoft.com/office/drawing/2014/main" id="{FD22A15D-F613-8C6E-9765-00E43700D61C}"/>
                </a:ext>
              </a:extLst>
            </p:cNvPr>
            <p:cNvGrpSpPr/>
            <p:nvPr/>
          </p:nvGrpSpPr>
          <p:grpSpPr>
            <a:xfrm>
              <a:off x="3695393" y="6399096"/>
              <a:ext cx="1616710" cy="601980"/>
              <a:chOff x="2518410" y="1933955"/>
              <a:chExt cx="1616710" cy="601980"/>
            </a:xfrm>
          </p:grpSpPr>
          <p:sp>
            <p:nvSpPr>
              <p:cNvPr id="18" name="object 20">
                <a:extLst>
                  <a:ext uri="{FF2B5EF4-FFF2-40B4-BE49-F238E27FC236}">
                    <a16:creationId xmlns:a16="http://schemas.microsoft.com/office/drawing/2014/main" id="{723A14E2-D363-5F24-4935-5BE853774327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E5AD1BCF-E05D-DB0A-9C8C-19D7B758A61D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96FE7574-EE1D-4940-EF25-B19E0AB1E310}"/>
                </a:ext>
              </a:extLst>
            </p:cNvPr>
            <p:cNvSpPr txBox="1"/>
            <p:nvPr/>
          </p:nvSpPr>
          <p:spPr>
            <a:xfrm>
              <a:off x="5849592" y="6284587"/>
              <a:ext cx="45916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FFFFFF"/>
                  </a:solidFill>
                  <a:latin typeface="Montserrat" panose="00000500000000000000" pitchFamily="2" charset="0"/>
                </a:rPr>
                <a:t>Surgimento de uma parceria rica em sinergias</a:t>
              </a:r>
              <a:endParaRPr lang="pt-BR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4485283-E256-177A-A402-86EFAB569F65}"/>
              </a:ext>
            </a:extLst>
          </p:cNvPr>
          <p:cNvSpPr txBox="1"/>
          <p:nvPr/>
        </p:nvSpPr>
        <p:spPr>
          <a:xfrm>
            <a:off x="0" y="356036"/>
            <a:ext cx="6581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Montserrat" panose="00000500000000000000" pitchFamily="2" charset="0"/>
              </a:rPr>
              <a:t>Business </a:t>
            </a:r>
            <a:r>
              <a:rPr lang="pt-BR" sz="2400" b="1" err="1">
                <a:solidFill>
                  <a:srgbClr val="FFFFFF"/>
                </a:solidFill>
                <a:latin typeface="Montserrat" panose="00000500000000000000" pitchFamily="2" charset="0"/>
              </a:rPr>
              <a:t>Plan</a:t>
            </a:r>
            <a:r>
              <a:rPr lang="pt-BR" sz="2400" b="1">
                <a:solidFill>
                  <a:srgbClr val="FFFFFF"/>
                </a:solidFill>
                <a:latin typeface="Montserrat" panose="00000500000000000000" pitchFamily="2" charset="0"/>
              </a:rPr>
              <a:t> – Sumário Executivo </a:t>
            </a:r>
            <a:endParaRPr lang="pt-BR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009F1505-C144-129B-473A-682470E08954}"/>
              </a:ext>
            </a:extLst>
          </p:cNvPr>
          <p:cNvGrpSpPr/>
          <p:nvPr/>
        </p:nvGrpSpPr>
        <p:grpSpPr>
          <a:xfrm>
            <a:off x="3695393" y="4961143"/>
            <a:ext cx="7296926" cy="830997"/>
            <a:chOff x="3695393" y="5183978"/>
            <a:chExt cx="6902123" cy="830997"/>
          </a:xfrm>
        </p:grpSpPr>
        <p:grpSp>
          <p:nvGrpSpPr>
            <p:cNvPr id="22" name="object 19">
              <a:extLst>
                <a:ext uri="{FF2B5EF4-FFF2-40B4-BE49-F238E27FC236}">
                  <a16:creationId xmlns:a16="http://schemas.microsoft.com/office/drawing/2014/main" id="{7B01857E-01D0-0680-4C1C-122BFB2D2E8A}"/>
                </a:ext>
              </a:extLst>
            </p:cNvPr>
            <p:cNvGrpSpPr/>
            <p:nvPr/>
          </p:nvGrpSpPr>
          <p:grpSpPr>
            <a:xfrm>
              <a:off x="3695393" y="5191488"/>
              <a:ext cx="1616710" cy="601980"/>
              <a:chOff x="2518410" y="1933955"/>
              <a:chExt cx="1616710" cy="601980"/>
            </a:xfrm>
          </p:grpSpPr>
          <p:sp>
            <p:nvSpPr>
              <p:cNvPr id="23" name="object 20">
                <a:extLst>
                  <a:ext uri="{FF2B5EF4-FFF2-40B4-BE49-F238E27FC236}">
                    <a16:creationId xmlns:a16="http://schemas.microsoft.com/office/drawing/2014/main" id="{3D755864-56B6-B91A-1D02-C614B85B26FC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1">
                <a:extLst>
                  <a:ext uri="{FF2B5EF4-FFF2-40B4-BE49-F238E27FC236}">
                    <a16:creationId xmlns:a16="http://schemas.microsoft.com/office/drawing/2014/main" id="{4D4377F9-AE59-62F5-E81D-78432C88FFA3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8CF426A6-58E3-23B6-FD7C-8F4CAF78F53B}"/>
                </a:ext>
              </a:extLst>
            </p:cNvPr>
            <p:cNvSpPr txBox="1"/>
            <p:nvPr/>
          </p:nvSpPr>
          <p:spPr>
            <a:xfrm>
              <a:off x="5415316" y="5183978"/>
              <a:ext cx="5182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FFFFFF"/>
                  </a:solidFill>
                  <a:latin typeface="Montserrat" panose="00000500000000000000" pitchFamily="2" charset="0"/>
                </a:rPr>
                <a:t>Projeções financeiras e operacionais</a:t>
              </a:r>
              <a:endParaRPr lang="pt-BR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5221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7387-AA2C-95BD-BA1E-50B49C6FC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8">
            <a:extLst>
              <a:ext uri="{FF2B5EF4-FFF2-40B4-BE49-F238E27FC236}">
                <a16:creationId xmlns:a16="http://schemas.microsoft.com/office/drawing/2014/main" id="{76B218DB-A995-4BBD-5922-643B99088234}"/>
              </a:ext>
            </a:extLst>
          </p:cNvPr>
          <p:cNvGrpSpPr/>
          <p:nvPr/>
        </p:nvGrpSpPr>
        <p:grpSpPr>
          <a:xfrm>
            <a:off x="0" y="1245593"/>
            <a:ext cx="2986326" cy="6267884"/>
            <a:chOff x="-19050" y="1207427"/>
            <a:chExt cx="2521585" cy="5507355"/>
          </a:xfrm>
        </p:grpSpPr>
        <p:sp>
          <p:nvSpPr>
            <p:cNvPr id="3" name="object 9">
              <a:extLst>
                <a:ext uri="{FF2B5EF4-FFF2-40B4-BE49-F238E27FC236}">
                  <a16:creationId xmlns:a16="http://schemas.microsoft.com/office/drawing/2014/main" id="{03EC175D-A579-3A69-C7CA-DFA4D77B0CBD}"/>
                </a:ext>
              </a:extLst>
            </p:cNvPr>
            <p:cNvSpPr/>
            <p:nvPr/>
          </p:nvSpPr>
          <p:spPr>
            <a:xfrm>
              <a:off x="1272540" y="1930907"/>
              <a:ext cx="1229995" cy="4060190"/>
            </a:xfrm>
            <a:custGeom>
              <a:avLst/>
              <a:gdLst/>
              <a:ahLst/>
              <a:cxnLst/>
              <a:rect l="l" t="t" r="r" b="b"/>
              <a:pathLst>
                <a:path w="1229995" h="4060190">
                  <a:moveTo>
                    <a:pt x="614172" y="3752850"/>
                  </a:moveTo>
                  <a:lnTo>
                    <a:pt x="610831" y="3707485"/>
                  </a:lnTo>
                  <a:lnTo>
                    <a:pt x="601154" y="3664191"/>
                  </a:lnTo>
                  <a:lnTo>
                    <a:pt x="585609" y="3623424"/>
                  </a:lnTo>
                  <a:lnTo>
                    <a:pt x="564680" y="3585667"/>
                  </a:lnTo>
                  <a:lnTo>
                    <a:pt x="538822" y="3551402"/>
                  </a:lnTo>
                  <a:lnTo>
                    <a:pt x="508533" y="3521113"/>
                  </a:lnTo>
                  <a:lnTo>
                    <a:pt x="474268" y="3495256"/>
                  </a:lnTo>
                  <a:lnTo>
                    <a:pt x="436511" y="3474326"/>
                  </a:lnTo>
                  <a:lnTo>
                    <a:pt x="395744" y="3458781"/>
                  </a:lnTo>
                  <a:lnTo>
                    <a:pt x="352450" y="3449104"/>
                  </a:lnTo>
                  <a:lnTo>
                    <a:pt x="307086" y="3445764"/>
                  </a:lnTo>
                  <a:lnTo>
                    <a:pt x="261708" y="3449104"/>
                  </a:lnTo>
                  <a:lnTo>
                    <a:pt x="218414" y="3458781"/>
                  </a:lnTo>
                  <a:lnTo>
                    <a:pt x="177647" y="3474326"/>
                  </a:lnTo>
                  <a:lnTo>
                    <a:pt x="139890" y="3495256"/>
                  </a:lnTo>
                  <a:lnTo>
                    <a:pt x="105625" y="3521113"/>
                  </a:lnTo>
                  <a:lnTo>
                    <a:pt x="75336" y="3551402"/>
                  </a:lnTo>
                  <a:lnTo>
                    <a:pt x="49479" y="3585667"/>
                  </a:lnTo>
                  <a:lnTo>
                    <a:pt x="28549" y="3623424"/>
                  </a:lnTo>
                  <a:lnTo>
                    <a:pt x="13004" y="3664191"/>
                  </a:lnTo>
                  <a:lnTo>
                    <a:pt x="3327" y="3707485"/>
                  </a:lnTo>
                  <a:lnTo>
                    <a:pt x="0" y="3752850"/>
                  </a:lnTo>
                  <a:lnTo>
                    <a:pt x="3327" y="3798239"/>
                  </a:lnTo>
                  <a:lnTo>
                    <a:pt x="13004" y="3841546"/>
                  </a:lnTo>
                  <a:lnTo>
                    <a:pt x="28549" y="3882313"/>
                  </a:lnTo>
                  <a:lnTo>
                    <a:pt x="49479" y="3920071"/>
                  </a:lnTo>
                  <a:lnTo>
                    <a:pt x="75336" y="3954322"/>
                  </a:lnTo>
                  <a:lnTo>
                    <a:pt x="105625" y="3984612"/>
                  </a:lnTo>
                  <a:lnTo>
                    <a:pt x="139890" y="4010469"/>
                  </a:lnTo>
                  <a:lnTo>
                    <a:pt x="177647" y="4031399"/>
                  </a:lnTo>
                  <a:lnTo>
                    <a:pt x="218414" y="4046944"/>
                  </a:lnTo>
                  <a:lnTo>
                    <a:pt x="261708" y="4056608"/>
                  </a:lnTo>
                  <a:lnTo>
                    <a:pt x="307086" y="4059936"/>
                  </a:lnTo>
                  <a:lnTo>
                    <a:pt x="352450" y="4056608"/>
                  </a:lnTo>
                  <a:lnTo>
                    <a:pt x="395744" y="4046944"/>
                  </a:lnTo>
                  <a:lnTo>
                    <a:pt x="436511" y="4031399"/>
                  </a:lnTo>
                  <a:lnTo>
                    <a:pt x="474268" y="4010469"/>
                  </a:lnTo>
                  <a:lnTo>
                    <a:pt x="508533" y="3984612"/>
                  </a:lnTo>
                  <a:lnTo>
                    <a:pt x="538822" y="3954322"/>
                  </a:lnTo>
                  <a:lnTo>
                    <a:pt x="564680" y="3920071"/>
                  </a:lnTo>
                  <a:lnTo>
                    <a:pt x="585609" y="3882313"/>
                  </a:lnTo>
                  <a:lnTo>
                    <a:pt x="601154" y="3841546"/>
                  </a:lnTo>
                  <a:lnTo>
                    <a:pt x="610831" y="3798239"/>
                  </a:lnTo>
                  <a:lnTo>
                    <a:pt x="614172" y="3752850"/>
                  </a:lnTo>
                  <a:close/>
                </a:path>
                <a:path w="1229995" h="4060190">
                  <a:moveTo>
                    <a:pt x="614172" y="307086"/>
                  </a:moveTo>
                  <a:lnTo>
                    <a:pt x="610831" y="261721"/>
                  </a:lnTo>
                  <a:lnTo>
                    <a:pt x="601154" y="218427"/>
                  </a:lnTo>
                  <a:lnTo>
                    <a:pt x="585609" y="177660"/>
                  </a:lnTo>
                  <a:lnTo>
                    <a:pt x="564680" y="139903"/>
                  </a:lnTo>
                  <a:lnTo>
                    <a:pt x="538822" y="105638"/>
                  </a:lnTo>
                  <a:lnTo>
                    <a:pt x="508533" y="75349"/>
                  </a:lnTo>
                  <a:lnTo>
                    <a:pt x="474268" y="49491"/>
                  </a:lnTo>
                  <a:lnTo>
                    <a:pt x="436511" y="28562"/>
                  </a:lnTo>
                  <a:lnTo>
                    <a:pt x="395744" y="13017"/>
                  </a:lnTo>
                  <a:lnTo>
                    <a:pt x="352450" y="3340"/>
                  </a:lnTo>
                  <a:lnTo>
                    <a:pt x="307086" y="0"/>
                  </a:lnTo>
                  <a:lnTo>
                    <a:pt x="261708" y="3340"/>
                  </a:lnTo>
                  <a:lnTo>
                    <a:pt x="218414" y="13017"/>
                  </a:lnTo>
                  <a:lnTo>
                    <a:pt x="177647" y="28562"/>
                  </a:lnTo>
                  <a:lnTo>
                    <a:pt x="139890" y="49491"/>
                  </a:lnTo>
                  <a:lnTo>
                    <a:pt x="105625" y="75349"/>
                  </a:lnTo>
                  <a:lnTo>
                    <a:pt x="75336" y="105638"/>
                  </a:lnTo>
                  <a:lnTo>
                    <a:pt x="49479" y="139903"/>
                  </a:lnTo>
                  <a:lnTo>
                    <a:pt x="28549" y="177660"/>
                  </a:lnTo>
                  <a:lnTo>
                    <a:pt x="13004" y="218427"/>
                  </a:lnTo>
                  <a:lnTo>
                    <a:pt x="3327" y="261721"/>
                  </a:lnTo>
                  <a:lnTo>
                    <a:pt x="0" y="307086"/>
                  </a:lnTo>
                  <a:lnTo>
                    <a:pt x="3327" y="352463"/>
                  </a:lnTo>
                  <a:lnTo>
                    <a:pt x="13004" y="395757"/>
                  </a:lnTo>
                  <a:lnTo>
                    <a:pt x="28549" y="436524"/>
                  </a:lnTo>
                  <a:lnTo>
                    <a:pt x="49479" y="474281"/>
                  </a:lnTo>
                  <a:lnTo>
                    <a:pt x="75336" y="508546"/>
                  </a:lnTo>
                  <a:lnTo>
                    <a:pt x="105625" y="538835"/>
                  </a:lnTo>
                  <a:lnTo>
                    <a:pt x="139890" y="564692"/>
                  </a:lnTo>
                  <a:lnTo>
                    <a:pt x="177647" y="585622"/>
                  </a:lnTo>
                  <a:lnTo>
                    <a:pt x="218414" y="601167"/>
                  </a:lnTo>
                  <a:lnTo>
                    <a:pt x="261708" y="610844"/>
                  </a:lnTo>
                  <a:lnTo>
                    <a:pt x="307086" y="614172"/>
                  </a:lnTo>
                  <a:lnTo>
                    <a:pt x="352450" y="610844"/>
                  </a:lnTo>
                  <a:lnTo>
                    <a:pt x="395744" y="601167"/>
                  </a:lnTo>
                  <a:lnTo>
                    <a:pt x="436511" y="585622"/>
                  </a:lnTo>
                  <a:lnTo>
                    <a:pt x="474268" y="564692"/>
                  </a:lnTo>
                  <a:lnTo>
                    <a:pt x="508533" y="538835"/>
                  </a:lnTo>
                  <a:lnTo>
                    <a:pt x="538822" y="508546"/>
                  </a:lnTo>
                  <a:lnTo>
                    <a:pt x="564680" y="474281"/>
                  </a:lnTo>
                  <a:lnTo>
                    <a:pt x="585609" y="436524"/>
                  </a:lnTo>
                  <a:lnTo>
                    <a:pt x="601154" y="395757"/>
                  </a:lnTo>
                  <a:lnTo>
                    <a:pt x="610831" y="352463"/>
                  </a:lnTo>
                  <a:lnTo>
                    <a:pt x="614172" y="307086"/>
                  </a:lnTo>
                  <a:close/>
                </a:path>
                <a:path w="1229995" h="4060190">
                  <a:moveTo>
                    <a:pt x="1229868" y="2029206"/>
                  </a:moveTo>
                  <a:lnTo>
                    <a:pt x="1226527" y="1983841"/>
                  </a:lnTo>
                  <a:lnTo>
                    <a:pt x="1216825" y="1940547"/>
                  </a:lnTo>
                  <a:lnTo>
                    <a:pt x="1201254" y="1899780"/>
                  </a:lnTo>
                  <a:lnTo>
                    <a:pt x="1180274" y="1862023"/>
                  </a:lnTo>
                  <a:lnTo>
                    <a:pt x="1154366" y="1827758"/>
                  </a:lnTo>
                  <a:lnTo>
                    <a:pt x="1124000" y="1797469"/>
                  </a:lnTo>
                  <a:lnTo>
                    <a:pt x="1089660" y="1771611"/>
                  </a:lnTo>
                  <a:lnTo>
                    <a:pt x="1051814" y="1750682"/>
                  </a:lnTo>
                  <a:lnTo>
                    <a:pt x="1010932" y="1735137"/>
                  </a:lnTo>
                  <a:lnTo>
                    <a:pt x="967511" y="1725460"/>
                  </a:lnTo>
                  <a:lnTo>
                    <a:pt x="922020" y="1722120"/>
                  </a:lnTo>
                  <a:lnTo>
                    <a:pt x="876515" y="1725460"/>
                  </a:lnTo>
                  <a:lnTo>
                    <a:pt x="833094" y="1735137"/>
                  </a:lnTo>
                  <a:lnTo>
                    <a:pt x="792213" y="1750682"/>
                  </a:lnTo>
                  <a:lnTo>
                    <a:pt x="754367" y="1771611"/>
                  </a:lnTo>
                  <a:lnTo>
                    <a:pt x="720026" y="1797469"/>
                  </a:lnTo>
                  <a:lnTo>
                    <a:pt x="689660" y="1827758"/>
                  </a:lnTo>
                  <a:lnTo>
                    <a:pt x="663752" y="1862023"/>
                  </a:lnTo>
                  <a:lnTo>
                    <a:pt x="642772" y="1899780"/>
                  </a:lnTo>
                  <a:lnTo>
                    <a:pt x="627202" y="1940547"/>
                  </a:lnTo>
                  <a:lnTo>
                    <a:pt x="617499" y="1983841"/>
                  </a:lnTo>
                  <a:lnTo>
                    <a:pt x="614172" y="2029206"/>
                  </a:lnTo>
                  <a:lnTo>
                    <a:pt x="617499" y="2074583"/>
                  </a:lnTo>
                  <a:lnTo>
                    <a:pt x="627202" y="2117877"/>
                  </a:lnTo>
                  <a:lnTo>
                    <a:pt x="642772" y="2158644"/>
                  </a:lnTo>
                  <a:lnTo>
                    <a:pt x="663752" y="2196401"/>
                  </a:lnTo>
                  <a:lnTo>
                    <a:pt x="689660" y="2230666"/>
                  </a:lnTo>
                  <a:lnTo>
                    <a:pt x="720026" y="2260955"/>
                  </a:lnTo>
                  <a:lnTo>
                    <a:pt x="754367" y="2286812"/>
                  </a:lnTo>
                  <a:lnTo>
                    <a:pt x="792213" y="2307742"/>
                  </a:lnTo>
                  <a:lnTo>
                    <a:pt x="833094" y="2323287"/>
                  </a:lnTo>
                  <a:lnTo>
                    <a:pt x="876515" y="2332964"/>
                  </a:lnTo>
                  <a:lnTo>
                    <a:pt x="922020" y="2336292"/>
                  </a:lnTo>
                  <a:lnTo>
                    <a:pt x="967511" y="2332964"/>
                  </a:lnTo>
                  <a:lnTo>
                    <a:pt x="1010932" y="2323287"/>
                  </a:lnTo>
                  <a:lnTo>
                    <a:pt x="1051814" y="2307742"/>
                  </a:lnTo>
                  <a:lnTo>
                    <a:pt x="1089660" y="2286812"/>
                  </a:lnTo>
                  <a:lnTo>
                    <a:pt x="1124000" y="2260955"/>
                  </a:lnTo>
                  <a:lnTo>
                    <a:pt x="1154366" y="2230666"/>
                  </a:lnTo>
                  <a:lnTo>
                    <a:pt x="1180274" y="2196401"/>
                  </a:lnTo>
                  <a:lnTo>
                    <a:pt x="1201254" y="2158644"/>
                  </a:lnTo>
                  <a:lnTo>
                    <a:pt x="1216825" y="2117877"/>
                  </a:lnTo>
                  <a:lnTo>
                    <a:pt x="1226527" y="2074583"/>
                  </a:lnTo>
                  <a:lnTo>
                    <a:pt x="1229868" y="2029206"/>
                  </a:lnTo>
                  <a:close/>
                </a:path>
              </a:pathLst>
            </a:custGeom>
            <a:solidFill>
              <a:srgbClr val="EA1C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0">
              <a:extLst>
                <a:ext uri="{FF2B5EF4-FFF2-40B4-BE49-F238E27FC236}">
                  <a16:creationId xmlns:a16="http://schemas.microsoft.com/office/drawing/2014/main" id="{A5DCBE37-AFA5-F754-5AED-5FF160A465E6}"/>
                </a:ext>
              </a:extLst>
            </p:cNvPr>
            <p:cNvSpPr/>
            <p:nvPr/>
          </p:nvSpPr>
          <p:spPr>
            <a:xfrm>
              <a:off x="0" y="1226477"/>
              <a:ext cx="2216785" cy="5469255"/>
            </a:xfrm>
            <a:custGeom>
              <a:avLst/>
              <a:gdLst/>
              <a:ahLst/>
              <a:cxnLst/>
              <a:rect l="l" t="t" r="r" b="b"/>
              <a:pathLst>
                <a:path w="2216785" h="5469255">
                  <a:moveTo>
                    <a:pt x="0" y="0"/>
                  </a:moveTo>
                  <a:lnTo>
                    <a:pt x="0" y="5468797"/>
                  </a:lnTo>
                  <a:lnTo>
                    <a:pt x="30884" y="5462208"/>
                  </a:lnTo>
                  <a:lnTo>
                    <a:pt x="75949" y="5451805"/>
                  </a:lnTo>
                  <a:lnTo>
                    <a:pt x="120732" y="5440679"/>
                  </a:lnTo>
                  <a:lnTo>
                    <a:pt x="165228" y="5428836"/>
                  </a:lnTo>
                  <a:lnTo>
                    <a:pt x="209430" y="5416282"/>
                  </a:lnTo>
                  <a:lnTo>
                    <a:pt x="253331" y="5403024"/>
                  </a:lnTo>
                  <a:lnTo>
                    <a:pt x="296924" y="5389069"/>
                  </a:lnTo>
                  <a:lnTo>
                    <a:pt x="340204" y="5374423"/>
                  </a:lnTo>
                  <a:lnTo>
                    <a:pt x="383163" y="5359092"/>
                  </a:lnTo>
                  <a:lnTo>
                    <a:pt x="425796" y="5343084"/>
                  </a:lnTo>
                  <a:lnTo>
                    <a:pt x="468095" y="5326404"/>
                  </a:lnTo>
                  <a:lnTo>
                    <a:pt x="510055" y="5309059"/>
                  </a:lnTo>
                  <a:lnTo>
                    <a:pt x="551668" y="5291056"/>
                  </a:lnTo>
                  <a:lnTo>
                    <a:pt x="592929" y="5272401"/>
                  </a:lnTo>
                  <a:lnTo>
                    <a:pt x="633830" y="5253101"/>
                  </a:lnTo>
                  <a:lnTo>
                    <a:pt x="674365" y="5233161"/>
                  </a:lnTo>
                  <a:lnTo>
                    <a:pt x="714528" y="5212589"/>
                  </a:lnTo>
                  <a:lnTo>
                    <a:pt x="754313" y="5191392"/>
                  </a:lnTo>
                  <a:lnTo>
                    <a:pt x="793712" y="5169574"/>
                  </a:lnTo>
                  <a:lnTo>
                    <a:pt x="832719" y="5147144"/>
                  </a:lnTo>
                  <a:lnTo>
                    <a:pt x="871328" y="5124108"/>
                  </a:lnTo>
                  <a:lnTo>
                    <a:pt x="909532" y="5100472"/>
                  </a:lnTo>
                  <a:lnTo>
                    <a:pt x="947324" y="5076242"/>
                  </a:lnTo>
                  <a:lnTo>
                    <a:pt x="984699" y="5051425"/>
                  </a:lnTo>
                  <a:lnTo>
                    <a:pt x="1021650" y="5026028"/>
                  </a:lnTo>
                  <a:lnTo>
                    <a:pt x="1058170" y="5000057"/>
                  </a:lnTo>
                  <a:lnTo>
                    <a:pt x="1094252" y="4973519"/>
                  </a:lnTo>
                  <a:lnTo>
                    <a:pt x="1129890" y="4946420"/>
                  </a:lnTo>
                  <a:lnTo>
                    <a:pt x="1165079" y="4918767"/>
                  </a:lnTo>
                  <a:lnTo>
                    <a:pt x="1199810" y="4890565"/>
                  </a:lnTo>
                  <a:lnTo>
                    <a:pt x="1234078" y="4861823"/>
                  </a:lnTo>
                  <a:lnTo>
                    <a:pt x="1267876" y="4832545"/>
                  </a:lnTo>
                  <a:lnTo>
                    <a:pt x="1301198" y="4802739"/>
                  </a:lnTo>
                  <a:lnTo>
                    <a:pt x="1334037" y="4772412"/>
                  </a:lnTo>
                  <a:lnTo>
                    <a:pt x="1366387" y="4741569"/>
                  </a:lnTo>
                  <a:lnTo>
                    <a:pt x="1398241" y="4710217"/>
                  </a:lnTo>
                  <a:lnTo>
                    <a:pt x="1429592" y="4678362"/>
                  </a:lnTo>
                  <a:lnTo>
                    <a:pt x="1460435" y="4646012"/>
                  </a:lnTo>
                  <a:lnTo>
                    <a:pt x="1490762" y="4613173"/>
                  </a:lnTo>
                  <a:lnTo>
                    <a:pt x="1520568" y="4579851"/>
                  </a:lnTo>
                  <a:lnTo>
                    <a:pt x="1549845" y="4546052"/>
                  </a:lnTo>
                  <a:lnTo>
                    <a:pt x="1578587" y="4511784"/>
                  </a:lnTo>
                  <a:lnTo>
                    <a:pt x="1606788" y="4477052"/>
                  </a:lnTo>
                  <a:lnTo>
                    <a:pt x="1634441" y="4441864"/>
                  </a:lnTo>
                  <a:lnTo>
                    <a:pt x="1661539" y="4406225"/>
                  </a:lnTo>
                  <a:lnTo>
                    <a:pt x="1688077" y="4370142"/>
                  </a:lnTo>
                  <a:lnTo>
                    <a:pt x="1714047" y="4333622"/>
                  </a:lnTo>
                  <a:lnTo>
                    <a:pt x="1739444" y="4296672"/>
                  </a:lnTo>
                  <a:lnTo>
                    <a:pt x="1764260" y="4259297"/>
                  </a:lnTo>
                  <a:lnTo>
                    <a:pt x="1788489" y="4221504"/>
                  </a:lnTo>
                  <a:lnTo>
                    <a:pt x="1812125" y="4183300"/>
                  </a:lnTo>
                  <a:lnTo>
                    <a:pt x="1835161" y="4144691"/>
                  </a:lnTo>
                  <a:lnTo>
                    <a:pt x="1857590" y="4105684"/>
                  </a:lnTo>
                  <a:lnTo>
                    <a:pt x="1879407" y="4066285"/>
                  </a:lnTo>
                  <a:lnTo>
                    <a:pt x="1900604" y="4026501"/>
                  </a:lnTo>
                  <a:lnTo>
                    <a:pt x="1921175" y="3986338"/>
                  </a:lnTo>
                  <a:lnTo>
                    <a:pt x="1941114" y="3945803"/>
                  </a:lnTo>
                  <a:lnTo>
                    <a:pt x="1960414" y="3904902"/>
                  </a:lnTo>
                  <a:lnTo>
                    <a:pt x="1979069" y="3863641"/>
                  </a:lnTo>
                  <a:lnTo>
                    <a:pt x="1997072" y="3822028"/>
                  </a:lnTo>
                  <a:lnTo>
                    <a:pt x="2014416" y="3780069"/>
                  </a:lnTo>
                  <a:lnTo>
                    <a:pt x="2031095" y="3737770"/>
                  </a:lnTo>
                  <a:lnTo>
                    <a:pt x="2047103" y="3695138"/>
                  </a:lnTo>
                  <a:lnTo>
                    <a:pt x="2062433" y="3652179"/>
                  </a:lnTo>
                  <a:lnTo>
                    <a:pt x="2077079" y="3608900"/>
                  </a:lnTo>
                  <a:lnTo>
                    <a:pt x="2091034" y="3565307"/>
                  </a:lnTo>
                  <a:lnTo>
                    <a:pt x="2104291" y="3521406"/>
                  </a:lnTo>
                  <a:lnTo>
                    <a:pt x="2116844" y="3477205"/>
                  </a:lnTo>
                  <a:lnTo>
                    <a:pt x="2128687" y="3432710"/>
                  </a:lnTo>
                  <a:lnTo>
                    <a:pt x="2139813" y="3387927"/>
                  </a:lnTo>
                  <a:lnTo>
                    <a:pt x="2150216" y="3342863"/>
                  </a:lnTo>
                  <a:lnTo>
                    <a:pt x="2159888" y="3297525"/>
                  </a:lnTo>
                  <a:lnTo>
                    <a:pt x="2168825" y="3251917"/>
                  </a:lnTo>
                  <a:lnTo>
                    <a:pt x="2177018" y="3206049"/>
                  </a:lnTo>
                  <a:lnTo>
                    <a:pt x="2184462" y="3159925"/>
                  </a:lnTo>
                  <a:lnTo>
                    <a:pt x="2191149" y="3113552"/>
                  </a:lnTo>
                  <a:lnTo>
                    <a:pt x="2197075" y="3066937"/>
                  </a:lnTo>
                  <a:lnTo>
                    <a:pt x="2202231" y="3020087"/>
                  </a:lnTo>
                  <a:lnTo>
                    <a:pt x="2206612" y="2973007"/>
                  </a:lnTo>
                  <a:lnTo>
                    <a:pt x="2210211" y="2925705"/>
                  </a:lnTo>
                  <a:lnTo>
                    <a:pt x="2213022" y="2878186"/>
                  </a:lnTo>
                  <a:lnTo>
                    <a:pt x="2215037" y="2830458"/>
                  </a:lnTo>
                  <a:lnTo>
                    <a:pt x="2216251" y="2782526"/>
                  </a:lnTo>
                  <a:lnTo>
                    <a:pt x="2216658" y="2734398"/>
                  </a:lnTo>
                  <a:lnTo>
                    <a:pt x="2216251" y="2686270"/>
                  </a:lnTo>
                  <a:lnTo>
                    <a:pt x="2215037" y="2638339"/>
                  </a:lnTo>
                  <a:lnTo>
                    <a:pt x="2213022" y="2590611"/>
                  </a:lnTo>
                  <a:lnTo>
                    <a:pt x="2210211" y="2543092"/>
                  </a:lnTo>
                  <a:lnTo>
                    <a:pt x="2206612" y="2495790"/>
                  </a:lnTo>
                  <a:lnTo>
                    <a:pt x="2202231" y="2448710"/>
                  </a:lnTo>
                  <a:lnTo>
                    <a:pt x="2197075" y="2401859"/>
                  </a:lnTo>
                  <a:lnTo>
                    <a:pt x="2191149" y="2355244"/>
                  </a:lnTo>
                  <a:lnTo>
                    <a:pt x="2184462" y="2308872"/>
                  </a:lnTo>
                  <a:lnTo>
                    <a:pt x="2177018" y="2262748"/>
                  </a:lnTo>
                  <a:lnTo>
                    <a:pt x="2168825" y="2216879"/>
                  </a:lnTo>
                  <a:lnTo>
                    <a:pt x="2159888" y="2171272"/>
                  </a:lnTo>
                  <a:lnTo>
                    <a:pt x="2150216" y="2125933"/>
                  </a:lnTo>
                  <a:lnTo>
                    <a:pt x="2139813" y="2080869"/>
                  </a:lnTo>
                  <a:lnTo>
                    <a:pt x="2128687" y="2036086"/>
                  </a:lnTo>
                  <a:lnTo>
                    <a:pt x="2116844" y="1991591"/>
                  </a:lnTo>
                  <a:lnTo>
                    <a:pt x="2104291" y="1947390"/>
                  </a:lnTo>
                  <a:lnTo>
                    <a:pt x="2091034" y="1903490"/>
                  </a:lnTo>
                  <a:lnTo>
                    <a:pt x="2077079" y="1859897"/>
                  </a:lnTo>
                  <a:lnTo>
                    <a:pt x="2062433" y="1816618"/>
                  </a:lnTo>
                  <a:lnTo>
                    <a:pt x="2047103" y="1773659"/>
                  </a:lnTo>
                  <a:lnTo>
                    <a:pt x="2031095" y="1731027"/>
                  </a:lnTo>
                  <a:lnTo>
                    <a:pt x="2014416" y="1688728"/>
                  </a:lnTo>
                  <a:lnTo>
                    <a:pt x="1997072" y="1646768"/>
                  </a:lnTo>
                  <a:lnTo>
                    <a:pt x="1979069" y="1605155"/>
                  </a:lnTo>
                  <a:lnTo>
                    <a:pt x="1960414" y="1563895"/>
                  </a:lnTo>
                  <a:lnTo>
                    <a:pt x="1941114" y="1522994"/>
                  </a:lnTo>
                  <a:lnTo>
                    <a:pt x="1921175" y="1482459"/>
                  </a:lnTo>
                  <a:lnTo>
                    <a:pt x="1900604" y="1442296"/>
                  </a:lnTo>
                  <a:lnTo>
                    <a:pt x="1879407" y="1402512"/>
                  </a:lnTo>
                  <a:lnTo>
                    <a:pt x="1857590" y="1363113"/>
                  </a:lnTo>
                  <a:lnTo>
                    <a:pt x="1835161" y="1324106"/>
                  </a:lnTo>
                  <a:lnTo>
                    <a:pt x="1812125" y="1285497"/>
                  </a:lnTo>
                  <a:lnTo>
                    <a:pt x="1788489" y="1247293"/>
                  </a:lnTo>
                  <a:lnTo>
                    <a:pt x="1764260" y="1209500"/>
                  </a:lnTo>
                  <a:lnTo>
                    <a:pt x="1739444" y="1172125"/>
                  </a:lnTo>
                  <a:lnTo>
                    <a:pt x="1714047" y="1135174"/>
                  </a:lnTo>
                  <a:lnTo>
                    <a:pt x="1688077" y="1098654"/>
                  </a:lnTo>
                  <a:lnTo>
                    <a:pt x="1661539" y="1062572"/>
                  </a:lnTo>
                  <a:lnTo>
                    <a:pt x="1634441" y="1026933"/>
                  </a:lnTo>
                  <a:lnTo>
                    <a:pt x="1606788" y="991744"/>
                  </a:lnTo>
                  <a:lnTo>
                    <a:pt x="1578587" y="957013"/>
                  </a:lnTo>
                  <a:lnTo>
                    <a:pt x="1549845" y="922744"/>
                  </a:lnTo>
                  <a:lnTo>
                    <a:pt x="1520568" y="888946"/>
                  </a:lnTo>
                  <a:lnTo>
                    <a:pt x="1490762" y="855624"/>
                  </a:lnTo>
                  <a:lnTo>
                    <a:pt x="1460435" y="822784"/>
                  </a:lnTo>
                  <a:lnTo>
                    <a:pt x="1429592" y="790434"/>
                  </a:lnTo>
                  <a:lnTo>
                    <a:pt x="1398241" y="758580"/>
                  </a:lnTo>
                  <a:lnTo>
                    <a:pt x="1366387" y="727228"/>
                  </a:lnTo>
                  <a:lnTo>
                    <a:pt x="1334037" y="696385"/>
                  </a:lnTo>
                  <a:lnTo>
                    <a:pt x="1301198" y="666057"/>
                  </a:lnTo>
                  <a:lnTo>
                    <a:pt x="1267876" y="636251"/>
                  </a:lnTo>
                  <a:lnTo>
                    <a:pt x="1234078" y="606974"/>
                  </a:lnTo>
                  <a:lnTo>
                    <a:pt x="1199810" y="578231"/>
                  </a:lnTo>
                  <a:lnTo>
                    <a:pt x="1165079" y="550030"/>
                  </a:lnTo>
                  <a:lnTo>
                    <a:pt x="1129890" y="522376"/>
                  </a:lnTo>
                  <a:lnTo>
                    <a:pt x="1094252" y="495277"/>
                  </a:lnTo>
                  <a:lnTo>
                    <a:pt x="1058170" y="468739"/>
                  </a:lnTo>
                  <a:lnTo>
                    <a:pt x="1021650" y="442768"/>
                  </a:lnTo>
                  <a:lnTo>
                    <a:pt x="984699" y="417371"/>
                  </a:lnTo>
                  <a:lnTo>
                    <a:pt x="947324" y="392555"/>
                  </a:lnTo>
                  <a:lnTo>
                    <a:pt x="909532" y="368325"/>
                  </a:lnTo>
                  <a:lnTo>
                    <a:pt x="871328" y="344689"/>
                  </a:lnTo>
                  <a:lnTo>
                    <a:pt x="832719" y="321652"/>
                  </a:lnTo>
                  <a:lnTo>
                    <a:pt x="793712" y="299222"/>
                  </a:lnTo>
                  <a:lnTo>
                    <a:pt x="754313" y="277405"/>
                  </a:lnTo>
                  <a:lnTo>
                    <a:pt x="714528" y="256207"/>
                  </a:lnTo>
                  <a:lnTo>
                    <a:pt x="674365" y="235636"/>
                  </a:lnTo>
                  <a:lnTo>
                    <a:pt x="633830" y="215696"/>
                  </a:lnTo>
                  <a:lnTo>
                    <a:pt x="592929" y="196396"/>
                  </a:lnTo>
                  <a:lnTo>
                    <a:pt x="551668" y="177740"/>
                  </a:lnTo>
                  <a:lnTo>
                    <a:pt x="510055" y="159737"/>
                  </a:lnTo>
                  <a:lnTo>
                    <a:pt x="468095" y="142392"/>
                  </a:lnTo>
                  <a:lnTo>
                    <a:pt x="425796" y="125713"/>
                  </a:lnTo>
                  <a:lnTo>
                    <a:pt x="383163" y="109704"/>
                  </a:lnTo>
                  <a:lnTo>
                    <a:pt x="340204" y="94374"/>
                  </a:lnTo>
                  <a:lnTo>
                    <a:pt x="296924" y="79728"/>
                  </a:lnTo>
                  <a:lnTo>
                    <a:pt x="253331" y="65772"/>
                  </a:lnTo>
                  <a:lnTo>
                    <a:pt x="209430" y="52515"/>
                  </a:lnTo>
                  <a:lnTo>
                    <a:pt x="165228" y="39961"/>
                  </a:lnTo>
                  <a:lnTo>
                    <a:pt x="120732" y="28118"/>
                  </a:lnTo>
                  <a:lnTo>
                    <a:pt x="75949" y="16991"/>
                  </a:lnTo>
                  <a:lnTo>
                    <a:pt x="30884" y="65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11">
              <a:extLst>
                <a:ext uri="{FF2B5EF4-FFF2-40B4-BE49-F238E27FC236}">
                  <a16:creationId xmlns:a16="http://schemas.microsoft.com/office/drawing/2014/main" id="{683B72E7-EC9E-B4BC-D089-1F62731C1F12}"/>
                </a:ext>
              </a:extLst>
            </p:cNvPr>
            <p:cNvSpPr/>
            <p:nvPr/>
          </p:nvSpPr>
          <p:spPr>
            <a:xfrm>
              <a:off x="0" y="1226477"/>
              <a:ext cx="2216785" cy="5469255"/>
            </a:xfrm>
            <a:custGeom>
              <a:avLst/>
              <a:gdLst/>
              <a:ahLst/>
              <a:cxnLst/>
              <a:rect l="l" t="t" r="r" b="b"/>
              <a:pathLst>
                <a:path w="2216785" h="5469255">
                  <a:moveTo>
                    <a:pt x="0" y="0"/>
                  </a:moveTo>
                  <a:lnTo>
                    <a:pt x="75949" y="16991"/>
                  </a:lnTo>
                  <a:lnTo>
                    <a:pt x="120732" y="28118"/>
                  </a:lnTo>
                  <a:lnTo>
                    <a:pt x="165228" y="39961"/>
                  </a:lnTo>
                  <a:lnTo>
                    <a:pt x="209430" y="52515"/>
                  </a:lnTo>
                  <a:lnTo>
                    <a:pt x="253331" y="65772"/>
                  </a:lnTo>
                  <a:lnTo>
                    <a:pt x="296924" y="79728"/>
                  </a:lnTo>
                  <a:lnTo>
                    <a:pt x="340204" y="94374"/>
                  </a:lnTo>
                  <a:lnTo>
                    <a:pt x="383163" y="109704"/>
                  </a:lnTo>
                  <a:lnTo>
                    <a:pt x="425796" y="125713"/>
                  </a:lnTo>
                  <a:lnTo>
                    <a:pt x="468095" y="142392"/>
                  </a:lnTo>
                  <a:lnTo>
                    <a:pt x="510055" y="159737"/>
                  </a:lnTo>
                  <a:lnTo>
                    <a:pt x="551668" y="177740"/>
                  </a:lnTo>
                  <a:lnTo>
                    <a:pt x="592929" y="196396"/>
                  </a:lnTo>
                  <a:lnTo>
                    <a:pt x="633830" y="215696"/>
                  </a:lnTo>
                  <a:lnTo>
                    <a:pt x="674365" y="235636"/>
                  </a:lnTo>
                  <a:lnTo>
                    <a:pt x="714528" y="256207"/>
                  </a:lnTo>
                  <a:lnTo>
                    <a:pt x="754313" y="277405"/>
                  </a:lnTo>
                  <a:lnTo>
                    <a:pt x="793712" y="299222"/>
                  </a:lnTo>
                  <a:lnTo>
                    <a:pt x="832719" y="321652"/>
                  </a:lnTo>
                  <a:lnTo>
                    <a:pt x="871328" y="344689"/>
                  </a:lnTo>
                  <a:lnTo>
                    <a:pt x="909532" y="368325"/>
                  </a:lnTo>
                  <a:lnTo>
                    <a:pt x="947324" y="392555"/>
                  </a:lnTo>
                  <a:lnTo>
                    <a:pt x="984699" y="417371"/>
                  </a:lnTo>
                  <a:lnTo>
                    <a:pt x="1021650" y="442768"/>
                  </a:lnTo>
                  <a:lnTo>
                    <a:pt x="1058170" y="468739"/>
                  </a:lnTo>
                  <a:lnTo>
                    <a:pt x="1094252" y="495277"/>
                  </a:lnTo>
                  <a:lnTo>
                    <a:pt x="1129890" y="522376"/>
                  </a:lnTo>
                  <a:lnTo>
                    <a:pt x="1165079" y="550030"/>
                  </a:lnTo>
                  <a:lnTo>
                    <a:pt x="1199810" y="578231"/>
                  </a:lnTo>
                  <a:lnTo>
                    <a:pt x="1234078" y="606974"/>
                  </a:lnTo>
                  <a:lnTo>
                    <a:pt x="1267876" y="636251"/>
                  </a:lnTo>
                  <a:lnTo>
                    <a:pt x="1301198" y="666057"/>
                  </a:lnTo>
                  <a:lnTo>
                    <a:pt x="1334037" y="696385"/>
                  </a:lnTo>
                  <a:lnTo>
                    <a:pt x="1366387" y="727228"/>
                  </a:lnTo>
                  <a:lnTo>
                    <a:pt x="1398241" y="758580"/>
                  </a:lnTo>
                  <a:lnTo>
                    <a:pt x="1429592" y="790434"/>
                  </a:lnTo>
                  <a:lnTo>
                    <a:pt x="1460435" y="822784"/>
                  </a:lnTo>
                  <a:lnTo>
                    <a:pt x="1490762" y="855624"/>
                  </a:lnTo>
                  <a:lnTo>
                    <a:pt x="1520568" y="888946"/>
                  </a:lnTo>
                  <a:lnTo>
                    <a:pt x="1549845" y="922744"/>
                  </a:lnTo>
                  <a:lnTo>
                    <a:pt x="1578587" y="957013"/>
                  </a:lnTo>
                  <a:lnTo>
                    <a:pt x="1606788" y="991744"/>
                  </a:lnTo>
                  <a:lnTo>
                    <a:pt x="1634441" y="1026933"/>
                  </a:lnTo>
                  <a:lnTo>
                    <a:pt x="1661539" y="1062572"/>
                  </a:lnTo>
                  <a:lnTo>
                    <a:pt x="1688077" y="1098654"/>
                  </a:lnTo>
                  <a:lnTo>
                    <a:pt x="1714047" y="1135174"/>
                  </a:lnTo>
                  <a:lnTo>
                    <a:pt x="1739444" y="1172125"/>
                  </a:lnTo>
                  <a:lnTo>
                    <a:pt x="1764260" y="1209500"/>
                  </a:lnTo>
                  <a:lnTo>
                    <a:pt x="1788489" y="1247293"/>
                  </a:lnTo>
                  <a:lnTo>
                    <a:pt x="1812125" y="1285497"/>
                  </a:lnTo>
                  <a:lnTo>
                    <a:pt x="1835161" y="1324106"/>
                  </a:lnTo>
                  <a:lnTo>
                    <a:pt x="1857590" y="1363113"/>
                  </a:lnTo>
                  <a:lnTo>
                    <a:pt x="1879407" y="1402512"/>
                  </a:lnTo>
                  <a:lnTo>
                    <a:pt x="1900604" y="1442296"/>
                  </a:lnTo>
                  <a:lnTo>
                    <a:pt x="1921175" y="1482459"/>
                  </a:lnTo>
                  <a:lnTo>
                    <a:pt x="1941114" y="1522994"/>
                  </a:lnTo>
                  <a:lnTo>
                    <a:pt x="1960414" y="1563895"/>
                  </a:lnTo>
                  <a:lnTo>
                    <a:pt x="1979069" y="1605155"/>
                  </a:lnTo>
                  <a:lnTo>
                    <a:pt x="1997072" y="1646768"/>
                  </a:lnTo>
                  <a:lnTo>
                    <a:pt x="2014416" y="1688728"/>
                  </a:lnTo>
                  <a:lnTo>
                    <a:pt x="2031095" y="1731027"/>
                  </a:lnTo>
                  <a:lnTo>
                    <a:pt x="2047103" y="1773659"/>
                  </a:lnTo>
                  <a:lnTo>
                    <a:pt x="2062433" y="1816618"/>
                  </a:lnTo>
                  <a:lnTo>
                    <a:pt x="2077079" y="1859897"/>
                  </a:lnTo>
                  <a:lnTo>
                    <a:pt x="2091034" y="1903490"/>
                  </a:lnTo>
                  <a:lnTo>
                    <a:pt x="2104291" y="1947390"/>
                  </a:lnTo>
                  <a:lnTo>
                    <a:pt x="2116844" y="1991591"/>
                  </a:lnTo>
                  <a:lnTo>
                    <a:pt x="2128687" y="2036086"/>
                  </a:lnTo>
                  <a:lnTo>
                    <a:pt x="2139813" y="2080869"/>
                  </a:lnTo>
                  <a:lnTo>
                    <a:pt x="2150216" y="2125933"/>
                  </a:lnTo>
                  <a:lnTo>
                    <a:pt x="2159888" y="2171272"/>
                  </a:lnTo>
                  <a:lnTo>
                    <a:pt x="2168825" y="2216879"/>
                  </a:lnTo>
                  <a:lnTo>
                    <a:pt x="2177018" y="2262748"/>
                  </a:lnTo>
                  <a:lnTo>
                    <a:pt x="2184462" y="2308872"/>
                  </a:lnTo>
                  <a:lnTo>
                    <a:pt x="2191149" y="2355244"/>
                  </a:lnTo>
                  <a:lnTo>
                    <a:pt x="2197075" y="2401859"/>
                  </a:lnTo>
                  <a:lnTo>
                    <a:pt x="2202231" y="2448710"/>
                  </a:lnTo>
                  <a:lnTo>
                    <a:pt x="2206612" y="2495790"/>
                  </a:lnTo>
                  <a:lnTo>
                    <a:pt x="2210211" y="2543092"/>
                  </a:lnTo>
                  <a:lnTo>
                    <a:pt x="2213022" y="2590611"/>
                  </a:lnTo>
                  <a:lnTo>
                    <a:pt x="2215037" y="2638339"/>
                  </a:lnTo>
                  <a:lnTo>
                    <a:pt x="2216251" y="2686270"/>
                  </a:lnTo>
                  <a:lnTo>
                    <a:pt x="2216658" y="2734398"/>
                  </a:lnTo>
                  <a:lnTo>
                    <a:pt x="2216251" y="2782526"/>
                  </a:lnTo>
                  <a:lnTo>
                    <a:pt x="2215037" y="2830458"/>
                  </a:lnTo>
                  <a:lnTo>
                    <a:pt x="2213022" y="2878186"/>
                  </a:lnTo>
                  <a:lnTo>
                    <a:pt x="2210211" y="2925705"/>
                  </a:lnTo>
                  <a:lnTo>
                    <a:pt x="2206612" y="2973007"/>
                  </a:lnTo>
                  <a:lnTo>
                    <a:pt x="2202231" y="3020087"/>
                  </a:lnTo>
                  <a:lnTo>
                    <a:pt x="2197075" y="3066937"/>
                  </a:lnTo>
                  <a:lnTo>
                    <a:pt x="2191149" y="3113552"/>
                  </a:lnTo>
                  <a:lnTo>
                    <a:pt x="2184462" y="3159925"/>
                  </a:lnTo>
                  <a:lnTo>
                    <a:pt x="2177018" y="3206049"/>
                  </a:lnTo>
                  <a:lnTo>
                    <a:pt x="2168825" y="3251917"/>
                  </a:lnTo>
                  <a:lnTo>
                    <a:pt x="2159888" y="3297525"/>
                  </a:lnTo>
                  <a:lnTo>
                    <a:pt x="2150216" y="3342863"/>
                  </a:lnTo>
                  <a:lnTo>
                    <a:pt x="2139813" y="3387927"/>
                  </a:lnTo>
                  <a:lnTo>
                    <a:pt x="2128687" y="3432710"/>
                  </a:lnTo>
                  <a:lnTo>
                    <a:pt x="2116844" y="3477205"/>
                  </a:lnTo>
                  <a:lnTo>
                    <a:pt x="2104291" y="3521406"/>
                  </a:lnTo>
                  <a:lnTo>
                    <a:pt x="2091034" y="3565307"/>
                  </a:lnTo>
                  <a:lnTo>
                    <a:pt x="2077079" y="3608900"/>
                  </a:lnTo>
                  <a:lnTo>
                    <a:pt x="2062433" y="3652179"/>
                  </a:lnTo>
                  <a:lnTo>
                    <a:pt x="2047103" y="3695138"/>
                  </a:lnTo>
                  <a:lnTo>
                    <a:pt x="2031095" y="3737770"/>
                  </a:lnTo>
                  <a:lnTo>
                    <a:pt x="2014416" y="3780069"/>
                  </a:lnTo>
                  <a:lnTo>
                    <a:pt x="1997072" y="3822028"/>
                  </a:lnTo>
                  <a:lnTo>
                    <a:pt x="1979069" y="3863641"/>
                  </a:lnTo>
                  <a:lnTo>
                    <a:pt x="1960414" y="3904902"/>
                  </a:lnTo>
                  <a:lnTo>
                    <a:pt x="1941114" y="3945803"/>
                  </a:lnTo>
                  <a:lnTo>
                    <a:pt x="1921175" y="3986338"/>
                  </a:lnTo>
                  <a:lnTo>
                    <a:pt x="1900604" y="4026501"/>
                  </a:lnTo>
                  <a:lnTo>
                    <a:pt x="1879407" y="4066285"/>
                  </a:lnTo>
                  <a:lnTo>
                    <a:pt x="1857590" y="4105684"/>
                  </a:lnTo>
                  <a:lnTo>
                    <a:pt x="1835161" y="4144691"/>
                  </a:lnTo>
                  <a:lnTo>
                    <a:pt x="1812125" y="4183300"/>
                  </a:lnTo>
                  <a:lnTo>
                    <a:pt x="1788489" y="4221504"/>
                  </a:lnTo>
                  <a:lnTo>
                    <a:pt x="1764260" y="4259297"/>
                  </a:lnTo>
                  <a:lnTo>
                    <a:pt x="1739444" y="4296672"/>
                  </a:lnTo>
                  <a:lnTo>
                    <a:pt x="1714047" y="4333622"/>
                  </a:lnTo>
                  <a:lnTo>
                    <a:pt x="1688077" y="4370142"/>
                  </a:lnTo>
                  <a:lnTo>
                    <a:pt x="1661539" y="4406225"/>
                  </a:lnTo>
                  <a:lnTo>
                    <a:pt x="1634441" y="4441864"/>
                  </a:lnTo>
                  <a:lnTo>
                    <a:pt x="1606788" y="4477052"/>
                  </a:lnTo>
                  <a:lnTo>
                    <a:pt x="1578587" y="4511784"/>
                  </a:lnTo>
                  <a:lnTo>
                    <a:pt x="1549845" y="4546052"/>
                  </a:lnTo>
                  <a:lnTo>
                    <a:pt x="1520568" y="4579851"/>
                  </a:lnTo>
                  <a:lnTo>
                    <a:pt x="1490762" y="4613173"/>
                  </a:lnTo>
                  <a:lnTo>
                    <a:pt x="1460435" y="4646012"/>
                  </a:lnTo>
                  <a:lnTo>
                    <a:pt x="1429592" y="4678362"/>
                  </a:lnTo>
                  <a:lnTo>
                    <a:pt x="1398241" y="4710217"/>
                  </a:lnTo>
                  <a:lnTo>
                    <a:pt x="1366387" y="4741569"/>
                  </a:lnTo>
                  <a:lnTo>
                    <a:pt x="1334037" y="4772412"/>
                  </a:lnTo>
                  <a:lnTo>
                    <a:pt x="1301198" y="4802739"/>
                  </a:lnTo>
                  <a:lnTo>
                    <a:pt x="1267876" y="4832545"/>
                  </a:lnTo>
                  <a:lnTo>
                    <a:pt x="1234078" y="4861823"/>
                  </a:lnTo>
                  <a:lnTo>
                    <a:pt x="1199810" y="4890565"/>
                  </a:lnTo>
                  <a:lnTo>
                    <a:pt x="1165079" y="4918767"/>
                  </a:lnTo>
                  <a:lnTo>
                    <a:pt x="1129890" y="4946420"/>
                  </a:lnTo>
                  <a:lnTo>
                    <a:pt x="1094252" y="4973519"/>
                  </a:lnTo>
                  <a:lnTo>
                    <a:pt x="1058170" y="5000057"/>
                  </a:lnTo>
                  <a:lnTo>
                    <a:pt x="1021650" y="5026028"/>
                  </a:lnTo>
                  <a:lnTo>
                    <a:pt x="984699" y="5051425"/>
                  </a:lnTo>
                  <a:lnTo>
                    <a:pt x="947324" y="5076242"/>
                  </a:lnTo>
                  <a:lnTo>
                    <a:pt x="909532" y="5100472"/>
                  </a:lnTo>
                  <a:lnTo>
                    <a:pt x="871328" y="5124108"/>
                  </a:lnTo>
                  <a:lnTo>
                    <a:pt x="832719" y="5147144"/>
                  </a:lnTo>
                  <a:lnTo>
                    <a:pt x="793712" y="5169574"/>
                  </a:lnTo>
                  <a:lnTo>
                    <a:pt x="754313" y="5191392"/>
                  </a:lnTo>
                  <a:lnTo>
                    <a:pt x="714528" y="5212589"/>
                  </a:lnTo>
                  <a:lnTo>
                    <a:pt x="674365" y="5233161"/>
                  </a:lnTo>
                  <a:lnTo>
                    <a:pt x="633830" y="5253101"/>
                  </a:lnTo>
                  <a:lnTo>
                    <a:pt x="592929" y="5272401"/>
                  </a:lnTo>
                  <a:lnTo>
                    <a:pt x="551668" y="5291056"/>
                  </a:lnTo>
                  <a:lnTo>
                    <a:pt x="510055" y="5309059"/>
                  </a:lnTo>
                  <a:lnTo>
                    <a:pt x="468095" y="5326404"/>
                  </a:lnTo>
                  <a:lnTo>
                    <a:pt x="425796" y="5343084"/>
                  </a:lnTo>
                  <a:lnTo>
                    <a:pt x="383163" y="5359092"/>
                  </a:lnTo>
                  <a:lnTo>
                    <a:pt x="340204" y="5374423"/>
                  </a:lnTo>
                  <a:lnTo>
                    <a:pt x="296924" y="5389069"/>
                  </a:lnTo>
                  <a:lnTo>
                    <a:pt x="253331" y="5403024"/>
                  </a:lnTo>
                  <a:lnTo>
                    <a:pt x="209430" y="5416282"/>
                  </a:lnTo>
                  <a:lnTo>
                    <a:pt x="165228" y="5428836"/>
                  </a:lnTo>
                  <a:lnTo>
                    <a:pt x="120732" y="5440679"/>
                  </a:lnTo>
                  <a:lnTo>
                    <a:pt x="75949" y="5451805"/>
                  </a:lnTo>
                  <a:lnTo>
                    <a:pt x="30884" y="5462208"/>
                  </a:lnTo>
                  <a:lnTo>
                    <a:pt x="0" y="5468797"/>
                  </a:lnTo>
                </a:path>
              </a:pathLst>
            </a:custGeom>
            <a:ln w="38100">
              <a:solidFill>
                <a:srgbClr val="EA1C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12">
              <a:extLst>
                <a:ext uri="{FF2B5EF4-FFF2-40B4-BE49-F238E27FC236}">
                  <a16:creationId xmlns:a16="http://schemas.microsoft.com/office/drawing/2014/main" id="{21AE2774-A4A8-9323-61A0-5E2DEF8423B3}"/>
                </a:ext>
              </a:extLst>
            </p:cNvPr>
            <p:cNvSpPr/>
            <p:nvPr/>
          </p:nvSpPr>
          <p:spPr>
            <a:xfrm>
              <a:off x="0" y="1568098"/>
              <a:ext cx="1892300" cy="4790440"/>
            </a:xfrm>
            <a:custGeom>
              <a:avLst/>
              <a:gdLst/>
              <a:ahLst/>
              <a:cxnLst/>
              <a:rect l="l" t="t" r="r" b="b"/>
              <a:pathLst>
                <a:path w="1892300" h="4790440">
                  <a:moveTo>
                    <a:pt x="0" y="0"/>
                  </a:moveTo>
                  <a:lnTo>
                    <a:pt x="40274" y="9853"/>
                  </a:lnTo>
                  <a:lnTo>
                    <a:pt x="85087" y="21724"/>
                  </a:lnTo>
                  <a:lnTo>
                    <a:pt x="129561" y="34412"/>
                  </a:lnTo>
                  <a:lnTo>
                    <a:pt x="173689" y="47909"/>
                  </a:lnTo>
                  <a:lnTo>
                    <a:pt x="217461" y="62206"/>
                  </a:lnTo>
                  <a:lnTo>
                    <a:pt x="260868" y="77295"/>
                  </a:lnTo>
                  <a:lnTo>
                    <a:pt x="303903" y="93167"/>
                  </a:lnTo>
                  <a:lnTo>
                    <a:pt x="346556" y="109813"/>
                  </a:lnTo>
                  <a:lnTo>
                    <a:pt x="388820" y="127226"/>
                  </a:lnTo>
                  <a:lnTo>
                    <a:pt x="430685" y="145396"/>
                  </a:lnTo>
                  <a:lnTo>
                    <a:pt x="472144" y="164315"/>
                  </a:lnTo>
                  <a:lnTo>
                    <a:pt x="513187" y="183974"/>
                  </a:lnTo>
                  <a:lnTo>
                    <a:pt x="553805" y="204366"/>
                  </a:lnTo>
                  <a:lnTo>
                    <a:pt x="593991" y="225480"/>
                  </a:lnTo>
                  <a:lnTo>
                    <a:pt x="633736" y="247309"/>
                  </a:lnTo>
                  <a:lnTo>
                    <a:pt x="673032" y="269845"/>
                  </a:lnTo>
                  <a:lnTo>
                    <a:pt x="711869" y="293078"/>
                  </a:lnTo>
                  <a:lnTo>
                    <a:pt x="750239" y="317000"/>
                  </a:lnTo>
                  <a:lnTo>
                    <a:pt x="788134" y="341603"/>
                  </a:lnTo>
                  <a:lnTo>
                    <a:pt x="825545" y="366877"/>
                  </a:lnTo>
                  <a:lnTo>
                    <a:pt x="862464" y="392816"/>
                  </a:lnTo>
                  <a:lnTo>
                    <a:pt x="898881" y="419409"/>
                  </a:lnTo>
                  <a:lnTo>
                    <a:pt x="934789" y="446648"/>
                  </a:lnTo>
                  <a:lnTo>
                    <a:pt x="970179" y="474525"/>
                  </a:lnTo>
                  <a:lnTo>
                    <a:pt x="1005043" y="503031"/>
                  </a:lnTo>
                  <a:lnTo>
                    <a:pt x="1039371" y="532159"/>
                  </a:lnTo>
                  <a:lnTo>
                    <a:pt x="1073155" y="561898"/>
                  </a:lnTo>
                  <a:lnTo>
                    <a:pt x="1106387" y="592240"/>
                  </a:lnTo>
                  <a:lnTo>
                    <a:pt x="1139058" y="623178"/>
                  </a:lnTo>
                  <a:lnTo>
                    <a:pt x="1171160" y="654702"/>
                  </a:lnTo>
                  <a:lnTo>
                    <a:pt x="1202684" y="686805"/>
                  </a:lnTo>
                  <a:lnTo>
                    <a:pt x="1233621" y="719476"/>
                  </a:lnTo>
                  <a:lnTo>
                    <a:pt x="1263964" y="752709"/>
                  </a:lnTo>
                  <a:lnTo>
                    <a:pt x="1293703" y="786493"/>
                  </a:lnTo>
                  <a:lnTo>
                    <a:pt x="1322829" y="820822"/>
                  </a:lnTo>
                  <a:lnTo>
                    <a:pt x="1351335" y="855685"/>
                  </a:lnTo>
                  <a:lnTo>
                    <a:pt x="1379212" y="891075"/>
                  </a:lnTo>
                  <a:lnTo>
                    <a:pt x="1406451" y="926983"/>
                  </a:lnTo>
                  <a:lnTo>
                    <a:pt x="1433043" y="963401"/>
                  </a:lnTo>
                  <a:lnTo>
                    <a:pt x="1458981" y="1000320"/>
                  </a:lnTo>
                  <a:lnTo>
                    <a:pt x="1484255" y="1037731"/>
                  </a:lnTo>
                  <a:lnTo>
                    <a:pt x="1508858" y="1075626"/>
                  </a:lnTo>
                  <a:lnTo>
                    <a:pt x="1532779" y="1113996"/>
                  </a:lnTo>
                  <a:lnTo>
                    <a:pt x="1556012" y="1152833"/>
                  </a:lnTo>
                  <a:lnTo>
                    <a:pt x="1578547" y="1192129"/>
                  </a:lnTo>
                  <a:lnTo>
                    <a:pt x="1600376" y="1231874"/>
                  </a:lnTo>
                  <a:lnTo>
                    <a:pt x="1621490" y="1272060"/>
                  </a:lnTo>
                  <a:lnTo>
                    <a:pt x="1641881" y="1312678"/>
                  </a:lnTo>
                  <a:lnTo>
                    <a:pt x="1661540" y="1353721"/>
                  </a:lnTo>
                  <a:lnTo>
                    <a:pt x="1680458" y="1395179"/>
                  </a:lnTo>
                  <a:lnTo>
                    <a:pt x="1698628" y="1437044"/>
                  </a:lnTo>
                  <a:lnTo>
                    <a:pt x="1716040" y="1479308"/>
                  </a:lnTo>
                  <a:lnTo>
                    <a:pt x="1732686" y="1521961"/>
                  </a:lnTo>
                  <a:lnTo>
                    <a:pt x="1748558" y="1564995"/>
                  </a:lnTo>
                  <a:lnTo>
                    <a:pt x="1763646" y="1608402"/>
                  </a:lnTo>
                  <a:lnTo>
                    <a:pt x="1777943" y="1652174"/>
                  </a:lnTo>
                  <a:lnTo>
                    <a:pt x="1791439" y="1696301"/>
                  </a:lnTo>
                  <a:lnTo>
                    <a:pt x="1804127" y="1740775"/>
                  </a:lnTo>
                  <a:lnTo>
                    <a:pt x="1815997" y="1785587"/>
                  </a:lnTo>
                  <a:lnTo>
                    <a:pt x="1827042" y="1830730"/>
                  </a:lnTo>
                  <a:lnTo>
                    <a:pt x="1837252" y="1876193"/>
                  </a:lnTo>
                  <a:lnTo>
                    <a:pt x="1846619" y="1921970"/>
                  </a:lnTo>
                  <a:lnTo>
                    <a:pt x="1855135" y="1968051"/>
                  </a:lnTo>
                  <a:lnTo>
                    <a:pt x="1862790" y="2014428"/>
                  </a:lnTo>
                  <a:lnTo>
                    <a:pt x="1869577" y="2061092"/>
                  </a:lnTo>
                  <a:lnTo>
                    <a:pt x="1875487" y="2108034"/>
                  </a:lnTo>
                  <a:lnTo>
                    <a:pt x="1880511" y="2155247"/>
                  </a:lnTo>
                  <a:lnTo>
                    <a:pt x="1884640" y="2202721"/>
                  </a:lnTo>
                  <a:lnTo>
                    <a:pt x="1887867" y="2250449"/>
                  </a:lnTo>
                  <a:lnTo>
                    <a:pt x="1890183" y="2298420"/>
                  </a:lnTo>
                  <a:lnTo>
                    <a:pt x="1891578" y="2346628"/>
                  </a:lnTo>
                  <a:lnTo>
                    <a:pt x="1892045" y="2395063"/>
                  </a:lnTo>
                  <a:lnTo>
                    <a:pt x="1891578" y="2443498"/>
                  </a:lnTo>
                  <a:lnTo>
                    <a:pt x="1890183" y="2491705"/>
                  </a:lnTo>
                  <a:lnTo>
                    <a:pt x="1887867" y="2539677"/>
                  </a:lnTo>
                  <a:lnTo>
                    <a:pt x="1884640" y="2587404"/>
                  </a:lnTo>
                  <a:lnTo>
                    <a:pt x="1880511" y="2634878"/>
                  </a:lnTo>
                  <a:lnTo>
                    <a:pt x="1875487" y="2682091"/>
                  </a:lnTo>
                  <a:lnTo>
                    <a:pt x="1869577" y="2729034"/>
                  </a:lnTo>
                  <a:lnTo>
                    <a:pt x="1862790" y="2775698"/>
                  </a:lnTo>
                  <a:lnTo>
                    <a:pt x="1855135" y="2822074"/>
                  </a:lnTo>
                  <a:lnTo>
                    <a:pt x="1846619" y="2868155"/>
                  </a:lnTo>
                  <a:lnTo>
                    <a:pt x="1837252" y="2913932"/>
                  </a:lnTo>
                  <a:lnTo>
                    <a:pt x="1827042" y="2959396"/>
                  </a:lnTo>
                  <a:lnTo>
                    <a:pt x="1815997" y="3004538"/>
                  </a:lnTo>
                  <a:lnTo>
                    <a:pt x="1804127" y="3049351"/>
                  </a:lnTo>
                  <a:lnTo>
                    <a:pt x="1791439" y="3093825"/>
                  </a:lnTo>
                  <a:lnTo>
                    <a:pt x="1777943" y="3137952"/>
                  </a:lnTo>
                  <a:lnTo>
                    <a:pt x="1763646" y="3181723"/>
                  </a:lnTo>
                  <a:lnTo>
                    <a:pt x="1748558" y="3225130"/>
                  </a:lnTo>
                  <a:lnTo>
                    <a:pt x="1732686" y="3268165"/>
                  </a:lnTo>
                  <a:lnTo>
                    <a:pt x="1716040" y="3310818"/>
                  </a:lnTo>
                  <a:lnTo>
                    <a:pt x="1698628" y="3353081"/>
                  </a:lnTo>
                  <a:lnTo>
                    <a:pt x="1680458" y="3394946"/>
                  </a:lnTo>
                  <a:lnTo>
                    <a:pt x="1661540" y="3436404"/>
                  </a:lnTo>
                  <a:lnTo>
                    <a:pt x="1641881" y="3477447"/>
                  </a:lnTo>
                  <a:lnTo>
                    <a:pt x="1621490" y="3518066"/>
                  </a:lnTo>
                  <a:lnTo>
                    <a:pt x="1600376" y="3558252"/>
                  </a:lnTo>
                  <a:lnTo>
                    <a:pt x="1578547" y="3597997"/>
                  </a:lnTo>
                  <a:lnTo>
                    <a:pt x="1556012" y="3637292"/>
                  </a:lnTo>
                  <a:lnTo>
                    <a:pt x="1532779" y="3676129"/>
                  </a:lnTo>
                  <a:lnTo>
                    <a:pt x="1508858" y="3714500"/>
                  </a:lnTo>
                  <a:lnTo>
                    <a:pt x="1484255" y="3752395"/>
                  </a:lnTo>
                  <a:lnTo>
                    <a:pt x="1458981" y="3789806"/>
                  </a:lnTo>
                  <a:lnTo>
                    <a:pt x="1433043" y="3826724"/>
                  </a:lnTo>
                  <a:lnTo>
                    <a:pt x="1406451" y="3863142"/>
                  </a:lnTo>
                  <a:lnTo>
                    <a:pt x="1379212" y="3899050"/>
                  </a:lnTo>
                  <a:lnTo>
                    <a:pt x="1351335" y="3934441"/>
                  </a:lnTo>
                  <a:lnTo>
                    <a:pt x="1322829" y="3969304"/>
                  </a:lnTo>
                  <a:lnTo>
                    <a:pt x="1293703" y="4003632"/>
                  </a:lnTo>
                  <a:lnTo>
                    <a:pt x="1263964" y="4037417"/>
                  </a:lnTo>
                  <a:lnTo>
                    <a:pt x="1233621" y="4070649"/>
                  </a:lnTo>
                  <a:lnTo>
                    <a:pt x="1202684" y="4103321"/>
                  </a:lnTo>
                  <a:lnTo>
                    <a:pt x="1171160" y="4135423"/>
                  </a:lnTo>
                  <a:lnTo>
                    <a:pt x="1139058" y="4166947"/>
                  </a:lnTo>
                  <a:lnTo>
                    <a:pt x="1106387" y="4197885"/>
                  </a:lnTo>
                  <a:lnTo>
                    <a:pt x="1073155" y="4228228"/>
                  </a:lnTo>
                  <a:lnTo>
                    <a:pt x="1039371" y="4257967"/>
                  </a:lnTo>
                  <a:lnTo>
                    <a:pt x="1005043" y="4287094"/>
                  </a:lnTo>
                  <a:lnTo>
                    <a:pt x="970179" y="4315600"/>
                  </a:lnTo>
                  <a:lnTo>
                    <a:pt x="934789" y="4343478"/>
                  </a:lnTo>
                  <a:lnTo>
                    <a:pt x="898881" y="4370717"/>
                  </a:lnTo>
                  <a:lnTo>
                    <a:pt x="862464" y="4397310"/>
                  </a:lnTo>
                  <a:lnTo>
                    <a:pt x="825545" y="4423248"/>
                  </a:lnTo>
                  <a:lnTo>
                    <a:pt x="788134" y="4448523"/>
                  </a:lnTo>
                  <a:lnTo>
                    <a:pt x="750239" y="4473126"/>
                  </a:lnTo>
                  <a:lnTo>
                    <a:pt x="711869" y="4497048"/>
                  </a:lnTo>
                  <a:lnTo>
                    <a:pt x="673032" y="4520281"/>
                  </a:lnTo>
                  <a:lnTo>
                    <a:pt x="633736" y="4542816"/>
                  </a:lnTo>
                  <a:lnTo>
                    <a:pt x="593991" y="4564646"/>
                  </a:lnTo>
                  <a:lnTo>
                    <a:pt x="553805" y="4585760"/>
                  </a:lnTo>
                  <a:lnTo>
                    <a:pt x="513187" y="4606151"/>
                  </a:lnTo>
                  <a:lnTo>
                    <a:pt x="472144" y="4625811"/>
                  </a:lnTo>
                  <a:lnTo>
                    <a:pt x="430685" y="4644730"/>
                  </a:lnTo>
                  <a:lnTo>
                    <a:pt x="388820" y="4662900"/>
                  </a:lnTo>
                  <a:lnTo>
                    <a:pt x="346556" y="4680312"/>
                  </a:lnTo>
                  <a:lnTo>
                    <a:pt x="303903" y="4696959"/>
                  </a:lnTo>
                  <a:lnTo>
                    <a:pt x="260868" y="4712831"/>
                  </a:lnTo>
                  <a:lnTo>
                    <a:pt x="217461" y="4727920"/>
                  </a:lnTo>
                  <a:lnTo>
                    <a:pt x="173689" y="4742217"/>
                  </a:lnTo>
                  <a:lnTo>
                    <a:pt x="129561" y="4755714"/>
                  </a:lnTo>
                  <a:lnTo>
                    <a:pt x="85087" y="4768402"/>
                  </a:lnTo>
                  <a:lnTo>
                    <a:pt x="40274" y="4780272"/>
                  </a:lnTo>
                  <a:lnTo>
                    <a:pt x="0" y="4790126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9DA9824B-D56B-6771-CDC3-A50198841979}"/>
                </a:ext>
              </a:extLst>
            </p:cNvPr>
            <p:cNvSpPr/>
            <p:nvPr/>
          </p:nvSpPr>
          <p:spPr>
            <a:xfrm>
              <a:off x="0" y="1872086"/>
              <a:ext cx="1587500" cy="4179570"/>
            </a:xfrm>
            <a:custGeom>
              <a:avLst/>
              <a:gdLst/>
              <a:ahLst/>
              <a:cxnLst/>
              <a:rect l="l" t="t" r="r" b="b"/>
              <a:pathLst>
                <a:path w="1587500" h="4179570">
                  <a:moveTo>
                    <a:pt x="0" y="0"/>
                  </a:moveTo>
                  <a:lnTo>
                    <a:pt x="0" y="4179103"/>
                  </a:lnTo>
                  <a:lnTo>
                    <a:pt x="24240" y="4172345"/>
                  </a:lnTo>
                  <a:lnTo>
                    <a:pt x="68452" y="4158988"/>
                  </a:lnTo>
                  <a:lnTo>
                    <a:pt x="112262" y="4144721"/>
                  </a:lnTo>
                  <a:lnTo>
                    <a:pt x="155658" y="4129556"/>
                  </a:lnTo>
                  <a:lnTo>
                    <a:pt x="198628" y="4113503"/>
                  </a:lnTo>
                  <a:lnTo>
                    <a:pt x="241163" y="4096573"/>
                  </a:lnTo>
                  <a:lnTo>
                    <a:pt x="283251" y="4078778"/>
                  </a:lnTo>
                  <a:lnTo>
                    <a:pt x="324881" y="4060129"/>
                  </a:lnTo>
                  <a:lnTo>
                    <a:pt x="366042" y="4040636"/>
                  </a:lnTo>
                  <a:lnTo>
                    <a:pt x="406723" y="4020311"/>
                  </a:lnTo>
                  <a:lnTo>
                    <a:pt x="446913" y="3999164"/>
                  </a:lnTo>
                  <a:lnTo>
                    <a:pt x="486601" y="3977207"/>
                  </a:lnTo>
                  <a:lnTo>
                    <a:pt x="525775" y="3954450"/>
                  </a:lnTo>
                  <a:lnTo>
                    <a:pt x="564426" y="3930906"/>
                  </a:lnTo>
                  <a:lnTo>
                    <a:pt x="602541" y="3906583"/>
                  </a:lnTo>
                  <a:lnTo>
                    <a:pt x="640110" y="3881495"/>
                  </a:lnTo>
                  <a:lnTo>
                    <a:pt x="677122" y="3855651"/>
                  </a:lnTo>
                  <a:lnTo>
                    <a:pt x="713566" y="3829062"/>
                  </a:lnTo>
                  <a:lnTo>
                    <a:pt x="749431" y="3801741"/>
                  </a:lnTo>
                  <a:lnTo>
                    <a:pt x="784705" y="3773697"/>
                  </a:lnTo>
                  <a:lnTo>
                    <a:pt x="819378" y="3744942"/>
                  </a:lnTo>
                  <a:lnTo>
                    <a:pt x="853439" y="3715486"/>
                  </a:lnTo>
                  <a:lnTo>
                    <a:pt x="886877" y="3685342"/>
                  </a:lnTo>
                  <a:lnTo>
                    <a:pt x="919680" y="3654519"/>
                  </a:lnTo>
                  <a:lnTo>
                    <a:pt x="951838" y="3623029"/>
                  </a:lnTo>
                  <a:lnTo>
                    <a:pt x="983339" y="3590883"/>
                  </a:lnTo>
                  <a:lnTo>
                    <a:pt x="1014173" y="3558091"/>
                  </a:lnTo>
                  <a:lnTo>
                    <a:pt x="1044328" y="3524666"/>
                  </a:lnTo>
                  <a:lnTo>
                    <a:pt x="1073794" y="3490617"/>
                  </a:lnTo>
                  <a:lnTo>
                    <a:pt x="1102560" y="3455956"/>
                  </a:lnTo>
                  <a:lnTo>
                    <a:pt x="1130614" y="3420695"/>
                  </a:lnTo>
                  <a:lnTo>
                    <a:pt x="1157946" y="3384843"/>
                  </a:lnTo>
                  <a:lnTo>
                    <a:pt x="1184544" y="3348412"/>
                  </a:lnTo>
                  <a:lnTo>
                    <a:pt x="1210397" y="3311413"/>
                  </a:lnTo>
                  <a:lnTo>
                    <a:pt x="1235495" y="3273857"/>
                  </a:lnTo>
                  <a:lnTo>
                    <a:pt x="1259826" y="3235755"/>
                  </a:lnTo>
                  <a:lnTo>
                    <a:pt x="1283380" y="3197118"/>
                  </a:lnTo>
                  <a:lnTo>
                    <a:pt x="1306145" y="3157957"/>
                  </a:lnTo>
                  <a:lnTo>
                    <a:pt x="1328110" y="3118283"/>
                  </a:lnTo>
                  <a:lnTo>
                    <a:pt x="1349264" y="3078108"/>
                  </a:lnTo>
                  <a:lnTo>
                    <a:pt x="1369597" y="3037441"/>
                  </a:lnTo>
                  <a:lnTo>
                    <a:pt x="1389097" y="2996294"/>
                  </a:lnTo>
                  <a:lnTo>
                    <a:pt x="1407753" y="2954679"/>
                  </a:lnTo>
                  <a:lnTo>
                    <a:pt x="1425555" y="2912605"/>
                  </a:lnTo>
                  <a:lnTo>
                    <a:pt x="1442491" y="2870085"/>
                  </a:lnTo>
                  <a:lnTo>
                    <a:pt x="1458549" y="2827129"/>
                  </a:lnTo>
                  <a:lnTo>
                    <a:pt x="1473720" y="2783748"/>
                  </a:lnTo>
                  <a:lnTo>
                    <a:pt x="1487992" y="2739954"/>
                  </a:lnTo>
                  <a:lnTo>
                    <a:pt x="1501355" y="2695756"/>
                  </a:lnTo>
                  <a:lnTo>
                    <a:pt x="1513796" y="2651167"/>
                  </a:lnTo>
                  <a:lnTo>
                    <a:pt x="1525305" y="2606197"/>
                  </a:lnTo>
                  <a:lnTo>
                    <a:pt x="1535871" y="2560858"/>
                  </a:lnTo>
                  <a:lnTo>
                    <a:pt x="1545484" y="2515160"/>
                  </a:lnTo>
                  <a:lnTo>
                    <a:pt x="1554131" y="2469114"/>
                  </a:lnTo>
                  <a:lnTo>
                    <a:pt x="1561802" y="2422731"/>
                  </a:lnTo>
                  <a:lnTo>
                    <a:pt x="1568486" y="2376023"/>
                  </a:lnTo>
                  <a:lnTo>
                    <a:pt x="1574172" y="2329000"/>
                  </a:lnTo>
                  <a:lnTo>
                    <a:pt x="1578849" y="2281673"/>
                  </a:lnTo>
                  <a:lnTo>
                    <a:pt x="1582506" y="2234054"/>
                  </a:lnTo>
                  <a:lnTo>
                    <a:pt x="1585132" y="2186154"/>
                  </a:lnTo>
                  <a:lnTo>
                    <a:pt x="1586715" y="2137982"/>
                  </a:lnTo>
                  <a:lnTo>
                    <a:pt x="1587246" y="2089551"/>
                  </a:lnTo>
                  <a:lnTo>
                    <a:pt x="1586715" y="2041121"/>
                  </a:lnTo>
                  <a:lnTo>
                    <a:pt x="1585132" y="1992949"/>
                  </a:lnTo>
                  <a:lnTo>
                    <a:pt x="1582506" y="1945049"/>
                  </a:lnTo>
                  <a:lnTo>
                    <a:pt x="1578849" y="1897430"/>
                  </a:lnTo>
                  <a:lnTo>
                    <a:pt x="1574172" y="1850103"/>
                  </a:lnTo>
                  <a:lnTo>
                    <a:pt x="1568486" y="1803080"/>
                  </a:lnTo>
                  <a:lnTo>
                    <a:pt x="1561802" y="1756372"/>
                  </a:lnTo>
                  <a:lnTo>
                    <a:pt x="1554131" y="1709989"/>
                  </a:lnTo>
                  <a:lnTo>
                    <a:pt x="1545484" y="1663943"/>
                  </a:lnTo>
                  <a:lnTo>
                    <a:pt x="1535871" y="1618245"/>
                  </a:lnTo>
                  <a:lnTo>
                    <a:pt x="1525305" y="1572905"/>
                  </a:lnTo>
                  <a:lnTo>
                    <a:pt x="1513796" y="1527936"/>
                  </a:lnTo>
                  <a:lnTo>
                    <a:pt x="1501355" y="1483346"/>
                  </a:lnTo>
                  <a:lnTo>
                    <a:pt x="1487992" y="1439149"/>
                  </a:lnTo>
                  <a:lnTo>
                    <a:pt x="1473720" y="1395354"/>
                  </a:lnTo>
                  <a:lnTo>
                    <a:pt x="1458549" y="1351974"/>
                  </a:lnTo>
                  <a:lnTo>
                    <a:pt x="1442491" y="1309018"/>
                  </a:lnTo>
                  <a:lnTo>
                    <a:pt x="1425555" y="1266497"/>
                  </a:lnTo>
                  <a:lnTo>
                    <a:pt x="1407753" y="1224424"/>
                  </a:lnTo>
                  <a:lnTo>
                    <a:pt x="1389097" y="1182809"/>
                  </a:lnTo>
                  <a:lnTo>
                    <a:pt x="1369597" y="1141662"/>
                  </a:lnTo>
                  <a:lnTo>
                    <a:pt x="1349264" y="1100995"/>
                  </a:lnTo>
                  <a:lnTo>
                    <a:pt x="1328110" y="1060820"/>
                  </a:lnTo>
                  <a:lnTo>
                    <a:pt x="1306145" y="1021146"/>
                  </a:lnTo>
                  <a:lnTo>
                    <a:pt x="1283380" y="981985"/>
                  </a:lnTo>
                  <a:lnTo>
                    <a:pt x="1259826" y="943348"/>
                  </a:lnTo>
                  <a:lnTo>
                    <a:pt x="1235495" y="905246"/>
                  </a:lnTo>
                  <a:lnTo>
                    <a:pt x="1210397" y="867690"/>
                  </a:lnTo>
                  <a:lnTo>
                    <a:pt x="1184544" y="830691"/>
                  </a:lnTo>
                  <a:lnTo>
                    <a:pt x="1157946" y="794260"/>
                  </a:lnTo>
                  <a:lnTo>
                    <a:pt x="1130614" y="758408"/>
                  </a:lnTo>
                  <a:lnTo>
                    <a:pt x="1102560" y="723146"/>
                  </a:lnTo>
                  <a:lnTo>
                    <a:pt x="1073794" y="688486"/>
                  </a:lnTo>
                  <a:lnTo>
                    <a:pt x="1044328" y="654437"/>
                  </a:lnTo>
                  <a:lnTo>
                    <a:pt x="1014173" y="621012"/>
                  </a:lnTo>
                  <a:lnTo>
                    <a:pt x="983339" y="588220"/>
                  </a:lnTo>
                  <a:lnTo>
                    <a:pt x="951838" y="556074"/>
                  </a:lnTo>
                  <a:lnTo>
                    <a:pt x="919680" y="524584"/>
                  </a:lnTo>
                  <a:lnTo>
                    <a:pt x="886877" y="493761"/>
                  </a:lnTo>
                  <a:lnTo>
                    <a:pt x="853439" y="463617"/>
                  </a:lnTo>
                  <a:lnTo>
                    <a:pt x="819378" y="434161"/>
                  </a:lnTo>
                  <a:lnTo>
                    <a:pt x="784705" y="405406"/>
                  </a:lnTo>
                  <a:lnTo>
                    <a:pt x="749431" y="377362"/>
                  </a:lnTo>
                  <a:lnTo>
                    <a:pt x="713566" y="350041"/>
                  </a:lnTo>
                  <a:lnTo>
                    <a:pt x="677122" y="323452"/>
                  </a:lnTo>
                  <a:lnTo>
                    <a:pt x="640110" y="297608"/>
                  </a:lnTo>
                  <a:lnTo>
                    <a:pt x="602541" y="272520"/>
                  </a:lnTo>
                  <a:lnTo>
                    <a:pt x="564426" y="248197"/>
                  </a:lnTo>
                  <a:lnTo>
                    <a:pt x="525775" y="224652"/>
                  </a:lnTo>
                  <a:lnTo>
                    <a:pt x="486601" y="201896"/>
                  </a:lnTo>
                  <a:lnTo>
                    <a:pt x="446913" y="179939"/>
                  </a:lnTo>
                  <a:lnTo>
                    <a:pt x="406723" y="158792"/>
                  </a:lnTo>
                  <a:lnTo>
                    <a:pt x="366042" y="138467"/>
                  </a:lnTo>
                  <a:lnTo>
                    <a:pt x="324881" y="118974"/>
                  </a:lnTo>
                  <a:lnTo>
                    <a:pt x="283251" y="100325"/>
                  </a:lnTo>
                  <a:lnTo>
                    <a:pt x="241163" y="82530"/>
                  </a:lnTo>
                  <a:lnTo>
                    <a:pt x="198628" y="65600"/>
                  </a:lnTo>
                  <a:lnTo>
                    <a:pt x="155658" y="49547"/>
                  </a:lnTo>
                  <a:lnTo>
                    <a:pt x="112262" y="34382"/>
                  </a:lnTo>
                  <a:lnTo>
                    <a:pt x="68452" y="20115"/>
                  </a:lnTo>
                  <a:lnTo>
                    <a:pt x="24240" y="67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1849372B-A8CC-DAE6-DE5A-F6908DEA6735}"/>
                </a:ext>
              </a:extLst>
            </p:cNvPr>
            <p:cNvSpPr/>
            <p:nvPr/>
          </p:nvSpPr>
          <p:spPr>
            <a:xfrm>
              <a:off x="0" y="1872086"/>
              <a:ext cx="1587500" cy="4179570"/>
            </a:xfrm>
            <a:custGeom>
              <a:avLst/>
              <a:gdLst/>
              <a:ahLst/>
              <a:cxnLst/>
              <a:rect l="l" t="t" r="r" b="b"/>
              <a:pathLst>
                <a:path w="1587500" h="4179570">
                  <a:moveTo>
                    <a:pt x="0" y="0"/>
                  </a:moveTo>
                  <a:lnTo>
                    <a:pt x="68452" y="20115"/>
                  </a:lnTo>
                  <a:lnTo>
                    <a:pt x="112262" y="34382"/>
                  </a:lnTo>
                  <a:lnTo>
                    <a:pt x="155658" y="49547"/>
                  </a:lnTo>
                  <a:lnTo>
                    <a:pt x="198628" y="65600"/>
                  </a:lnTo>
                  <a:lnTo>
                    <a:pt x="241163" y="82530"/>
                  </a:lnTo>
                  <a:lnTo>
                    <a:pt x="283251" y="100325"/>
                  </a:lnTo>
                  <a:lnTo>
                    <a:pt x="324881" y="118974"/>
                  </a:lnTo>
                  <a:lnTo>
                    <a:pt x="366042" y="138467"/>
                  </a:lnTo>
                  <a:lnTo>
                    <a:pt x="406723" y="158792"/>
                  </a:lnTo>
                  <a:lnTo>
                    <a:pt x="446913" y="179939"/>
                  </a:lnTo>
                  <a:lnTo>
                    <a:pt x="486601" y="201896"/>
                  </a:lnTo>
                  <a:lnTo>
                    <a:pt x="525775" y="224652"/>
                  </a:lnTo>
                  <a:lnTo>
                    <a:pt x="564426" y="248197"/>
                  </a:lnTo>
                  <a:lnTo>
                    <a:pt x="602541" y="272520"/>
                  </a:lnTo>
                  <a:lnTo>
                    <a:pt x="640110" y="297608"/>
                  </a:lnTo>
                  <a:lnTo>
                    <a:pt x="677122" y="323452"/>
                  </a:lnTo>
                  <a:lnTo>
                    <a:pt x="713566" y="350041"/>
                  </a:lnTo>
                  <a:lnTo>
                    <a:pt x="749431" y="377362"/>
                  </a:lnTo>
                  <a:lnTo>
                    <a:pt x="784705" y="405406"/>
                  </a:lnTo>
                  <a:lnTo>
                    <a:pt x="819378" y="434161"/>
                  </a:lnTo>
                  <a:lnTo>
                    <a:pt x="853439" y="463617"/>
                  </a:lnTo>
                  <a:lnTo>
                    <a:pt x="886877" y="493761"/>
                  </a:lnTo>
                  <a:lnTo>
                    <a:pt x="919680" y="524584"/>
                  </a:lnTo>
                  <a:lnTo>
                    <a:pt x="951838" y="556074"/>
                  </a:lnTo>
                  <a:lnTo>
                    <a:pt x="983339" y="588220"/>
                  </a:lnTo>
                  <a:lnTo>
                    <a:pt x="1014173" y="621012"/>
                  </a:lnTo>
                  <a:lnTo>
                    <a:pt x="1044328" y="654437"/>
                  </a:lnTo>
                  <a:lnTo>
                    <a:pt x="1073794" y="688486"/>
                  </a:lnTo>
                  <a:lnTo>
                    <a:pt x="1102560" y="723146"/>
                  </a:lnTo>
                  <a:lnTo>
                    <a:pt x="1130614" y="758408"/>
                  </a:lnTo>
                  <a:lnTo>
                    <a:pt x="1157946" y="794260"/>
                  </a:lnTo>
                  <a:lnTo>
                    <a:pt x="1184544" y="830691"/>
                  </a:lnTo>
                  <a:lnTo>
                    <a:pt x="1210397" y="867690"/>
                  </a:lnTo>
                  <a:lnTo>
                    <a:pt x="1235495" y="905246"/>
                  </a:lnTo>
                  <a:lnTo>
                    <a:pt x="1259826" y="943348"/>
                  </a:lnTo>
                  <a:lnTo>
                    <a:pt x="1283380" y="981985"/>
                  </a:lnTo>
                  <a:lnTo>
                    <a:pt x="1306145" y="1021146"/>
                  </a:lnTo>
                  <a:lnTo>
                    <a:pt x="1328110" y="1060820"/>
                  </a:lnTo>
                  <a:lnTo>
                    <a:pt x="1349264" y="1100995"/>
                  </a:lnTo>
                  <a:lnTo>
                    <a:pt x="1369597" y="1141662"/>
                  </a:lnTo>
                  <a:lnTo>
                    <a:pt x="1389097" y="1182809"/>
                  </a:lnTo>
                  <a:lnTo>
                    <a:pt x="1407753" y="1224424"/>
                  </a:lnTo>
                  <a:lnTo>
                    <a:pt x="1425555" y="1266497"/>
                  </a:lnTo>
                  <a:lnTo>
                    <a:pt x="1442491" y="1309018"/>
                  </a:lnTo>
                  <a:lnTo>
                    <a:pt x="1458549" y="1351974"/>
                  </a:lnTo>
                  <a:lnTo>
                    <a:pt x="1473720" y="1395354"/>
                  </a:lnTo>
                  <a:lnTo>
                    <a:pt x="1487992" y="1439149"/>
                  </a:lnTo>
                  <a:lnTo>
                    <a:pt x="1501355" y="1483346"/>
                  </a:lnTo>
                  <a:lnTo>
                    <a:pt x="1513796" y="1527936"/>
                  </a:lnTo>
                  <a:lnTo>
                    <a:pt x="1525305" y="1572905"/>
                  </a:lnTo>
                  <a:lnTo>
                    <a:pt x="1535871" y="1618245"/>
                  </a:lnTo>
                  <a:lnTo>
                    <a:pt x="1545484" y="1663943"/>
                  </a:lnTo>
                  <a:lnTo>
                    <a:pt x="1554131" y="1709989"/>
                  </a:lnTo>
                  <a:lnTo>
                    <a:pt x="1561802" y="1756372"/>
                  </a:lnTo>
                  <a:lnTo>
                    <a:pt x="1568486" y="1803080"/>
                  </a:lnTo>
                  <a:lnTo>
                    <a:pt x="1574172" y="1850103"/>
                  </a:lnTo>
                  <a:lnTo>
                    <a:pt x="1578849" y="1897430"/>
                  </a:lnTo>
                  <a:lnTo>
                    <a:pt x="1582506" y="1945049"/>
                  </a:lnTo>
                  <a:lnTo>
                    <a:pt x="1585132" y="1992949"/>
                  </a:lnTo>
                  <a:lnTo>
                    <a:pt x="1586715" y="2041121"/>
                  </a:lnTo>
                  <a:lnTo>
                    <a:pt x="1587246" y="2089551"/>
                  </a:lnTo>
                  <a:lnTo>
                    <a:pt x="1586715" y="2137982"/>
                  </a:lnTo>
                  <a:lnTo>
                    <a:pt x="1585132" y="2186154"/>
                  </a:lnTo>
                  <a:lnTo>
                    <a:pt x="1582506" y="2234054"/>
                  </a:lnTo>
                  <a:lnTo>
                    <a:pt x="1578849" y="2281673"/>
                  </a:lnTo>
                  <a:lnTo>
                    <a:pt x="1574172" y="2329000"/>
                  </a:lnTo>
                  <a:lnTo>
                    <a:pt x="1568486" y="2376023"/>
                  </a:lnTo>
                  <a:lnTo>
                    <a:pt x="1561802" y="2422731"/>
                  </a:lnTo>
                  <a:lnTo>
                    <a:pt x="1554131" y="2469114"/>
                  </a:lnTo>
                  <a:lnTo>
                    <a:pt x="1545484" y="2515160"/>
                  </a:lnTo>
                  <a:lnTo>
                    <a:pt x="1535871" y="2560858"/>
                  </a:lnTo>
                  <a:lnTo>
                    <a:pt x="1525305" y="2606197"/>
                  </a:lnTo>
                  <a:lnTo>
                    <a:pt x="1513796" y="2651167"/>
                  </a:lnTo>
                  <a:lnTo>
                    <a:pt x="1501355" y="2695756"/>
                  </a:lnTo>
                  <a:lnTo>
                    <a:pt x="1487992" y="2739954"/>
                  </a:lnTo>
                  <a:lnTo>
                    <a:pt x="1473720" y="2783748"/>
                  </a:lnTo>
                  <a:lnTo>
                    <a:pt x="1458549" y="2827129"/>
                  </a:lnTo>
                  <a:lnTo>
                    <a:pt x="1442491" y="2870085"/>
                  </a:lnTo>
                  <a:lnTo>
                    <a:pt x="1425555" y="2912605"/>
                  </a:lnTo>
                  <a:lnTo>
                    <a:pt x="1407753" y="2954679"/>
                  </a:lnTo>
                  <a:lnTo>
                    <a:pt x="1389097" y="2996294"/>
                  </a:lnTo>
                  <a:lnTo>
                    <a:pt x="1369597" y="3037441"/>
                  </a:lnTo>
                  <a:lnTo>
                    <a:pt x="1349264" y="3078108"/>
                  </a:lnTo>
                  <a:lnTo>
                    <a:pt x="1328110" y="3118283"/>
                  </a:lnTo>
                  <a:lnTo>
                    <a:pt x="1306145" y="3157957"/>
                  </a:lnTo>
                  <a:lnTo>
                    <a:pt x="1283380" y="3197118"/>
                  </a:lnTo>
                  <a:lnTo>
                    <a:pt x="1259826" y="3235755"/>
                  </a:lnTo>
                  <a:lnTo>
                    <a:pt x="1235495" y="3273857"/>
                  </a:lnTo>
                  <a:lnTo>
                    <a:pt x="1210397" y="3311413"/>
                  </a:lnTo>
                  <a:lnTo>
                    <a:pt x="1184544" y="3348412"/>
                  </a:lnTo>
                  <a:lnTo>
                    <a:pt x="1157946" y="3384843"/>
                  </a:lnTo>
                  <a:lnTo>
                    <a:pt x="1130614" y="3420695"/>
                  </a:lnTo>
                  <a:lnTo>
                    <a:pt x="1102560" y="3455956"/>
                  </a:lnTo>
                  <a:lnTo>
                    <a:pt x="1073794" y="3490617"/>
                  </a:lnTo>
                  <a:lnTo>
                    <a:pt x="1044328" y="3524666"/>
                  </a:lnTo>
                  <a:lnTo>
                    <a:pt x="1014173" y="3558091"/>
                  </a:lnTo>
                  <a:lnTo>
                    <a:pt x="983339" y="3590883"/>
                  </a:lnTo>
                  <a:lnTo>
                    <a:pt x="951838" y="3623029"/>
                  </a:lnTo>
                  <a:lnTo>
                    <a:pt x="919680" y="3654519"/>
                  </a:lnTo>
                  <a:lnTo>
                    <a:pt x="886877" y="3685342"/>
                  </a:lnTo>
                  <a:lnTo>
                    <a:pt x="853439" y="3715486"/>
                  </a:lnTo>
                  <a:lnTo>
                    <a:pt x="819378" y="3744942"/>
                  </a:lnTo>
                  <a:lnTo>
                    <a:pt x="784705" y="3773697"/>
                  </a:lnTo>
                  <a:lnTo>
                    <a:pt x="749431" y="3801741"/>
                  </a:lnTo>
                  <a:lnTo>
                    <a:pt x="713566" y="3829062"/>
                  </a:lnTo>
                  <a:lnTo>
                    <a:pt x="677122" y="3855651"/>
                  </a:lnTo>
                  <a:lnTo>
                    <a:pt x="640110" y="3881495"/>
                  </a:lnTo>
                  <a:lnTo>
                    <a:pt x="602541" y="3906583"/>
                  </a:lnTo>
                  <a:lnTo>
                    <a:pt x="564426" y="3930906"/>
                  </a:lnTo>
                  <a:lnTo>
                    <a:pt x="525775" y="3954450"/>
                  </a:lnTo>
                  <a:lnTo>
                    <a:pt x="486601" y="3977207"/>
                  </a:lnTo>
                  <a:lnTo>
                    <a:pt x="446913" y="3999164"/>
                  </a:lnTo>
                  <a:lnTo>
                    <a:pt x="406723" y="4020311"/>
                  </a:lnTo>
                  <a:lnTo>
                    <a:pt x="366042" y="4040636"/>
                  </a:lnTo>
                  <a:lnTo>
                    <a:pt x="324881" y="4060129"/>
                  </a:lnTo>
                  <a:lnTo>
                    <a:pt x="283251" y="4078778"/>
                  </a:lnTo>
                  <a:lnTo>
                    <a:pt x="241163" y="4096573"/>
                  </a:lnTo>
                  <a:lnTo>
                    <a:pt x="198628" y="4113503"/>
                  </a:lnTo>
                  <a:lnTo>
                    <a:pt x="155658" y="4129556"/>
                  </a:lnTo>
                  <a:lnTo>
                    <a:pt x="112262" y="4144721"/>
                  </a:lnTo>
                  <a:lnTo>
                    <a:pt x="68452" y="4158988"/>
                  </a:lnTo>
                  <a:lnTo>
                    <a:pt x="24240" y="4172345"/>
                  </a:lnTo>
                  <a:lnTo>
                    <a:pt x="0" y="4179103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282DFC8D-2243-5689-7AF2-89941F56BEBE}"/>
              </a:ext>
            </a:extLst>
          </p:cNvPr>
          <p:cNvGrpSpPr/>
          <p:nvPr/>
        </p:nvGrpSpPr>
        <p:grpSpPr>
          <a:xfrm>
            <a:off x="3695393" y="1917573"/>
            <a:ext cx="7452000" cy="900000"/>
            <a:chOff x="3695393" y="1917573"/>
            <a:chExt cx="7385240" cy="900000"/>
          </a:xfrm>
        </p:grpSpPr>
        <p:grpSp>
          <p:nvGrpSpPr>
            <p:cNvPr id="9" name="object 19">
              <a:extLst>
                <a:ext uri="{FF2B5EF4-FFF2-40B4-BE49-F238E27FC236}">
                  <a16:creationId xmlns:a16="http://schemas.microsoft.com/office/drawing/2014/main" id="{5D0A69B1-70BF-9C9A-6C01-EDD09298F9B3}"/>
                </a:ext>
              </a:extLst>
            </p:cNvPr>
            <p:cNvGrpSpPr/>
            <p:nvPr/>
          </p:nvGrpSpPr>
          <p:grpSpPr>
            <a:xfrm>
              <a:off x="3695393" y="1934245"/>
              <a:ext cx="1616710" cy="601980"/>
              <a:chOff x="2518410" y="1933955"/>
              <a:chExt cx="1616710" cy="601980"/>
            </a:xfrm>
          </p:grpSpPr>
          <p:sp>
            <p:nvSpPr>
              <p:cNvPr id="10" name="object 20">
                <a:extLst>
                  <a:ext uri="{FF2B5EF4-FFF2-40B4-BE49-F238E27FC236}">
                    <a16:creationId xmlns:a16="http://schemas.microsoft.com/office/drawing/2014/main" id="{E5297C86-7CA4-33DC-50CD-336ECF9A398C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21">
                <a:extLst>
                  <a:ext uri="{FF2B5EF4-FFF2-40B4-BE49-F238E27FC236}">
                    <a16:creationId xmlns:a16="http://schemas.microsoft.com/office/drawing/2014/main" id="{6E6DD9FE-265F-B036-8364-DB06FCBB01C4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2006E035-E8E7-57EB-6353-7CBE346BD1E8}"/>
                </a:ext>
              </a:extLst>
            </p:cNvPr>
            <p:cNvSpPr txBox="1"/>
            <p:nvPr/>
          </p:nvSpPr>
          <p:spPr>
            <a:xfrm>
              <a:off x="5788633" y="1917573"/>
              <a:ext cx="5292000" cy="90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FFFFFF"/>
                  </a:solidFill>
                  <a:latin typeface="Montserrat" panose="00000500000000000000" pitchFamily="2" charset="0"/>
                </a:rPr>
                <a:t>Business overview e estrutura operacional atual</a:t>
              </a:r>
              <a:endParaRPr lang="pt-BR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74F0DAF-7C70-91C3-11D1-DA9D3333641E}"/>
              </a:ext>
            </a:extLst>
          </p:cNvPr>
          <p:cNvGrpSpPr/>
          <p:nvPr/>
        </p:nvGrpSpPr>
        <p:grpSpPr>
          <a:xfrm>
            <a:off x="3695393" y="3417019"/>
            <a:ext cx="7452000" cy="832385"/>
            <a:chOff x="3695393" y="3865681"/>
            <a:chExt cx="7385240" cy="832385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1D8CADF9-477D-81D8-4A91-1E20E1519E31}"/>
                </a:ext>
              </a:extLst>
            </p:cNvPr>
            <p:cNvSpPr txBox="1"/>
            <p:nvPr/>
          </p:nvSpPr>
          <p:spPr>
            <a:xfrm>
              <a:off x="5788633" y="3867069"/>
              <a:ext cx="5292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Premissas de crescimento e novas linhas de receita</a:t>
              </a:r>
              <a:endParaRPr lang="pt-BR" sz="2400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4" name="object 19">
              <a:extLst>
                <a:ext uri="{FF2B5EF4-FFF2-40B4-BE49-F238E27FC236}">
                  <a16:creationId xmlns:a16="http://schemas.microsoft.com/office/drawing/2014/main" id="{1EACE3AC-B0F7-068C-D8DA-90784844EBA1}"/>
                </a:ext>
              </a:extLst>
            </p:cNvPr>
            <p:cNvGrpSpPr/>
            <p:nvPr/>
          </p:nvGrpSpPr>
          <p:grpSpPr>
            <a:xfrm>
              <a:off x="3695393" y="3865681"/>
              <a:ext cx="1616710" cy="601980"/>
              <a:chOff x="2518410" y="1933955"/>
              <a:chExt cx="1616710" cy="601980"/>
            </a:xfrm>
          </p:grpSpPr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088FEE16-C560-BF1A-B70D-207C22DDE605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21">
                <a:extLst>
                  <a:ext uri="{FF2B5EF4-FFF2-40B4-BE49-F238E27FC236}">
                    <a16:creationId xmlns:a16="http://schemas.microsoft.com/office/drawing/2014/main" id="{DDE155BA-D651-4008-CFD8-2F9EB73BBF50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A8CBBD4D-C073-231C-9C77-771F51F71AB6}"/>
              </a:ext>
            </a:extLst>
          </p:cNvPr>
          <p:cNvGrpSpPr/>
          <p:nvPr/>
        </p:nvGrpSpPr>
        <p:grpSpPr>
          <a:xfrm>
            <a:off x="3695393" y="6284587"/>
            <a:ext cx="7131666" cy="830997"/>
            <a:chOff x="3695393" y="6284587"/>
            <a:chExt cx="6745805" cy="830997"/>
          </a:xfrm>
        </p:grpSpPr>
        <p:grpSp>
          <p:nvGrpSpPr>
            <p:cNvPr id="17" name="object 19">
              <a:extLst>
                <a:ext uri="{FF2B5EF4-FFF2-40B4-BE49-F238E27FC236}">
                  <a16:creationId xmlns:a16="http://schemas.microsoft.com/office/drawing/2014/main" id="{B5C5356D-3AB1-D659-D499-CE5D175551A8}"/>
                </a:ext>
              </a:extLst>
            </p:cNvPr>
            <p:cNvGrpSpPr/>
            <p:nvPr/>
          </p:nvGrpSpPr>
          <p:grpSpPr>
            <a:xfrm>
              <a:off x="3695393" y="6399096"/>
              <a:ext cx="1616710" cy="601980"/>
              <a:chOff x="2518410" y="1933955"/>
              <a:chExt cx="1616710" cy="601980"/>
            </a:xfrm>
          </p:grpSpPr>
          <p:sp>
            <p:nvSpPr>
              <p:cNvPr id="18" name="object 20">
                <a:extLst>
                  <a:ext uri="{FF2B5EF4-FFF2-40B4-BE49-F238E27FC236}">
                    <a16:creationId xmlns:a16="http://schemas.microsoft.com/office/drawing/2014/main" id="{DAC43B39-CC9C-5F85-ADD8-F194E0D25FF8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0E5A6989-4CD6-377F-1C55-75BA16CF0DB8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8EC404FE-5251-BD9C-BAF8-BBD5CCBE7A66}"/>
                </a:ext>
              </a:extLst>
            </p:cNvPr>
            <p:cNvSpPr txBox="1"/>
            <p:nvPr/>
          </p:nvSpPr>
          <p:spPr>
            <a:xfrm>
              <a:off x="5849592" y="6284587"/>
              <a:ext cx="45916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Surgimento de uma parceria rica em sinergias</a:t>
              </a:r>
              <a:endParaRPr lang="pt-BR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0DB8924-ADA8-B9BE-AED9-BF473E50EF57}"/>
              </a:ext>
            </a:extLst>
          </p:cNvPr>
          <p:cNvSpPr txBox="1"/>
          <p:nvPr/>
        </p:nvSpPr>
        <p:spPr>
          <a:xfrm>
            <a:off x="0" y="356036"/>
            <a:ext cx="6581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Montserrat" panose="00000500000000000000" pitchFamily="2" charset="0"/>
              </a:rPr>
              <a:t>Business </a:t>
            </a:r>
            <a:r>
              <a:rPr lang="pt-BR" sz="2400" b="1" err="1">
                <a:solidFill>
                  <a:srgbClr val="FFFFFF"/>
                </a:solidFill>
                <a:latin typeface="Montserrat" panose="00000500000000000000" pitchFamily="2" charset="0"/>
              </a:rPr>
              <a:t>Plan</a:t>
            </a:r>
            <a:r>
              <a:rPr lang="pt-BR" sz="2400" b="1">
                <a:solidFill>
                  <a:srgbClr val="FFFFFF"/>
                </a:solidFill>
                <a:latin typeface="Montserrat" panose="00000500000000000000" pitchFamily="2" charset="0"/>
              </a:rPr>
              <a:t> – Sumário Executivo </a:t>
            </a:r>
            <a:endParaRPr lang="pt-BR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46FD0714-D4A7-FDAC-CBDA-ADC1B934D2C3}"/>
              </a:ext>
            </a:extLst>
          </p:cNvPr>
          <p:cNvGrpSpPr/>
          <p:nvPr/>
        </p:nvGrpSpPr>
        <p:grpSpPr>
          <a:xfrm>
            <a:off x="3695393" y="4961143"/>
            <a:ext cx="7296926" cy="830997"/>
            <a:chOff x="3695393" y="5183978"/>
            <a:chExt cx="6902123" cy="830997"/>
          </a:xfrm>
        </p:grpSpPr>
        <p:grpSp>
          <p:nvGrpSpPr>
            <p:cNvPr id="22" name="object 19">
              <a:extLst>
                <a:ext uri="{FF2B5EF4-FFF2-40B4-BE49-F238E27FC236}">
                  <a16:creationId xmlns:a16="http://schemas.microsoft.com/office/drawing/2014/main" id="{DEBF24EF-60FD-65E6-7519-92676220607C}"/>
                </a:ext>
              </a:extLst>
            </p:cNvPr>
            <p:cNvGrpSpPr/>
            <p:nvPr/>
          </p:nvGrpSpPr>
          <p:grpSpPr>
            <a:xfrm>
              <a:off x="3695393" y="5191488"/>
              <a:ext cx="1616710" cy="601980"/>
              <a:chOff x="2518410" y="1933955"/>
              <a:chExt cx="1616710" cy="601980"/>
            </a:xfrm>
          </p:grpSpPr>
          <p:sp>
            <p:nvSpPr>
              <p:cNvPr id="23" name="object 20">
                <a:extLst>
                  <a:ext uri="{FF2B5EF4-FFF2-40B4-BE49-F238E27FC236}">
                    <a16:creationId xmlns:a16="http://schemas.microsoft.com/office/drawing/2014/main" id="{F68E0384-2895-ED8E-8963-AA696B3A473A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1">
                <a:extLst>
                  <a:ext uri="{FF2B5EF4-FFF2-40B4-BE49-F238E27FC236}">
                    <a16:creationId xmlns:a16="http://schemas.microsoft.com/office/drawing/2014/main" id="{35F0AE2E-E4AA-5089-11ED-A3BC2CD05529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164FA117-9634-FAAB-C634-3207DBBB4D80}"/>
                </a:ext>
              </a:extLst>
            </p:cNvPr>
            <p:cNvSpPr txBox="1"/>
            <p:nvPr/>
          </p:nvSpPr>
          <p:spPr>
            <a:xfrm>
              <a:off x="5415316" y="5183978"/>
              <a:ext cx="5182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Projeções financeiras e operacionais</a:t>
              </a:r>
              <a:endParaRPr lang="pt-BR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31" name="Retângulo 17">
            <a:extLst>
              <a:ext uri="{FF2B5EF4-FFF2-40B4-BE49-F238E27FC236}">
                <a16:creationId xmlns:a16="http://schemas.microsoft.com/office/drawing/2014/main" id="{61DD9971-66E4-D887-C75A-F721B205A622}"/>
              </a:ext>
            </a:extLst>
          </p:cNvPr>
          <p:cNvSpPr/>
          <p:nvPr/>
        </p:nvSpPr>
        <p:spPr>
          <a:xfrm>
            <a:off x="-326367" y="-5829391"/>
            <a:ext cx="15460933" cy="7491797"/>
          </a:xfrm>
          <a:prstGeom prst="rect">
            <a:avLst/>
          </a:prstGeom>
          <a:gradFill flip="none" rotWithShape="1">
            <a:gsLst>
              <a:gs pos="10000">
                <a:srgbClr val="0E2841">
                  <a:alpha val="20000"/>
                </a:srgbClr>
              </a:gs>
              <a:gs pos="100000">
                <a:srgbClr val="2E3434"/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17">
            <a:extLst>
              <a:ext uri="{FF2B5EF4-FFF2-40B4-BE49-F238E27FC236}">
                <a16:creationId xmlns:a16="http://schemas.microsoft.com/office/drawing/2014/main" id="{4ADE6924-864D-19EE-CC4B-80831F73B97B}"/>
              </a:ext>
            </a:extLst>
          </p:cNvPr>
          <p:cNvSpPr/>
          <p:nvPr/>
        </p:nvSpPr>
        <p:spPr>
          <a:xfrm rot="10800000">
            <a:off x="-326367" y="2950217"/>
            <a:ext cx="15460933" cy="7491797"/>
          </a:xfrm>
          <a:prstGeom prst="rect">
            <a:avLst/>
          </a:prstGeom>
          <a:gradFill flip="none" rotWithShape="1">
            <a:gsLst>
              <a:gs pos="10000">
                <a:srgbClr val="0E2841">
                  <a:alpha val="20000"/>
                </a:srgbClr>
              </a:gs>
              <a:gs pos="100000">
                <a:srgbClr val="2E3434"/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1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09B7BBD4-D53B-F647-8901-7DC3195FCC26}"/>
              </a:ext>
            </a:extLst>
          </p:cNvPr>
          <p:cNvSpPr txBox="1">
            <a:spLocks/>
          </p:cNvSpPr>
          <p:nvPr/>
        </p:nvSpPr>
        <p:spPr>
          <a:xfrm>
            <a:off x="829905" y="534992"/>
            <a:ext cx="10349444" cy="3108960"/>
          </a:xfr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800" b="1">
                <a:latin typeface="Montserrat" panose="00000500000000000000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3138488" algn="l"/>
              </a:tabLst>
            </a:pPr>
            <a:r>
              <a:rPr lang="pt-BR" dirty="0" err="1"/>
              <a:t>Multylog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-a-</a:t>
            </a:r>
            <a:r>
              <a:rPr lang="pt-BR" dirty="0" err="1"/>
              <a:t>glance</a:t>
            </a:r>
            <a:endParaRPr lang="pt-BR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BCFD85C0-8E27-584F-EF89-4BC17E2C1D13}"/>
              </a:ext>
            </a:extLst>
          </p:cNvPr>
          <p:cNvCxnSpPr>
            <a:cxnSpLocks/>
          </p:cNvCxnSpPr>
          <p:nvPr/>
        </p:nvCxnSpPr>
        <p:spPr>
          <a:xfrm>
            <a:off x="9827662" y="5569113"/>
            <a:ext cx="0" cy="227948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3A439AF-A0EA-2D2B-21D5-CCB9782E362F}"/>
              </a:ext>
            </a:extLst>
          </p:cNvPr>
          <p:cNvGrpSpPr/>
          <p:nvPr/>
        </p:nvGrpSpPr>
        <p:grpSpPr>
          <a:xfrm>
            <a:off x="3492978" y="6390633"/>
            <a:ext cx="6132045" cy="1056660"/>
            <a:chOff x="2324111" y="5148668"/>
            <a:chExt cx="5110037" cy="880550"/>
          </a:xfrm>
        </p:grpSpPr>
        <p:sp>
          <p:nvSpPr>
            <p:cNvPr id="5" name="TextBox 20">
              <a:extLst>
                <a:ext uri="{FF2B5EF4-FFF2-40B4-BE49-F238E27FC236}">
                  <a16:creationId xmlns:a16="http://schemas.microsoft.com/office/drawing/2014/main" id="{699AB1A2-FF72-EB4F-9826-A8486EC3BC53}"/>
                </a:ext>
              </a:extLst>
            </p:cNvPr>
            <p:cNvSpPr txBox="1"/>
            <p:nvPr/>
          </p:nvSpPr>
          <p:spPr>
            <a:xfrm>
              <a:off x="5854828" y="5159749"/>
              <a:ext cx="1579320" cy="869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360" b="1" dirty="0">
                  <a:solidFill>
                    <a:srgbClr val="D32727"/>
                  </a:solidFill>
                  <a:latin typeface="Poppins Regular" panose="00000500000000000000" pitchFamily="2" charset="0"/>
                  <a:cs typeface="Poppins Regular" panose="00000500000000000000" pitchFamily="2" charset="0"/>
                </a:rPr>
                <a:t>+ 100</a:t>
              </a:r>
              <a:endParaRPr lang="pt-BR" sz="3360" dirty="0">
                <a:solidFill>
                  <a:srgbClr val="D32727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  <a:p>
              <a:pPr algn="ctr"/>
              <a:r>
                <a:rPr lang="pt-BR" sz="14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Número de clientes ativos</a:t>
              </a:r>
              <a:endParaRPr lang="en-US" sz="144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2C72AFDF-4271-1189-9DBF-99C6D3CF3FDA}"/>
                </a:ext>
              </a:extLst>
            </p:cNvPr>
            <p:cNvGrpSpPr/>
            <p:nvPr/>
          </p:nvGrpSpPr>
          <p:grpSpPr>
            <a:xfrm>
              <a:off x="2324111" y="5148668"/>
              <a:ext cx="3461149" cy="877163"/>
              <a:chOff x="2324111" y="5148668"/>
              <a:chExt cx="3461149" cy="877163"/>
            </a:xfrm>
          </p:grpSpPr>
          <p:sp>
            <p:nvSpPr>
              <p:cNvPr id="7" name="TextBox 20">
                <a:extLst>
                  <a:ext uri="{FF2B5EF4-FFF2-40B4-BE49-F238E27FC236}">
                    <a16:creationId xmlns:a16="http://schemas.microsoft.com/office/drawing/2014/main" id="{75372542-79B8-0A4B-67FE-315453D687D7}"/>
                  </a:ext>
                </a:extLst>
              </p:cNvPr>
              <p:cNvSpPr txBox="1"/>
              <p:nvPr/>
            </p:nvSpPr>
            <p:spPr>
              <a:xfrm>
                <a:off x="2324111" y="5169610"/>
                <a:ext cx="1842091" cy="69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3360" b="1" dirty="0">
                    <a:solidFill>
                      <a:srgbClr val="D32727"/>
                    </a:solidFill>
                    <a:latin typeface="Poppins Regular" panose="00000500000000000000" pitchFamily="2" charset="0"/>
                    <a:cs typeface="Poppins Regular" panose="00000500000000000000" pitchFamily="2" charset="0"/>
                  </a:rPr>
                  <a:t>R$ 11,3M</a:t>
                </a:r>
              </a:p>
              <a:p>
                <a:pPr algn="ctr"/>
                <a:r>
                  <a:rPr lang="pt-BR" sz="144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Receita Bruta 2024</a:t>
                </a:r>
                <a:endParaRPr lang="en-US" sz="14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 Light" panose="00000400000000000000" pitchFamily="2" charset="0"/>
                  <a:cs typeface="Poppins Light" panose="00000400000000000000" pitchFamily="2" charset="0"/>
                </a:endParaRPr>
              </a:p>
            </p:txBody>
          </p:sp>
          <p:sp>
            <p:nvSpPr>
              <p:cNvPr id="8" name="TextBox 20">
                <a:extLst>
                  <a:ext uri="{FF2B5EF4-FFF2-40B4-BE49-F238E27FC236}">
                    <a16:creationId xmlns:a16="http://schemas.microsoft.com/office/drawing/2014/main" id="{32EDB851-BBF9-BB47-12D3-A39CA59343AA}"/>
                  </a:ext>
                </a:extLst>
              </p:cNvPr>
              <p:cNvSpPr txBox="1"/>
              <p:nvPr/>
            </p:nvSpPr>
            <p:spPr>
              <a:xfrm>
                <a:off x="4294398" y="5148668"/>
                <a:ext cx="1415190" cy="8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3360" b="1" dirty="0">
                    <a:solidFill>
                      <a:srgbClr val="D32727"/>
                    </a:solidFill>
                    <a:latin typeface="Poppins Regular" panose="00000500000000000000" pitchFamily="2" charset="0"/>
                    <a:cs typeface="Poppins Regular" panose="00000500000000000000" pitchFamily="2" charset="0"/>
                  </a:rPr>
                  <a:t>23%</a:t>
                </a:r>
              </a:p>
              <a:p>
                <a:pPr algn="ctr"/>
                <a:r>
                  <a:rPr lang="pt-BR" sz="144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Crescimento médio atual</a:t>
                </a:r>
                <a:endParaRPr lang="en-US" sz="144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 Light" panose="00000400000000000000" pitchFamily="2" charset="0"/>
                  <a:cs typeface="Poppins Light" panose="00000400000000000000" pitchFamily="2" charset="0"/>
                </a:endParaRPr>
              </a:p>
            </p:txBody>
          </p:sp>
          <p:sp>
            <p:nvSpPr>
              <p:cNvPr id="9" name="Isosceles Triangle 23">
                <a:extLst>
                  <a:ext uri="{FF2B5EF4-FFF2-40B4-BE49-F238E27FC236}">
                    <a16:creationId xmlns:a16="http://schemas.microsoft.com/office/drawing/2014/main" id="{416B9450-A0BE-E8EF-5B7D-BE9413F04DB5}"/>
                  </a:ext>
                </a:extLst>
              </p:cNvPr>
              <p:cNvSpPr/>
              <p:nvPr/>
            </p:nvSpPr>
            <p:spPr>
              <a:xfrm rot="5400000">
                <a:off x="5654712" y="5456914"/>
                <a:ext cx="135251" cy="125844"/>
              </a:xfrm>
              <a:prstGeom prst="triangle">
                <a:avLst/>
              </a:prstGeom>
              <a:solidFill>
                <a:srgbClr val="D32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0" name="Isosceles Triangle 23">
                <a:extLst>
                  <a:ext uri="{FF2B5EF4-FFF2-40B4-BE49-F238E27FC236}">
                    <a16:creationId xmlns:a16="http://schemas.microsoft.com/office/drawing/2014/main" id="{A4D4B0D5-5A96-57C8-FEEB-4E3E2A284D80}"/>
                  </a:ext>
                </a:extLst>
              </p:cNvPr>
              <p:cNvSpPr/>
              <p:nvPr/>
            </p:nvSpPr>
            <p:spPr>
              <a:xfrm rot="5400000">
                <a:off x="4176046" y="5433852"/>
                <a:ext cx="135251" cy="125844"/>
              </a:xfrm>
              <a:prstGeom prst="triangle">
                <a:avLst/>
              </a:prstGeom>
              <a:solidFill>
                <a:srgbClr val="D32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</p:grpSp>
      </p:grp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0AE4A0B-0A45-EB0F-CF38-2B691105051F}"/>
              </a:ext>
            </a:extLst>
          </p:cNvPr>
          <p:cNvCxnSpPr>
            <a:cxnSpLocks/>
          </p:cNvCxnSpPr>
          <p:nvPr/>
        </p:nvCxnSpPr>
        <p:spPr>
          <a:xfrm>
            <a:off x="3269935" y="5556350"/>
            <a:ext cx="0" cy="22922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6">
            <a:extLst>
              <a:ext uri="{FF2B5EF4-FFF2-40B4-BE49-F238E27FC236}">
                <a16:creationId xmlns:a16="http://schemas.microsoft.com/office/drawing/2014/main" id="{D8E2CC1E-9F2A-C688-26BA-709E874EEFFA}"/>
              </a:ext>
            </a:extLst>
          </p:cNvPr>
          <p:cNvSpPr txBox="1"/>
          <p:nvPr/>
        </p:nvSpPr>
        <p:spPr>
          <a:xfrm>
            <a:off x="872245" y="1041278"/>
            <a:ext cx="660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spc="300">
                <a:solidFill>
                  <a:schemeClr val="bg2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pt-BR" sz="1800" b="1" dirty="0">
                <a:solidFill>
                  <a:schemeClr val="tx1"/>
                </a:solidFill>
              </a:rPr>
              <a:t>Visão Geral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F3BAF458-743B-EA06-E932-06A7110EDF8F}"/>
              </a:ext>
            </a:extLst>
          </p:cNvPr>
          <p:cNvSpPr txBox="1"/>
          <p:nvPr/>
        </p:nvSpPr>
        <p:spPr>
          <a:xfrm>
            <a:off x="7416977" y="1550419"/>
            <a:ext cx="6609229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spc="300">
                <a:solidFill>
                  <a:schemeClr val="bg2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pt-BR" sz="1680">
                <a:solidFill>
                  <a:schemeClr val="tx1"/>
                </a:solidFill>
              </a:rPr>
              <a:t>Perfil das máquinas</a:t>
            </a:r>
          </a:p>
        </p:txBody>
      </p:sp>
      <p:cxnSp>
        <p:nvCxnSpPr>
          <p:cNvPr id="18" name="Straight Connector 8">
            <a:extLst>
              <a:ext uri="{FF2B5EF4-FFF2-40B4-BE49-F238E27FC236}">
                <a16:creationId xmlns:a16="http://schemas.microsoft.com/office/drawing/2014/main" id="{1AFDC85F-C741-8335-472E-659DEF398CC4}"/>
              </a:ext>
            </a:extLst>
          </p:cNvPr>
          <p:cNvCxnSpPr>
            <a:cxnSpLocks/>
          </p:cNvCxnSpPr>
          <p:nvPr/>
        </p:nvCxnSpPr>
        <p:spPr>
          <a:xfrm>
            <a:off x="719667" y="5535697"/>
            <a:ext cx="13211582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4" name="Picture 2" descr="Multylog - logo">
            <a:extLst>
              <a:ext uri="{FF2B5EF4-FFF2-40B4-BE49-F238E27FC236}">
                <a16:creationId xmlns:a16="http://schemas.microsoft.com/office/drawing/2014/main" id="{ADBE7DD7-72AE-F4E6-E1D9-F30D9908A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5" y="6572190"/>
            <a:ext cx="2042321" cy="40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626BF07-2BBF-AAB0-4060-FBF5A7935FA7}"/>
              </a:ext>
            </a:extLst>
          </p:cNvPr>
          <p:cNvGrpSpPr/>
          <p:nvPr/>
        </p:nvGrpSpPr>
        <p:grpSpPr>
          <a:xfrm>
            <a:off x="10142938" y="5867409"/>
            <a:ext cx="5144381" cy="1887119"/>
            <a:chOff x="10435315" y="5854634"/>
            <a:chExt cx="4899261" cy="2017311"/>
          </a:xfrm>
        </p:grpSpPr>
        <p:grpSp>
          <p:nvGrpSpPr>
            <p:cNvPr id="242" name="Group 99">
              <a:extLst>
                <a:ext uri="{FF2B5EF4-FFF2-40B4-BE49-F238E27FC236}">
                  <a16:creationId xmlns:a16="http://schemas.microsoft.com/office/drawing/2014/main" id="{715065D5-2043-7ECE-4045-4E7CF07D52C4}"/>
                </a:ext>
              </a:extLst>
            </p:cNvPr>
            <p:cNvGrpSpPr/>
            <p:nvPr/>
          </p:nvGrpSpPr>
          <p:grpSpPr>
            <a:xfrm>
              <a:off x="10435315" y="5854634"/>
              <a:ext cx="2635477" cy="1953257"/>
              <a:chOff x="2504327" y="992262"/>
              <a:chExt cx="3755703" cy="2980688"/>
            </a:xfrm>
          </p:grpSpPr>
          <p:grpSp>
            <p:nvGrpSpPr>
              <p:cNvPr id="254" name="Agrupar 253">
                <a:extLst>
                  <a:ext uri="{FF2B5EF4-FFF2-40B4-BE49-F238E27FC236}">
                    <a16:creationId xmlns:a16="http://schemas.microsoft.com/office/drawing/2014/main" id="{856B9897-89B3-8DEB-A102-656A470A586C}"/>
                  </a:ext>
                </a:extLst>
              </p:cNvPr>
              <p:cNvGrpSpPr/>
              <p:nvPr/>
            </p:nvGrpSpPr>
            <p:grpSpPr>
              <a:xfrm>
                <a:off x="2504327" y="1209260"/>
                <a:ext cx="2688502" cy="2763690"/>
                <a:chOff x="5554273" y="1294251"/>
                <a:chExt cx="3048554" cy="3133804"/>
              </a:xfrm>
            </p:grpSpPr>
            <p:sp>
              <p:nvSpPr>
                <p:cNvPr id="256" name="Google Shape;1564;p19">
                  <a:extLst>
                    <a:ext uri="{FF2B5EF4-FFF2-40B4-BE49-F238E27FC236}">
                      <a16:creationId xmlns:a16="http://schemas.microsoft.com/office/drawing/2014/main" id="{45490B6C-2392-ADCD-26E6-407024D4E4D4}"/>
                    </a:ext>
                  </a:extLst>
                </p:cNvPr>
                <p:cNvSpPr/>
                <p:nvPr/>
              </p:nvSpPr>
              <p:spPr>
                <a:xfrm>
                  <a:off x="7164661" y="2707425"/>
                  <a:ext cx="576163" cy="580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9" h="5323" extrusionOk="0">
                      <a:moveTo>
                        <a:pt x="3864" y="2293"/>
                      </a:moveTo>
                      <a:cubicBezTo>
                        <a:pt x="3890" y="2293"/>
                        <a:pt x="3910" y="2293"/>
                        <a:pt x="3917" y="2296"/>
                      </a:cubicBezTo>
                      <a:cubicBezTo>
                        <a:pt x="3937" y="2302"/>
                        <a:pt x="4002" y="2322"/>
                        <a:pt x="4022" y="2322"/>
                      </a:cubicBezTo>
                      <a:cubicBezTo>
                        <a:pt x="4035" y="2322"/>
                        <a:pt x="4147" y="2328"/>
                        <a:pt x="4147" y="2328"/>
                      </a:cubicBezTo>
                      <a:lnTo>
                        <a:pt x="4226" y="2414"/>
                      </a:lnTo>
                      <a:lnTo>
                        <a:pt x="4226" y="2506"/>
                      </a:lnTo>
                      <a:cubicBezTo>
                        <a:pt x="4226" y="2526"/>
                        <a:pt x="4206" y="2526"/>
                        <a:pt x="4187" y="2546"/>
                      </a:cubicBezTo>
                      <a:cubicBezTo>
                        <a:pt x="4167" y="2565"/>
                        <a:pt x="4167" y="2644"/>
                        <a:pt x="4167" y="2664"/>
                      </a:cubicBezTo>
                      <a:cubicBezTo>
                        <a:pt x="4167" y="2684"/>
                        <a:pt x="4206" y="2710"/>
                        <a:pt x="4160" y="2723"/>
                      </a:cubicBezTo>
                      <a:cubicBezTo>
                        <a:pt x="4114" y="2736"/>
                        <a:pt x="4035" y="2743"/>
                        <a:pt x="3996" y="2750"/>
                      </a:cubicBezTo>
                      <a:cubicBezTo>
                        <a:pt x="3950" y="2750"/>
                        <a:pt x="3871" y="2743"/>
                        <a:pt x="3752" y="2730"/>
                      </a:cubicBezTo>
                      <a:cubicBezTo>
                        <a:pt x="3634" y="2710"/>
                        <a:pt x="3542" y="2710"/>
                        <a:pt x="3515" y="2704"/>
                      </a:cubicBezTo>
                      <a:cubicBezTo>
                        <a:pt x="3489" y="2697"/>
                        <a:pt x="3450" y="2638"/>
                        <a:pt x="3489" y="2598"/>
                      </a:cubicBezTo>
                      <a:cubicBezTo>
                        <a:pt x="3522" y="2559"/>
                        <a:pt x="3535" y="2552"/>
                        <a:pt x="3548" y="2539"/>
                      </a:cubicBezTo>
                      <a:cubicBezTo>
                        <a:pt x="3561" y="2526"/>
                        <a:pt x="3601" y="2506"/>
                        <a:pt x="3601" y="2500"/>
                      </a:cubicBezTo>
                      <a:cubicBezTo>
                        <a:pt x="3601" y="2486"/>
                        <a:pt x="3581" y="2427"/>
                        <a:pt x="3607" y="2388"/>
                      </a:cubicBezTo>
                      <a:cubicBezTo>
                        <a:pt x="3634" y="2348"/>
                        <a:pt x="3673" y="2296"/>
                        <a:pt x="3713" y="2296"/>
                      </a:cubicBezTo>
                      <a:cubicBezTo>
                        <a:pt x="3739" y="2296"/>
                        <a:pt x="3812" y="2293"/>
                        <a:pt x="3864" y="2293"/>
                      </a:cubicBezTo>
                      <a:close/>
                      <a:moveTo>
                        <a:pt x="2156" y="1"/>
                      </a:moveTo>
                      <a:cubicBezTo>
                        <a:pt x="2141" y="1"/>
                        <a:pt x="2096" y="86"/>
                        <a:pt x="2061" y="150"/>
                      </a:cubicBezTo>
                      <a:cubicBezTo>
                        <a:pt x="2015" y="222"/>
                        <a:pt x="1975" y="374"/>
                        <a:pt x="1975" y="374"/>
                      </a:cubicBezTo>
                      <a:lnTo>
                        <a:pt x="1903" y="532"/>
                      </a:lnTo>
                      <a:cubicBezTo>
                        <a:pt x="1903" y="532"/>
                        <a:pt x="1863" y="683"/>
                        <a:pt x="1863" y="716"/>
                      </a:cubicBezTo>
                      <a:cubicBezTo>
                        <a:pt x="1863" y="756"/>
                        <a:pt x="1850" y="788"/>
                        <a:pt x="1804" y="867"/>
                      </a:cubicBezTo>
                      <a:cubicBezTo>
                        <a:pt x="1752" y="953"/>
                        <a:pt x="1699" y="900"/>
                        <a:pt x="1699" y="1071"/>
                      </a:cubicBezTo>
                      <a:cubicBezTo>
                        <a:pt x="1699" y="1243"/>
                        <a:pt x="1732" y="1269"/>
                        <a:pt x="1699" y="1348"/>
                      </a:cubicBezTo>
                      <a:cubicBezTo>
                        <a:pt x="1659" y="1427"/>
                        <a:pt x="1580" y="1447"/>
                        <a:pt x="1561" y="1578"/>
                      </a:cubicBezTo>
                      <a:cubicBezTo>
                        <a:pt x="1534" y="1703"/>
                        <a:pt x="1561" y="1782"/>
                        <a:pt x="1541" y="1848"/>
                      </a:cubicBezTo>
                      <a:cubicBezTo>
                        <a:pt x="1521" y="1914"/>
                        <a:pt x="1284" y="1953"/>
                        <a:pt x="1218" y="2059"/>
                      </a:cubicBezTo>
                      <a:cubicBezTo>
                        <a:pt x="1146" y="2164"/>
                        <a:pt x="1139" y="2276"/>
                        <a:pt x="1074" y="2394"/>
                      </a:cubicBezTo>
                      <a:cubicBezTo>
                        <a:pt x="1014" y="2519"/>
                        <a:pt x="975" y="2598"/>
                        <a:pt x="903" y="2625"/>
                      </a:cubicBezTo>
                      <a:cubicBezTo>
                        <a:pt x="830" y="2658"/>
                        <a:pt x="718" y="2644"/>
                        <a:pt x="646" y="2690"/>
                      </a:cubicBezTo>
                      <a:cubicBezTo>
                        <a:pt x="580" y="2730"/>
                        <a:pt x="573" y="2815"/>
                        <a:pt x="475" y="2862"/>
                      </a:cubicBezTo>
                      <a:cubicBezTo>
                        <a:pt x="383" y="2901"/>
                        <a:pt x="330" y="2894"/>
                        <a:pt x="330" y="2954"/>
                      </a:cubicBezTo>
                      <a:cubicBezTo>
                        <a:pt x="330" y="3019"/>
                        <a:pt x="363" y="3026"/>
                        <a:pt x="363" y="3092"/>
                      </a:cubicBezTo>
                      <a:cubicBezTo>
                        <a:pt x="363" y="3158"/>
                        <a:pt x="383" y="3230"/>
                        <a:pt x="258" y="3322"/>
                      </a:cubicBezTo>
                      <a:cubicBezTo>
                        <a:pt x="251" y="3329"/>
                        <a:pt x="244" y="3335"/>
                        <a:pt x="238" y="3342"/>
                      </a:cubicBezTo>
                      <a:cubicBezTo>
                        <a:pt x="225" y="3349"/>
                        <a:pt x="218" y="3355"/>
                        <a:pt x="211" y="3362"/>
                      </a:cubicBezTo>
                      <a:cubicBezTo>
                        <a:pt x="205" y="3375"/>
                        <a:pt x="198" y="3381"/>
                        <a:pt x="192" y="3395"/>
                      </a:cubicBezTo>
                      <a:cubicBezTo>
                        <a:pt x="179" y="3401"/>
                        <a:pt x="172" y="3414"/>
                        <a:pt x="165" y="3421"/>
                      </a:cubicBezTo>
                      <a:cubicBezTo>
                        <a:pt x="165" y="3428"/>
                        <a:pt x="159" y="3434"/>
                        <a:pt x="159" y="3441"/>
                      </a:cubicBezTo>
                      <a:cubicBezTo>
                        <a:pt x="152" y="3441"/>
                        <a:pt x="152" y="3447"/>
                        <a:pt x="146" y="3454"/>
                      </a:cubicBezTo>
                      <a:cubicBezTo>
                        <a:pt x="139" y="3467"/>
                        <a:pt x="133" y="3474"/>
                        <a:pt x="126" y="3487"/>
                      </a:cubicBezTo>
                      <a:cubicBezTo>
                        <a:pt x="119" y="3500"/>
                        <a:pt x="113" y="3507"/>
                        <a:pt x="106" y="3520"/>
                      </a:cubicBezTo>
                      <a:cubicBezTo>
                        <a:pt x="100" y="3533"/>
                        <a:pt x="93" y="3539"/>
                        <a:pt x="86" y="3553"/>
                      </a:cubicBezTo>
                      <a:cubicBezTo>
                        <a:pt x="86" y="3553"/>
                        <a:pt x="86" y="3559"/>
                        <a:pt x="86" y="3559"/>
                      </a:cubicBezTo>
                      <a:cubicBezTo>
                        <a:pt x="80" y="3566"/>
                        <a:pt x="80" y="3572"/>
                        <a:pt x="73" y="3585"/>
                      </a:cubicBezTo>
                      <a:cubicBezTo>
                        <a:pt x="67" y="3599"/>
                        <a:pt x="60" y="3618"/>
                        <a:pt x="54" y="3632"/>
                      </a:cubicBezTo>
                      <a:cubicBezTo>
                        <a:pt x="47" y="3638"/>
                        <a:pt x="47" y="3645"/>
                        <a:pt x="47" y="3645"/>
                      </a:cubicBezTo>
                      <a:cubicBezTo>
                        <a:pt x="40" y="3658"/>
                        <a:pt x="40" y="3664"/>
                        <a:pt x="34" y="3678"/>
                      </a:cubicBezTo>
                      <a:cubicBezTo>
                        <a:pt x="34" y="3684"/>
                        <a:pt x="34" y="3691"/>
                        <a:pt x="34" y="3697"/>
                      </a:cubicBezTo>
                      <a:cubicBezTo>
                        <a:pt x="27" y="3704"/>
                        <a:pt x="27" y="3704"/>
                        <a:pt x="27" y="3711"/>
                      </a:cubicBezTo>
                      <a:cubicBezTo>
                        <a:pt x="27" y="3717"/>
                        <a:pt x="21" y="3724"/>
                        <a:pt x="21" y="3724"/>
                      </a:cubicBezTo>
                      <a:cubicBezTo>
                        <a:pt x="21" y="3730"/>
                        <a:pt x="21" y="3730"/>
                        <a:pt x="21" y="3730"/>
                      </a:cubicBezTo>
                      <a:cubicBezTo>
                        <a:pt x="21" y="3737"/>
                        <a:pt x="21" y="3737"/>
                        <a:pt x="21" y="3743"/>
                      </a:cubicBezTo>
                      <a:cubicBezTo>
                        <a:pt x="21" y="3743"/>
                        <a:pt x="21" y="3750"/>
                        <a:pt x="21" y="3750"/>
                      </a:cubicBezTo>
                      <a:cubicBezTo>
                        <a:pt x="21" y="3829"/>
                        <a:pt x="21" y="3901"/>
                        <a:pt x="27" y="3954"/>
                      </a:cubicBezTo>
                      <a:cubicBezTo>
                        <a:pt x="34" y="4013"/>
                        <a:pt x="93" y="4092"/>
                        <a:pt x="93" y="4132"/>
                      </a:cubicBezTo>
                      <a:cubicBezTo>
                        <a:pt x="93" y="4178"/>
                        <a:pt x="133" y="4230"/>
                        <a:pt x="67" y="4230"/>
                      </a:cubicBezTo>
                      <a:cubicBezTo>
                        <a:pt x="67" y="4230"/>
                        <a:pt x="1" y="4290"/>
                        <a:pt x="67" y="4342"/>
                      </a:cubicBezTo>
                      <a:cubicBezTo>
                        <a:pt x="133" y="4395"/>
                        <a:pt x="304" y="4408"/>
                        <a:pt x="304" y="4408"/>
                      </a:cubicBezTo>
                      <a:cubicBezTo>
                        <a:pt x="304" y="4408"/>
                        <a:pt x="277" y="4533"/>
                        <a:pt x="251" y="4546"/>
                      </a:cubicBezTo>
                      <a:cubicBezTo>
                        <a:pt x="225" y="4566"/>
                        <a:pt x="165" y="4612"/>
                        <a:pt x="218" y="4639"/>
                      </a:cubicBezTo>
                      <a:cubicBezTo>
                        <a:pt x="254" y="4664"/>
                        <a:pt x="258" y="4702"/>
                        <a:pt x="298" y="4702"/>
                      </a:cubicBezTo>
                      <a:cubicBezTo>
                        <a:pt x="310" y="4702"/>
                        <a:pt x="324" y="4698"/>
                        <a:pt x="343" y="4691"/>
                      </a:cubicBezTo>
                      <a:cubicBezTo>
                        <a:pt x="411" y="4660"/>
                        <a:pt x="367" y="4641"/>
                        <a:pt x="408" y="4641"/>
                      </a:cubicBezTo>
                      <a:cubicBezTo>
                        <a:pt x="419" y="4641"/>
                        <a:pt x="435" y="4642"/>
                        <a:pt x="462" y="4645"/>
                      </a:cubicBezTo>
                      <a:cubicBezTo>
                        <a:pt x="580" y="4658"/>
                        <a:pt x="600" y="4639"/>
                        <a:pt x="639" y="4704"/>
                      </a:cubicBezTo>
                      <a:cubicBezTo>
                        <a:pt x="685" y="4764"/>
                        <a:pt x="777" y="4810"/>
                        <a:pt x="863" y="4875"/>
                      </a:cubicBezTo>
                      <a:cubicBezTo>
                        <a:pt x="949" y="4948"/>
                        <a:pt x="1146" y="4961"/>
                        <a:pt x="1192" y="4968"/>
                      </a:cubicBezTo>
                      <a:cubicBezTo>
                        <a:pt x="1232" y="4974"/>
                        <a:pt x="1363" y="5027"/>
                        <a:pt x="1383" y="5053"/>
                      </a:cubicBezTo>
                      <a:cubicBezTo>
                        <a:pt x="1396" y="5086"/>
                        <a:pt x="1409" y="5112"/>
                        <a:pt x="1482" y="5145"/>
                      </a:cubicBezTo>
                      <a:cubicBezTo>
                        <a:pt x="1554" y="5185"/>
                        <a:pt x="1580" y="5264"/>
                        <a:pt x="1633" y="5323"/>
                      </a:cubicBezTo>
                      <a:cubicBezTo>
                        <a:pt x="1646" y="5310"/>
                        <a:pt x="1659" y="5297"/>
                        <a:pt x="1666" y="5283"/>
                      </a:cubicBezTo>
                      <a:cubicBezTo>
                        <a:pt x="1679" y="5237"/>
                        <a:pt x="1666" y="5191"/>
                        <a:pt x="1679" y="5145"/>
                      </a:cubicBezTo>
                      <a:cubicBezTo>
                        <a:pt x="1699" y="5079"/>
                        <a:pt x="1817" y="5053"/>
                        <a:pt x="1857" y="5014"/>
                      </a:cubicBezTo>
                      <a:cubicBezTo>
                        <a:pt x="1863" y="5014"/>
                        <a:pt x="1863" y="5007"/>
                        <a:pt x="1870" y="5007"/>
                      </a:cubicBezTo>
                      <a:cubicBezTo>
                        <a:pt x="1870" y="5000"/>
                        <a:pt x="1877" y="5000"/>
                        <a:pt x="1877" y="5000"/>
                      </a:cubicBezTo>
                      <a:cubicBezTo>
                        <a:pt x="1877" y="4994"/>
                        <a:pt x="1877" y="4994"/>
                        <a:pt x="1883" y="4987"/>
                      </a:cubicBezTo>
                      <a:cubicBezTo>
                        <a:pt x="1883" y="4987"/>
                        <a:pt x="1883" y="4981"/>
                        <a:pt x="1890" y="4981"/>
                      </a:cubicBezTo>
                      <a:cubicBezTo>
                        <a:pt x="1890" y="4974"/>
                        <a:pt x="1896" y="4961"/>
                        <a:pt x="1896" y="4954"/>
                      </a:cubicBezTo>
                      <a:cubicBezTo>
                        <a:pt x="1903" y="4954"/>
                        <a:pt x="1903" y="4948"/>
                        <a:pt x="1903" y="4941"/>
                      </a:cubicBezTo>
                      <a:cubicBezTo>
                        <a:pt x="1909" y="4922"/>
                        <a:pt x="1916" y="4902"/>
                        <a:pt x="1923" y="4875"/>
                      </a:cubicBezTo>
                      <a:cubicBezTo>
                        <a:pt x="1936" y="4829"/>
                        <a:pt x="1988" y="4737"/>
                        <a:pt x="2021" y="4704"/>
                      </a:cubicBezTo>
                      <a:cubicBezTo>
                        <a:pt x="2061" y="4671"/>
                        <a:pt x="2179" y="4671"/>
                        <a:pt x="2252" y="4652"/>
                      </a:cubicBezTo>
                      <a:cubicBezTo>
                        <a:pt x="2324" y="4632"/>
                        <a:pt x="2449" y="4599"/>
                        <a:pt x="2469" y="4599"/>
                      </a:cubicBezTo>
                      <a:cubicBezTo>
                        <a:pt x="2489" y="4599"/>
                        <a:pt x="2587" y="4553"/>
                        <a:pt x="2614" y="4553"/>
                      </a:cubicBezTo>
                      <a:cubicBezTo>
                        <a:pt x="2640" y="4553"/>
                        <a:pt x="2706" y="4599"/>
                        <a:pt x="2778" y="4599"/>
                      </a:cubicBezTo>
                      <a:cubicBezTo>
                        <a:pt x="2851" y="4599"/>
                        <a:pt x="2851" y="4592"/>
                        <a:pt x="2870" y="4573"/>
                      </a:cubicBezTo>
                      <a:cubicBezTo>
                        <a:pt x="2890" y="4546"/>
                        <a:pt x="2962" y="4507"/>
                        <a:pt x="3002" y="4487"/>
                      </a:cubicBezTo>
                      <a:cubicBezTo>
                        <a:pt x="3048" y="4461"/>
                        <a:pt x="3068" y="4454"/>
                        <a:pt x="3120" y="4448"/>
                      </a:cubicBezTo>
                      <a:cubicBezTo>
                        <a:pt x="3147" y="4444"/>
                        <a:pt x="3185" y="4443"/>
                        <a:pt x="3218" y="4443"/>
                      </a:cubicBezTo>
                      <a:cubicBezTo>
                        <a:pt x="3252" y="4443"/>
                        <a:pt x="3282" y="4444"/>
                        <a:pt x="3292" y="4448"/>
                      </a:cubicBezTo>
                      <a:cubicBezTo>
                        <a:pt x="3301" y="4450"/>
                        <a:pt x="3315" y="4452"/>
                        <a:pt x="3332" y="4452"/>
                      </a:cubicBezTo>
                      <a:cubicBezTo>
                        <a:pt x="3360" y="4452"/>
                        <a:pt x="3396" y="4447"/>
                        <a:pt x="3430" y="4434"/>
                      </a:cubicBezTo>
                      <a:cubicBezTo>
                        <a:pt x="3446" y="4426"/>
                        <a:pt x="3463" y="4423"/>
                        <a:pt x="3480" y="4423"/>
                      </a:cubicBezTo>
                      <a:cubicBezTo>
                        <a:pt x="3517" y="4423"/>
                        <a:pt x="3552" y="4439"/>
                        <a:pt x="3575" y="4448"/>
                      </a:cubicBezTo>
                      <a:cubicBezTo>
                        <a:pt x="3607" y="4461"/>
                        <a:pt x="3700" y="4494"/>
                        <a:pt x="3746" y="4520"/>
                      </a:cubicBezTo>
                      <a:cubicBezTo>
                        <a:pt x="3751" y="4523"/>
                        <a:pt x="3757" y="4525"/>
                        <a:pt x="3764" y="4525"/>
                      </a:cubicBezTo>
                      <a:cubicBezTo>
                        <a:pt x="3816" y="4525"/>
                        <a:pt x="3920" y="4453"/>
                        <a:pt x="3943" y="4448"/>
                      </a:cubicBezTo>
                      <a:cubicBezTo>
                        <a:pt x="3969" y="4434"/>
                        <a:pt x="4055" y="4375"/>
                        <a:pt x="4108" y="4336"/>
                      </a:cubicBezTo>
                      <a:cubicBezTo>
                        <a:pt x="4167" y="4296"/>
                        <a:pt x="4193" y="4270"/>
                        <a:pt x="4220" y="4237"/>
                      </a:cubicBezTo>
                      <a:cubicBezTo>
                        <a:pt x="4246" y="4198"/>
                        <a:pt x="4206" y="4165"/>
                        <a:pt x="4206" y="4138"/>
                      </a:cubicBezTo>
                      <a:cubicBezTo>
                        <a:pt x="4200" y="4119"/>
                        <a:pt x="4173" y="4046"/>
                        <a:pt x="4173" y="4013"/>
                      </a:cubicBezTo>
                      <a:cubicBezTo>
                        <a:pt x="4167" y="3980"/>
                        <a:pt x="4206" y="3941"/>
                        <a:pt x="4213" y="3921"/>
                      </a:cubicBezTo>
                      <a:cubicBezTo>
                        <a:pt x="4226" y="3908"/>
                        <a:pt x="4213" y="3836"/>
                        <a:pt x="4187" y="3822"/>
                      </a:cubicBezTo>
                      <a:cubicBezTo>
                        <a:pt x="4167" y="3809"/>
                        <a:pt x="4127" y="3816"/>
                        <a:pt x="4081" y="3776"/>
                      </a:cubicBezTo>
                      <a:cubicBezTo>
                        <a:pt x="4042" y="3737"/>
                        <a:pt x="4094" y="3691"/>
                        <a:pt x="4121" y="3645"/>
                      </a:cubicBezTo>
                      <a:cubicBezTo>
                        <a:pt x="4141" y="3599"/>
                        <a:pt x="4220" y="3539"/>
                        <a:pt x="4246" y="3507"/>
                      </a:cubicBezTo>
                      <a:cubicBezTo>
                        <a:pt x="4272" y="3474"/>
                        <a:pt x="4325" y="3454"/>
                        <a:pt x="4358" y="3434"/>
                      </a:cubicBezTo>
                      <a:cubicBezTo>
                        <a:pt x="4384" y="3414"/>
                        <a:pt x="4345" y="3342"/>
                        <a:pt x="4318" y="3289"/>
                      </a:cubicBezTo>
                      <a:cubicBezTo>
                        <a:pt x="4292" y="3237"/>
                        <a:pt x="4259" y="3197"/>
                        <a:pt x="4206" y="3138"/>
                      </a:cubicBezTo>
                      <a:cubicBezTo>
                        <a:pt x="4154" y="3079"/>
                        <a:pt x="4167" y="3052"/>
                        <a:pt x="4154" y="3013"/>
                      </a:cubicBezTo>
                      <a:cubicBezTo>
                        <a:pt x="4141" y="2973"/>
                        <a:pt x="4173" y="2987"/>
                        <a:pt x="4206" y="2941"/>
                      </a:cubicBezTo>
                      <a:cubicBezTo>
                        <a:pt x="4239" y="2888"/>
                        <a:pt x="4206" y="2881"/>
                        <a:pt x="4206" y="2815"/>
                      </a:cubicBezTo>
                      <a:cubicBezTo>
                        <a:pt x="4206" y="2750"/>
                        <a:pt x="4226" y="2710"/>
                        <a:pt x="4239" y="2684"/>
                      </a:cubicBezTo>
                      <a:cubicBezTo>
                        <a:pt x="4246" y="2664"/>
                        <a:pt x="4318" y="2664"/>
                        <a:pt x="4331" y="2664"/>
                      </a:cubicBezTo>
                      <a:cubicBezTo>
                        <a:pt x="4345" y="2664"/>
                        <a:pt x="4410" y="2651"/>
                        <a:pt x="4483" y="2638"/>
                      </a:cubicBezTo>
                      <a:cubicBezTo>
                        <a:pt x="4555" y="2618"/>
                        <a:pt x="4562" y="2605"/>
                        <a:pt x="4601" y="2579"/>
                      </a:cubicBezTo>
                      <a:cubicBezTo>
                        <a:pt x="4634" y="2552"/>
                        <a:pt x="4601" y="2513"/>
                        <a:pt x="4601" y="2500"/>
                      </a:cubicBezTo>
                      <a:cubicBezTo>
                        <a:pt x="4595" y="2493"/>
                        <a:pt x="4555" y="2453"/>
                        <a:pt x="4535" y="2407"/>
                      </a:cubicBezTo>
                      <a:cubicBezTo>
                        <a:pt x="4516" y="2361"/>
                        <a:pt x="4483" y="2328"/>
                        <a:pt x="4483" y="2309"/>
                      </a:cubicBezTo>
                      <a:cubicBezTo>
                        <a:pt x="4476" y="2282"/>
                        <a:pt x="4549" y="2230"/>
                        <a:pt x="4555" y="2203"/>
                      </a:cubicBezTo>
                      <a:cubicBezTo>
                        <a:pt x="4562" y="2177"/>
                        <a:pt x="4509" y="2124"/>
                        <a:pt x="4483" y="2085"/>
                      </a:cubicBezTo>
                      <a:cubicBezTo>
                        <a:pt x="4463" y="2045"/>
                        <a:pt x="4529" y="1993"/>
                        <a:pt x="4562" y="1986"/>
                      </a:cubicBezTo>
                      <a:cubicBezTo>
                        <a:pt x="4571" y="1984"/>
                        <a:pt x="4579" y="1983"/>
                        <a:pt x="4586" y="1983"/>
                      </a:cubicBezTo>
                      <a:cubicBezTo>
                        <a:pt x="4601" y="1983"/>
                        <a:pt x="4612" y="1986"/>
                        <a:pt x="4621" y="1986"/>
                      </a:cubicBezTo>
                      <a:cubicBezTo>
                        <a:pt x="4641" y="1986"/>
                        <a:pt x="4693" y="2006"/>
                        <a:pt x="4733" y="2019"/>
                      </a:cubicBezTo>
                      <a:cubicBezTo>
                        <a:pt x="4744" y="2021"/>
                        <a:pt x="4753" y="2022"/>
                        <a:pt x="4760" y="2022"/>
                      </a:cubicBezTo>
                      <a:cubicBezTo>
                        <a:pt x="4781" y="2022"/>
                        <a:pt x="4786" y="2014"/>
                        <a:pt x="4805" y="1999"/>
                      </a:cubicBezTo>
                      <a:cubicBezTo>
                        <a:pt x="4825" y="1986"/>
                        <a:pt x="4799" y="1953"/>
                        <a:pt x="4779" y="1920"/>
                      </a:cubicBezTo>
                      <a:cubicBezTo>
                        <a:pt x="4759" y="1888"/>
                        <a:pt x="4746" y="1855"/>
                        <a:pt x="4733" y="1835"/>
                      </a:cubicBezTo>
                      <a:cubicBezTo>
                        <a:pt x="4726" y="1815"/>
                        <a:pt x="4786" y="1716"/>
                        <a:pt x="4786" y="1716"/>
                      </a:cubicBezTo>
                      <a:cubicBezTo>
                        <a:pt x="4786" y="1716"/>
                        <a:pt x="4878" y="1789"/>
                        <a:pt x="4891" y="1802"/>
                      </a:cubicBezTo>
                      <a:cubicBezTo>
                        <a:pt x="4904" y="1815"/>
                        <a:pt x="4937" y="1855"/>
                        <a:pt x="4990" y="1901"/>
                      </a:cubicBezTo>
                      <a:cubicBezTo>
                        <a:pt x="5005" y="1916"/>
                        <a:pt x="5017" y="1921"/>
                        <a:pt x="5027" y="1921"/>
                      </a:cubicBezTo>
                      <a:cubicBezTo>
                        <a:pt x="5047" y="1921"/>
                        <a:pt x="5062" y="1901"/>
                        <a:pt x="5088" y="1901"/>
                      </a:cubicBezTo>
                      <a:cubicBezTo>
                        <a:pt x="5128" y="1901"/>
                        <a:pt x="5207" y="1914"/>
                        <a:pt x="5207" y="1914"/>
                      </a:cubicBezTo>
                      <a:cubicBezTo>
                        <a:pt x="5213" y="1888"/>
                        <a:pt x="5167" y="1861"/>
                        <a:pt x="5167" y="1848"/>
                      </a:cubicBezTo>
                      <a:lnTo>
                        <a:pt x="5167" y="1611"/>
                      </a:lnTo>
                      <a:cubicBezTo>
                        <a:pt x="5167" y="1545"/>
                        <a:pt x="5200" y="1558"/>
                        <a:pt x="5226" y="1539"/>
                      </a:cubicBezTo>
                      <a:cubicBezTo>
                        <a:pt x="5253" y="1526"/>
                        <a:pt x="5233" y="1486"/>
                        <a:pt x="5207" y="1473"/>
                      </a:cubicBezTo>
                      <a:cubicBezTo>
                        <a:pt x="5187" y="1460"/>
                        <a:pt x="5121" y="1407"/>
                        <a:pt x="5049" y="1361"/>
                      </a:cubicBezTo>
                      <a:cubicBezTo>
                        <a:pt x="4983" y="1315"/>
                        <a:pt x="5029" y="1210"/>
                        <a:pt x="5036" y="1177"/>
                      </a:cubicBezTo>
                      <a:cubicBezTo>
                        <a:pt x="5042" y="1144"/>
                        <a:pt x="5055" y="1065"/>
                        <a:pt x="5049" y="1019"/>
                      </a:cubicBezTo>
                      <a:cubicBezTo>
                        <a:pt x="5049" y="966"/>
                        <a:pt x="5029" y="953"/>
                        <a:pt x="5029" y="887"/>
                      </a:cubicBezTo>
                      <a:cubicBezTo>
                        <a:pt x="5029" y="821"/>
                        <a:pt x="5042" y="841"/>
                        <a:pt x="5088" y="788"/>
                      </a:cubicBezTo>
                      <a:cubicBezTo>
                        <a:pt x="5134" y="742"/>
                        <a:pt x="5226" y="723"/>
                        <a:pt x="5253" y="683"/>
                      </a:cubicBezTo>
                      <a:cubicBezTo>
                        <a:pt x="5278" y="647"/>
                        <a:pt x="5200" y="643"/>
                        <a:pt x="5152" y="643"/>
                      </a:cubicBezTo>
                      <a:cubicBezTo>
                        <a:pt x="5138" y="643"/>
                        <a:pt x="5127" y="644"/>
                        <a:pt x="5121" y="644"/>
                      </a:cubicBezTo>
                      <a:cubicBezTo>
                        <a:pt x="5106" y="644"/>
                        <a:pt x="5075" y="651"/>
                        <a:pt x="5046" y="651"/>
                      </a:cubicBezTo>
                      <a:cubicBezTo>
                        <a:pt x="5015" y="651"/>
                        <a:pt x="4986" y="642"/>
                        <a:pt x="4983" y="604"/>
                      </a:cubicBezTo>
                      <a:cubicBezTo>
                        <a:pt x="4970" y="532"/>
                        <a:pt x="5036" y="512"/>
                        <a:pt x="5055" y="486"/>
                      </a:cubicBezTo>
                      <a:cubicBezTo>
                        <a:pt x="5055" y="486"/>
                        <a:pt x="4917" y="459"/>
                        <a:pt x="4865" y="459"/>
                      </a:cubicBezTo>
                      <a:cubicBezTo>
                        <a:pt x="4812" y="459"/>
                        <a:pt x="4739" y="466"/>
                        <a:pt x="4687" y="479"/>
                      </a:cubicBezTo>
                      <a:cubicBezTo>
                        <a:pt x="4634" y="492"/>
                        <a:pt x="4522" y="584"/>
                        <a:pt x="4476" y="630"/>
                      </a:cubicBezTo>
                      <a:cubicBezTo>
                        <a:pt x="4446" y="661"/>
                        <a:pt x="4399" y="667"/>
                        <a:pt x="4354" y="667"/>
                      </a:cubicBezTo>
                      <a:cubicBezTo>
                        <a:pt x="4320" y="667"/>
                        <a:pt x="4288" y="663"/>
                        <a:pt x="4266" y="663"/>
                      </a:cubicBezTo>
                      <a:cubicBezTo>
                        <a:pt x="4213" y="663"/>
                        <a:pt x="4193" y="644"/>
                        <a:pt x="4160" y="617"/>
                      </a:cubicBezTo>
                      <a:cubicBezTo>
                        <a:pt x="4132" y="594"/>
                        <a:pt x="4104" y="590"/>
                        <a:pt x="4071" y="590"/>
                      </a:cubicBezTo>
                      <a:cubicBezTo>
                        <a:pt x="4058" y="590"/>
                        <a:pt x="4044" y="591"/>
                        <a:pt x="4029" y="591"/>
                      </a:cubicBezTo>
                      <a:cubicBezTo>
                        <a:pt x="3976" y="591"/>
                        <a:pt x="4048" y="690"/>
                        <a:pt x="4022" y="716"/>
                      </a:cubicBezTo>
                      <a:cubicBezTo>
                        <a:pt x="3996" y="749"/>
                        <a:pt x="4042" y="769"/>
                        <a:pt x="4022" y="815"/>
                      </a:cubicBezTo>
                      <a:cubicBezTo>
                        <a:pt x="4018" y="825"/>
                        <a:pt x="4011" y="828"/>
                        <a:pt x="4003" y="828"/>
                      </a:cubicBezTo>
                      <a:cubicBezTo>
                        <a:pt x="3972" y="828"/>
                        <a:pt x="3923" y="775"/>
                        <a:pt x="3923" y="775"/>
                      </a:cubicBezTo>
                      <a:cubicBezTo>
                        <a:pt x="3923" y="775"/>
                        <a:pt x="3627" y="663"/>
                        <a:pt x="3588" y="663"/>
                      </a:cubicBezTo>
                      <a:cubicBezTo>
                        <a:pt x="3555" y="663"/>
                        <a:pt x="3522" y="690"/>
                        <a:pt x="3496" y="696"/>
                      </a:cubicBezTo>
                      <a:cubicBezTo>
                        <a:pt x="3490" y="698"/>
                        <a:pt x="3477" y="700"/>
                        <a:pt x="3459" y="700"/>
                      </a:cubicBezTo>
                      <a:cubicBezTo>
                        <a:pt x="3419" y="700"/>
                        <a:pt x="3355" y="690"/>
                        <a:pt x="3305" y="644"/>
                      </a:cubicBezTo>
                      <a:cubicBezTo>
                        <a:pt x="3232" y="578"/>
                        <a:pt x="3305" y="558"/>
                        <a:pt x="3305" y="525"/>
                      </a:cubicBezTo>
                      <a:cubicBezTo>
                        <a:pt x="3305" y="486"/>
                        <a:pt x="3239" y="420"/>
                        <a:pt x="3199" y="407"/>
                      </a:cubicBezTo>
                      <a:cubicBezTo>
                        <a:pt x="3196" y="405"/>
                        <a:pt x="3193" y="405"/>
                        <a:pt x="3191" y="405"/>
                      </a:cubicBezTo>
                      <a:cubicBezTo>
                        <a:pt x="3166" y="405"/>
                        <a:pt x="3161" y="457"/>
                        <a:pt x="3107" y="492"/>
                      </a:cubicBezTo>
                      <a:cubicBezTo>
                        <a:pt x="3095" y="502"/>
                        <a:pt x="3086" y="506"/>
                        <a:pt x="3079" y="506"/>
                      </a:cubicBezTo>
                      <a:cubicBezTo>
                        <a:pt x="3056" y="506"/>
                        <a:pt x="3052" y="462"/>
                        <a:pt x="3002" y="407"/>
                      </a:cubicBezTo>
                      <a:cubicBezTo>
                        <a:pt x="2985" y="385"/>
                        <a:pt x="2975" y="377"/>
                        <a:pt x="2969" y="377"/>
                      </a:cubicBezTo>
                      <a:cubicBezTo>
                        <a:pt x="2953" y="377"/>
                        <a:pt x="2954" y="425"/>
                        <a:pt x="2903" y="453"/>
                      </a:cubicBezTo>
                      <a:cubicBezTo>
                        <a:pt x="2824" y="499"/>
                        <a:pt x="2837" y="598"/>
                        <a:pt x="2824" y="650"/>
                      </a:cubicBezTo>
                      <a:cubicBezTo>
                        <a:pt x="2819" y="692"/>
                        <a:pt x="2784" y="697"/>
                        <a:pt x="2771" y="697"/>
                      </a:cubicBezTo>
                      <a:cubicBezTo>
                        <a:pt x="2767" y="697"/>
                        <a:pt x="2765" y="696"/>
                        <a:pt x="2765" y="696"/>
                      </a:cubicBezTo>
                      <a:lnTo>
                        <a:pt x="2620" y="624"/>
                      </a:lnTo>
                      <a:cubicBezTo>
                        <a:pt x="2620" y="624"/>
                        <a:pt x="2508" y="512"/>
                        <a:pt x="2462" y="459"/>
                      </a:cubicBezTo>
                      <a:cubicBezTo>
                        <a:pt x="2445" y="444"/>
                        <a:pt x="2423" y="439"/>
                        <a:pt x="2400" y="439"/>
                      </a:cubicBezTo>
                      <a:cubicBezTo>
                        <a:pt x="2356" y="439"/>
                        <a:pt x="2309" y="459"/>
                        <a:pt x="2291" y="459"/>
                      </a:cubicBezTo>
                      <a:cubicBezTo>
                        <a:pt x="2265" y="459"/>
                        <a:pt x="2206" y="446"/>
                        <a:pt x="2133" y="400"/>
                      </a:cubicBezTo>
                      <a:cubicBezTo>
                        <a:pt x="2054" y="361"/>
                        <a:pt x="2120" y="255"/>
                        <a:pt x="2133" y="190"/>
                      </a:cubicBezTo>
                      <a:cubicBezTo>
                        <a:pt x="2140" y="124"/>
                        <a:pt x="2166" y="25"/>
                        <a:pt x="2160" y="5"/>
                      </a:cubicBezTo>
                      <a:cubicBezTo>
                        <a:pt x="2159" y="2"/>
                        <a:pt x="2157" y="1"/>
                        <a:pt x="2156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1565;p19">
                  <a:extLst>
                    <a:ext uri="{FF2B5EF4-FFF2-40B4-BE49-F238E27FC236}">
                      <a16:creationId xmlns:a16="http://schemas.microsoft.com/office/drawing/2014/main" id="{5CF6B848-2FC9-5E6C-70FF-FB3D5BA417C8}"/>
                    </a:ext>
                  </a:extLst>
                </p:cNvPr>
                <p:cNvSpPr/>
                <p:nvPr/>
              </p:nvSpPr>
              <p:spPr>
                <a:xfrm>
                  <a:off x="7113692" y="3804087"/>
                  <a:ext cx="427511" cy="275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7" h="2528" extrusionOk="0">
                      <a:moveTo>
                        <a:pt x="2765" y="0"/>
                      </a:moveTo>
                      <a:cubicBezTo>
                        <a:pt x="2745" y="0"/>
                        <a:pt x="2659" y="27"/>
                        <a:pt x="2574" y="40"/>
                      </a:cubicBezTo>
                      <a:cubicBezTo>
                        <a:pt x="2488" y="60"/>
                        <a:pt x="2482" y="73"/>
                        <a:pt x="2482" y="73"/>
                      </a:cubicBezTo>
                      <a:cubicBezTo>
                        <a:pt x="2482" y="73"/>
                        <a:pt x="2423" y="46"/>
                        <a:pt x="2390" y="40"/>
                      </a:cubicBezTo>
                      <a:cubicBezTo>
                        <a:pt x="2363" y="40"/>
                        <a:pt x="2258" y="125"/>
                        <a:pt x="2238" y="139"/>
                      </a:cubicBezTo>
                      <a:cubicBezTo>
                        <a:pt x="2219" y="158"/>
                        <a:pt x="2166" y="185"/>
                        <a:pt x="2166" y="185"/>
                      </a:cubicBezTo>
                      <a:lnTo>
                        <a:pt x="2001" y="185"/>
                      </a:lnTo>
                      <a:cubicBezTo>
                        <a:pt x="1999" y="185"/>
                        <a:pt x="1997" y="184"/>
                        <a:pt x="1995" y="184"/>
                      </a:cubicBezTo>
                      <a:cubicBezTo>
                        <a:pt x="1890" y="184"/>
                        <a:pt x="1903" y="344"/>
                        <a:pt x="1903" y="395"/>
                      </a:cubicBezTo>
                      <a:lnTo>
                        <a:pt x="1903" y="533"/>
                      </a:lnTo>
                      <a:cubicBezTo>
                        <a:pt x="1903" y="566"/>
                        <a:pt x="1817" y="553"/>
                        <a:pt x="1764" y="560"/>
                      </a:cubicBezTo>
                      <a:cubicBezTo>
                        <a:pt x="1763" y="560"/>
                        <a:pt x="1761" y="560"/>
                        <a:pt x="1760" y="560"/>
                      </a:cubicBezTo>
                      <a:cubicBezTo>
                        <a:pt x="1704" y="560"/>
                        <a:pt x="1559" y="448"/>
                        <a:pt x="1501" y="435"/>
                      </a:cubicBezTo>
                      <a:cubicBezTo>
                        <a:pt x="1481" y="428"/>
                        <a:pt x="1460" y="426"/>
                        <a:pt x="1441" y="426"/>
                      </a:cubicBezTo>
                      <a:cubicBezTo>
                        <a:pt x="1402" y="426"/>
                        <a:pt x="1370" y="435"/>
                        <a:pt x="1370" y="435"/>
                      </a:cubicBezTo>
                      <a:cubicBezTo>
                        <a:pt x="1370" y="435"/>
                        <a:pt x="1350" y="422"/>
                        <a:pt x="1297" y="376"/>
                      </a:cubicBezTo>
                      <a:cubicBezTo>
                        <a:pt x="1271" y="353"/>
                        <a:pt x="1229" y="350"/>
                        <a:pt x="1188" y="350"/>
                      </a:cubicBezTo>
                      <a:cubicBezTo>
                        <a:pt x="1168" y="350"/>
                        <a:pt x="1148" y="351"/>
                        <a:pt x="1131" y="351"/>
                      </a:cubicBezTo>
                      <a:cubicBezTo>
                        <a:pt x="1119" y="351"/>
                        <a:pt x="1109" y="350"/>
                        <a:pt x="1100" y="349"/>
                      </a:cubicBezTo>
                      <a:cubicBezTo>
                        <a:pt x="1089" y="348"/>
                        <a:pt x="1077" y="347"/>
                        <a:pt x="1064" y="347"/>
                      </a:cubicBezTo>
                      <a:cubicBezTo>
                        <a:pt x="1031" y="347"/>
                        <a:pt x="997" y="351"/>
                        <a:pt x="977" y="351"/>
                      </a:cubicBezTo>
                      <a:cubicBezTo>
                        <a:pt x="970" y="351"/>
                        <a:pt x="964" y="351"/>
                        <a:pt x="961" y="349"/>
                      </a:cubicBezTo>
                      <a:cubicBezTo>
                        <a:pt x="942" y="343"/>
                        <a:pt x="836" y="283"/>
                        <a:pt x="797" y="231"/>
                      </a:cubicBezTo>
                      <a:cubicBezTo>
                        <a:pt x="786" y="218"/>
                        <a:pt x="772" y="214"/>
                        <a:pt x="757" y="214"/>
                      </a:cubicBezTo>
                      <a:cubicBezTo>
                        <a:pt x="722" y="214"/>
                        <a:pt x="681" y="235"/>
                        <a:pt x="651" y="235"/>
                      </a:cubicBezTo>
                      <a:cubicBezTo>
                        <a:pt x="644" y="235"/>
                        <a:pt x="638" y="233"/>
                        <a:pt x="632" y="231"/>
                      </a:cubicBezTo>
                      <a:cubicBezTo>
                        <a:pt x="629" y="230"/>
                        <a:pt x="626" y="229"/>
                        <a:pt x="623" y="229"/>
                      </a:cubicBezTo>
                      <a:cubicBezTo>
                        <a:pt x="594" y="229"/>
                        <a:pt x="567" y="283"/>
                        <a:pt x="567" y="283"/>
                      </a:cubicBezTo>
                      <a:cubicBezTo>
                        <a:pt x="567" y="283"/>
                        <a:pt x="461" y="270"/>
                        <a:pt x="448" y="218"/>
                      </a:cubicBezTo>
                      <a:cubicBezTo>
                        <a:pt x="436" y="188"/>
                        <a:pt x="404" y="183"/>
                        <a:pt x="375" y="183"/>
                      </a:cubicBezTo>
                      <a:cubicBezTo>
                        <a:pt x="358" y="183"/>
                        <a:pt x="342" y="185"/>
                        <a:pt x="330" y="185"/>
                      </a:cubicBezTo>
                      <a:cubicBezTo>
                        <a:pt x="310" y="185"/>
                        <a:pt x="238" y="211"/>
                        <a:pt x="178" y="231"/>
                      </a:cubicBezTo>
                      <a:cubicBezTo>
                        <a:pt x="185" y="250"/>
                        <a:pt x="185" y="270"/>
                        <a:pt x="178" y="290"/>
                      </a:cubicBezTo>
                      <a:cubicBezTo>
                        <a:pt x="172" y="428"/>
                        <a:pt x="185" y="553"/>
                        <a:pt x="159" y="672"/>
                      </a:cubicBezTo>
                      <a:cubicBezTo>
                        <a:pt x="126" y="784"/>
                        <a:pt x="80" y="856"/>
                        <a:pt x="60" y="863"/>
                      </a:cubicBezTo>
                      <a:cubicBezTo>
                        <a:pt x="60" y="863"/>
                        <a:pt x="53" y="869"/>
                        <a:pt x="53" y="869"/>
                      </a:cubicBezTo>
                      <a:cubicBezTo>
                        <a:pt x="47" y="869"/>
                        <a:pt x="40" y="876"/>
                        <a:pt x="27" y="876"/>
                      </a:cubicBezTo>
                      <a:cubicBezTo>
                        <a:pt x="27" y="882"/>
                        <a:pt x="20" y="882"/>
                        <a:pt x="14" y="889"/>
                      </a:cubicBezTo>
                      <a:cubicBezTo>
                        <a:pt x="7" y="889"/>
                        <a:pt x="7" y="889"/>
                        <a:pt x="1" y="895"/>
                      </a:cubicBezTo>
                      <a:cubicBezTo>
                        <a:pt x="119" y="895"/>
                        <a:pt x="323" y="895"/>
                        <a:pt x="356" y="889"/>
                      </a:cubicBezTo>
                      <a:cubicBezTo>
                        <a:pt x="365" y="889"/>
                        <a:pt x="390" y="889"/>
                        <a:pt x="425" y="889"/>
                      </a:cubicBezTo>
                      <a:cubicBezTo>
                        <a:pt x="548" y="889"/>
                        <a:pt x="796" y="893"/>
                        <a:pt x="909" y="928"/>
                      </a:cubicBezTo>
                      <a:cubicBezTo>
                        <a:pt x="1054" y="981"/>
                        <a:pt x="1238" y="1080"/>
                        <a:pt x="1304" y="1106"/>
                      </a:cubicBezTo>
                      <a:cubicBezTo>
                        <a:pt x="1370" y="1132"/>
                        <a:pt x="1620" y="1172"/>
                        <a:pt x="1620" y="1172"/>
                      </a:cubicBezTo>
                      <a:cubicBezTo>
                        <a:pt x="1620" y="1172"/>
                        <a:pt x="1692" y="1185"/>
                        <a:pt x="1705" y="1225"/>
                      </a:cubicBezTo>
                      <a:cubicBezTo>
                        <a:pt x="1712" y="1257"/>
                        <a:pt x="2179" y="1606"/>
                        <a:pt x="2232" y="1685"/>
                      </a:cubicBezTo>
                      <a:cubicBezTo>
                        <a:pt x="2291" y="1764"/>
                        <a:pt x="2462" y="1856"/>
                        <a:pt x="2534" y="1856"/>
                      </a:cubicBezTo>
                      <a:cubicBezTo>
                        <a:pt x="2607" y="1856"/>
                        <a:pt x="2837" y="1823"/>
                        <a:pt x="2857" y="1823"/>
                      </a:cubicBezTo>
                      <a:cubicBezTo>
                        <a:pt x="2866" y="1823"/>
                        <a:pt x="2903" y="1815"/>
                        <a:pt x="2938" y="1815"/>
                      </a:cubicBezTo>
                      <a:cubicBezTo>
                        <a:pt x="2982" y="1815"/>
                        <a:pt x="3022" y="1829"/>
                        <a:pt x="2989" y="1896"/>
                      </a:cubicBezTo>
                      <a:cubicBezTo>
                        <a:pt x="2936" y="2008"/>
                        <a:pt x="2857" y="2027"/>
                        <a:pt x="2837" y="2047"/>
                      </a:cubicBezTo>
                      <a:cubicBezTo>
                        <a:pt x="2817" y="2067"/>
                        <a:pt x="2844" y="2120"/>
                        <a:pt x="2817" y="2179"/>
                      </a:cubicBezTo>
                      <a:cubicBezTo>
                        <a:pt x="2791" y="2238"/>
                        <a:pt x="2719" y="2317"/>
                        <a:pt x="2706" y="2343"/>
                      </a:cubicBezTo>
                      <a:cubicBezTo>
                        <a:pt x="2700" y="2353"/>
                        <a:pt x="2692" y="2355"/>
                        <a:pt x="2684" y="2355"/>
                      </a:cubicBezTo>
                      <a:cubicBezTo>
                        <a:pt x="2675" y="2355"/>
                        <a:pt x="2666" y="2351"/>
                        <a:pt x="2664" y="2351"/>
                      </a:cubicBezTo>
                      <a:cubicBezTo>
                        <a:pt x="2661" y="2351"/>
                        <a:pt x="2666" y="2356"/>
                        <a:pt x="2686" y="2376"/>
                      </a:cubicBezTo>
                      <a:cubicBezTo>
                        <a:pt x="2699" y="2390"/>
                        <a:pt x="2712" y="2394"/>
                        <a:pt x="2725" y="2394"/>
                      </a:cubicBezTo>
                      <a:cubicBezTo>
                        <a:pt x="2751" y="2394"/>
                        <a:pt x="2774" y="2374"/>
                        <a:pt x="2786" y="2374"/>
                      </a:cubicBezTo>
                      <a:cubicBezTo>
                        <a:pt x="2788" y="2374"/>
                        <a:pt x="2790" y="2375"/>
                        <a:pt x="2791" y="2376"/>
                      </a:cubicBezTo>
                      <a:cubicBezTo>
                        <a:pt x="2796" y="2380"/>
                        <a:pt x="2804" y="2381"/>
                        <a:pt x="2813" y="2381"/>
                      </a:cubicBezTo>
                      <a:cubicBezTo>
                        <a:pt x="2840" y="2381"/>
                        <a:pt x="2877" y="2370"/>
                        <a:pt x="2877" y="2370"/>
                      </a:cubicBezTo>
                      <a:cubicBezTo>
                        <a:pt x="2877" y="2370"/>
                        <a:pt x="2903" y="2403"/>
                        <a:pt x="2923" y="2435"/>
                      </a:cubicBezTo>
                      <a:cubicBezTo>
                        <a:pt x="2923" y="2442"/>
                        <a:pt x="2942" y="2475"/>
                        <a:pt x="2969" y="2528"/>
                      </a:cubicBezTo>
                      <a:cubicBezTo>
                        <a:pt x="3100" y="2363"/>
                        <a:pt x="3272" y="2185"/>
                        <a:pt x="3370" y="2106"/>
                      </a:cubicBezTo>
                      <a:cubicBezTo>
                        <a:pt x="3377" y="2100"/>
                        <a:pt x="3383" y="2093"/>
                        <a:pt x="3390" y="2087"/>
                      </a:cubicBezTo>
                      <a:cubicBezTo>
                        <a:pt x="3390" y="2087"/>
                        <a:pt x="3397" y="2080"/>
                        <a:pt x="3403" y="2073"/>
                      </a:cubicBezTo>
                      <a:cubicBezTo>
                        <a:pt x="3528" y="1988"/>
                        <a:pt x="3752" y="1804"/>
                        <a:pt x="3759" y="1712"/>
                      </a:cubicBezTo>
                      <a:cubicBezTo>
                        <a:pt x="3772" y="1626"/>
                        <a:pt x="3798" y="1290"/>
                        <a:pt x="3831" y="1211"/>
                      </a:cubicBezTo>
                      <a:cubicBezTo>
                        <a:pt x="3864" y="1132"/>
                        <a:pt x="3877" y="1067"/>
                        <a:pt x="3877" y="1067"/>
                      </a:cubicBezTo>
                      <a:cubicBezTo>
                        <a:pt x="3877" y="1067"/>
                        <a:pt x="3798" y="948"/>
                        <a:pt x="3791" y="922"/>
                      </a:cubicBezTo>
                      <a:cubicBezTo>
                        <a:pt x="3778" y="895"/>
                        <a:pt x="3759" y="764"/>
                        <a:pt x="3759" y="737"/>
                      </a:cubicBezTo>
                      <a:cubicBezTo>
                        <a:pt x="3759" y="718"/>
                        <a:pt x="3759" y="533"/>
                        <a:pt x="3759" y="481"/>
                      </a:cubicBezTo>
                      <a:cubicBezTo>
                        <a:pt x="3765" y="435"/>
                        <a:pt x="3917" y="204"/>
                        <a:pt x="3917" y="204"/>
                      </a:cubicBezTo>
                      <a:cubicBezTo>
                        <a:pt x="3917" y="204"/>
                        <a:pt x="3884" y="171"/>
                        <a:pt x="3844" y="132"/>
                      </a:cubicBezTo>
                      <a:cubicBezTo>
                        <a:pt x="3818" y="106"/>
                        <a:pt x="3785" y="66"/>
                        <a:pt x="3772" y="33"/>
                      </a:cubicBezTo>
                      <a:cubicBezTo>
                        <a:pt x="3669" y="14"/>
                        <a:pt x="3581" y="8"/>
                        <a:pt x="3510" y="8"/>
                      </a:cubicBezTo>
                      <a:cubicBezTo>
                        <a:pt x="3408" y="8"/>
                        <a:pt x="3341" y="22"/>
                        <a:pt x="3318" y="33"/>
                      </a:cubicBezTo>
                      <a:cubicBezTo>
                        <a:pt x="3272" y="53"/>
                        <a:pt x="3179" y="132"/>
                        <a:pt x="3127" y="171"/>
                      </a:cubicBezTo>
                      <a:cubicBezTo>
                        <a:pt x="3108" y="182"/>
                        <a:pt x="3092" y="186"/>
                        <a:pt x="3079" y="186"/>
                      </a:cubicBezTo>
                      <a:cubicBezTo>
                        <a:pt x="3051" y="186"/>
                        <a:pt x="3033" y="169"/>
                        <a:pt x="3015" y="165"/>
                      </a:cubicBezTo>
                      <a:cubicBezTo>
                        <a:pt x="2989" y="158"/>
                        <a:pt x="2962" y="125"/>
                        <a:pt x="2923" y="73"/>
                      </a:cubicBezTo>
                      <a:cubicBezTo>
                        <a:pt x="2883" y="20"/>
                        <a:pt x="2785" y="0"/>
                        <a:pt x="2765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E98AAC"/>
                    </a:solidFill>
                  </a:endParaRPr>
                </a:p>
              </p:txBody>
            </p:sp>
            <p:sp>
              <p:nvSpPr>
                <p:cNvPr id="258" name="Google Shape;1566;p19">
                  <a:extLst>
                    <a:ext uri="{FF2B5EF4-FFF2-40B4-BE49-F238E27FC236}">
                      <a16:creationId xmlns:a16="http://schemas.microsoft.com/office/drawing/2014/main" id="{A2D1C6C6-595C-DDB8-8618-090D9FC1E7F4}"/>
                    </a:ext>
                  </a:extLst>
                </p:cNvPr>
                <p:cNvSpPr/>
                <p:nvPr/>
              </p:nvSpPr>
              <p:spPr>
                <a:xfrm>
                  <a:off x="7548950" y="1789975"/>
                  <a:ext cx="510132" cy="745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4" h="6832" extrusionOk="0">
                      <a:moveTo>
                        <a:pt x="1541" y="0"/>
                      </a:moveTo>
                      <a:cubicBezTo>
                        <a:pt x="1548" y="132"/>
                        <a:pt x="1548" y="310"/>
                        <a:pt x="1541" y="402"/>
                      </a:cubicBezTo>
                      <a:cubicBezTo>
                        <a:pt x="1521" y="573"/>
                        <a:pt x="1429" y="909"/>
                        <a:pt x="1376" y="1014"/>
                      </a:cubicBezTo>
                      <a:cubicBezTo>
                        <a:pt x="1317" y="1119"/>
                        <a:pt x="1218" y="1244"/>
                        <a:pt x="1199" y="1336"/>
                      </a:cubicBezTo>
                      <a:cubicBezTo>
                        <a:pt x="1172" y="1428"/>
                        <a:pt x="1172" y="1540"/>
                        <a:pt x="1146" y="1606"/>
                      </a:cubicBezTo>
                      <a:cubicBezTo>
                        <a:pt x="1126" y="1672"/>
                        <a:pt x="1100" y="1725"/>
                        <a:pt x="1041" y="1810"/>
                      </a:cubicBezTo>
                      <a:cubicBezTo>
                        <a:pt x="975" y="1896"/>
                        <a:pt x="896" y="1968"/>
                        <a:pt x="876" y="2021"/>
                      </a:cubicBezTo>
                      <a:cubicBezTo>
                        <a:pt x="856" y="2073"/>
                        <a:pt x="883" y="2100"/>
                        <a:pt x="824" y="2185"/>
                      </a:cubicBezTo>
                      <a:cubicBezTo>
                        <a:pt x="771" y="2271"/>
                        <a:pt x="758" y="2304"/>
                        <a:pt x="692" y="2389"/>
                      </a:cubicBezTo>
                      <a:cubicBezTo>
                        <a:pt x="659" y="2429"/>
                        <a:pt x="633" y="2475"/>
                        <a:pt x="600" y="2521"/>
                      </a:cubicBezTo>
                      <a:cubicBezTo>
                        <a:pt x="560" y="2574"/>
                        <a:pt x="514" y="2626"/>
                        <a:pt x="462" y="2659"/>
                      </a:cubicBezTo>
                      <a:cubicBezTo>
                        <a:pt x="356" y="2725"/>
                        <a:pt x="238" y="2758"/>
                        <a:pt x="198" y="2804"/>
                      </a:cubicBezTo>
                      <a:cubicBezTo>
                        <a:pt x="152" y="2843"/>
                        <a:pt x="119" y="2830"/>
                        <a:pt x="54" y="2936"/>
                      </a:cubicBezTo>
                      <a:cubicBezTo>
                        <a:pt x="34" y="2962"/>
                        <a:pt x="21" y="2982"/>
                        <a:pt x="1" y="2995"/>
                      </a:cubicBezTo>
                      <a:lnTo>
                        <a:pt x="60" y="3133"/>
                      </a:lnTo>
                      <a:cubicBezTo>
                        <a:pt x="60" y="3133"/>
                        <a:pt x="107" y="3130"/>
                        <a:pt x="154" y="3130"/>
                      </a:cubicBezTo>
                      <a:cubicBezTo>
                        <a:pt x="177" y="3130"/>
                        <a:pt x="201" y="3131"/>
                        <a:pt x="218" y="3133"/>
                      </a:cubicBezTo>
                      <a:cubicBezTo>
                        <a:pt x="220" y="3133"/>
                        <a:pt x="222" y="3133"/>
                        <a:pt x="224" y="3133"/>
                      </a:cubicBezTo>
                      <a:cubicBezTo>
                        <a:pt x="252" y="3133"/>
                        <a:pt x="274" y="3105"/>
                        <a:pt x="302" y="3105"/>
                      </a:cubicBezTo>
                      <a:cubicBezTo>
                        <a:pt x="315" y="3105"/>
                        <a:pt x="331" y="3112"/>
                        <a:pt x="350" y="3133"/>
                      </a:cubicBezTo>
                      <a:cubicBezTo>
                        <a:pt x="409" y="3192"/>
                        <a:pt x="527" y="3271"/>
                        <a:pt x="554" y="3317"/>
                      </a:cubicBezTo>
                      <a:cubicBezTo>
                        <a:pt x="587" y="3370"/>
                        <a:pt x="652" y="3482"/>
                        <a:pt x="659" y="3567"/>
                      </a:cubicBezTo>
                      <a:cubicBezTo>
                        <a:pt x="666" y="3646"/>
                        <a:pt x="652" y="3864"/>
                        <a:pt x="659" y="3923"/>
                      </a:cubicBezTo>
                      <a:cubicBezTo>
                        <a:pt x="666" y="3989"/>
                        <a:pt x="659" y="4133"/>
                        <a:pt x="659" y="4133"/>
                      </a:cubicBezTo>
                      <a:cubicBezTo>
                        <a:pt x="659" y="4133"/>
                        <a:pt x="626" y="4449"/>
                        <a:pt x="567" y="4489"/>
                      </a:cubicBezTo>
                      <a:cubicBezTo>
                        <a:pt x="514" y="4535"/>
                        <a:pt x="376" y="4587"/>
                        <a:pt x="409" y="4620"/>
                      </a:cubicBezTo>
                      <a:cubicBezTo>
                        <a:pt x="442" y="4643"/>
                        <a:pt x="476" y="4669"/>
                        <a:pt x="517" y="4669"/>
                      </a:cubicBezTo>
                      <a:cubicBezTo>
                        <a:pt x="524" y="4669"/>
                        <a:pt x="532" y="4669"/>
                        <a:pt x="541" y="4666"/>
                      </a:cubicBezTo>
                      <a:cubicBezTo>
                        <a:pt x="568" y="4659"/>
                        <a:pt x="584" y="4641"/>
                        <a:pt x="592" y="4641"/>
                      </a:cubicBezTo>
                      <a:cubicBezTo>
                        <a:pt x="598" y="4641"/>
                        <a:pt x="600" y="4649"/>
                        <a:pt x="600" y="4673"/>
                      </a:cubicBezTo>
                      <a:cubicBezTo>
                        <a:pt x="600" y="4726"/>
                        <a:pt x="600" y="4765"/>
                        <a:pt x="633" y="4824"/>
                      </a:cubicBezTo>
                      <a:cubicBezTo>
                        <a:pt x="659" y="4890"/>
                        <a:pt x="758" y="4976"/>
                        <a:pt x="778" y="5009"/>
                      </a:cubicBezTo>
                      <a:cubicBezTo>
                        <a:pt x="796" y="5046"/>
                        <a:pt x="880" y="5201"/>
                        <a:pt x="905" y="5201"/>
                      </a:cubicBezTo>
                      <a:cubicBezTo>
                        <a:pt x="907" y="5201"/>
                        <a:pt x="908" y="5201"/>
                        <a:pt x="909" y="5200"/>
                      </a:cubicBezTo>
                      <a:cubicBezTo>
                        <a:pt x="929" y="5180"/>
                        <a:pt x="1001" y="5101"/>
                        <a:pt x="1080" y="5081"/>
                      </a:cubicBezTo>
                      <a:cubicBezTo>
                        <a:pt x="1118" y="5072"/>
                        <a:pt x="1156" y="5065"/>
                        <a:pt x="1190" y="5065"/>
                      </a:cubicBezTo>
                      <a:cubicBezTo>
                        <a:pt x="1227" y="5065"/>
                        <a:pt x="1257" y="5073"/>
                        <a:pt x="1271" y="5094"/>
                      </a:cubicBezTo>
                      <a:cubicBezTo>
                        <a:pt x="1297" y="5140"/>
                        <a:pt x="1317" y="5232"/>
                        <a:pt x="1324" y="5311"/>
                      </a:cubicBezTo>
                      <a:cubicBezTo>
                        <a:pt x="1330" y="5384"/>
                        <a:pt x="1297" y="5483"/>
                        <a:pt x="1278" y="5483"/>
                      </a:cubicBezTo>
                      <a:cubicBezTo>
                        <a:pt x="1265" y="5483"/>
                        <a:pt x="1243" y="5474"/>
                        <a:pt x="1216" y="5474"/>
                      </a:cubicBezTo>
                      <a:cubicBezTo>
                        <a:pt x="1202" y="5474"/>
                        <a:pt x="1188" y="5476"/>
                        <a:pt x="1172" y="5483"/>
                      </a:cubicBezTo>
                      <a:cubicBezTo>
                        <a:pt x="1133" y="5509"/>
                        <a:pt x="1107" y="5476"/>
                        <a:pt x="1080" y="5542"/>
                      </a:cubicBezTo>
                      <a:cubicBezTo>
                        <a:pt x="1061" y="5608"/>
                        <a:pt x="1067" y="5647"/>
                        <a:pt x="1034" y="5713"/>
                      </a:cubicBezTo>
                      <a:cubicBezTo>
                        <a:pt x="995" y="5779"/>
                        <a:pt x="975" y="5831"/>
                        <a:pt x="935" y="5891"/>
                      </a:cubicBezTo>
                      <a:cubicBezTo>
                        <a:pt x="935" y="5891"/>
                        <a:pt x="942" y="5937"/>
                        <a:pt x="962" y="5956"/>
                      </a:cubicBezTo>
                      <a:cubicBezTo>
                        <a:pt x="988" y="5983"/>
                        <a:pt x="1014" y="5956"/>
                        <a:pt x="1028" y="6009"/>
                      </a:cubicBezTo>
                      <a:cubicBezTo>
                        <a:pt x="1047" y="6062"/>
                        <a:pt x="1034" y="6108"/>
                        <a:pt x="1061" y="6134"/>
                      </a:cubicBezTo>
                      <a:cubicBezTo>
                        <a:pt x="1087" y="6160"/>
                        <a:pt x="1166" y="6180"/>
                        <a:pt x="1192" y="6193"/>
                      </a:cubicBezTo>
                      <a:cubicBezTo>
                        <a:pt x="1195" y="6195"/>
                        <a:pt x="1198" y="6196"/>
                        <a:pt x="1201" y="6196"/>
                      </a:cubicBezTo>
                      <a:cubicBezTo>
                        <a:pt x="1210" y="6196"/>
                        <a:pt x="1219" y="6192"/>
                        <a:pt x="1228" y="6192"/>
                      </a:cubicBezTo>
                      <a:cubicBezTo>
                        <a:pt x="1242" y="6192"/>
                        <a:pt x="1255" y="6200"/>
                        <a:pt x="1265" y="6239"/>
                      </a:cubicBezTo>
                      <a:cubicBezTo>
                        <a:pt x="1284" y="6312"/>
                        <a:pt x="1297" y="6332"/>
                        <a:pt x="1297" y="6345"/>
                      </a:cubicBezTo>
                      <a:cubicBezTo>
                        <a:pt x="1291" y="6358"/>
                        <a:pt x="1212" y="6411"/>
                        <a:pt x="1212" y="6443"/>
                      </a:cubicBezTo>
                      <a:cubicBezTo>
                        <a:pt x="1212" y="6476"/>
                        <a:pt x="1284" y="6522"/>
                        <a:pt x="1291" y="6529"/>
                      </a:cubicBezTo>
                      <a:cubicBezTo>
                        <a:pt x="1304" y="6529"/>
                        <a:pt x="1330" y="6542"/>
                        <a:pt x="1344" y="6588"/>
                      </a:cubicBezTo>
                      <a:cubicBezTo>
                        <a:pt x="1357" y="6628"/>
                        <a:pt x="1357" y="6694"/>
                        <a:pt x="1383" y="6733"/>
                      </a:cubicBezTo>
                      <a:cubicBezTo>
                        <a:pt x="1409" y="6772"/>
                        <a:pt x="1455" y="6812"/>
                        <a:pt x="1469" y="6812"/>
                      </a:cubicBezTo>
                      <a:cubicBezTo>
                        <a:pt x="1482" y="6812"/>
                        <a:pt x="1692" y="6832"/>
                        <a:pt x="1692" y="6832"/>
                      </a:cubicBezTo>
                      <a:cubicBezTo>
                        <a:pt x="1692" y="6832"/>
                        <a:pt x="1719" y="6799"/>
                        <a:pt x="1719" y="6740"/>
                      </a:cubicBezTo>
                      <a:cubicBezTo>
                        <a:pt x="1725" y="6680"/>
                        <a:pt x="1738" y="6503"/>
                        <a:pt x="1745" y="6496"/>
                      </a:cubicBezTo>
                      <a:cubicBezTo>
                        <a:pt x="1752" y="6483"/>
                        <a:pt x="1798" y="6450"/>
                        <a:pt x="1791" y="6417"/>
                      </a:cubicBezTo>
                      <a:cubicBezTo>
                        <a:pt x="1784" y="6391"/>
                        <a:pt x="1752" y="6292"/>
                        <a:pt x="1752" y="6279"/>
                      </a:cubicBezTo>
                      <a:cubicBezTo>
                        <a:pt x="1752" y="6266"/>
                        <a:pt x="1765" y="6206"/>
                        <a:pt x="1752" y="6180"/>
                      </a:cubicBezTo>
                      <a:cubicBezTo>
                        <a:pt x="1732" y="6147"/>
                        <a:pt x="1679" y="6042"/>
                        <a:pt x="1679" y="6042"/>
                      </a:cubicBezTo>
                      <a:cubicBezTo>
                        <a:pt x="1679" y="6042"/>
                        <a:pt x="1659" y="5950"/>
                        <a:pt x="1659" y="5891"/>
                      </a:cubicBezTo>
                      <a:cubicBezTo>
                        <a:pt x="1659" y="5831"/>
                        <a:pt x="1686" y="5792"/>
                        <a:pt x="1725" y="5759"/>
                      </a:cubicBezTo>
                      <a:cubicBezTo>
                        <a:pt x="1758" y="5726"/>
                        <a:pt x="1804" y="5706"/>
                        <a:pt x="1824" y="5627"/>
                      </a:cubicBezTo>
                      <a:cubicBezTo>
                        <a:pt x="1844" y="5548"/>
                        <a:pt x="1942" y="5397"/>
                        <a:pt x="1962" y="5311"/>
                      </a:cubicBezTo>
                      <a:cubicBezTo>
                        <a:pt x="1982" y="5226"/>
                        <a:pt x="1988" y="5180"/>
                        <a:pt x="1988" y="5127"/>
                      </a:cubicBezTo>
                      <a:cubicBezTo>
                        <a:pt x="1988" y="5074"/>
                        <a:pt x="2035" y="5015"/>
                        <a:pt x="2067" y="4982"/>
                      </a:cubicBezTo>
                      <a:cubicBezTo>
                        <a:pt x="2094" y="4956"/>
                        <a:pt x="2153" y="4910"/>
                        <a:pt x="2199" y="4877"/>
                      </a:cubicBezTo>
                      <a:cubicBezTo>
                        <a:pt x="2219" y="4864"/>
                        <a:pt x="2232" y="4851"/>
                        <a:pt x="2239" y="4851"/>
                      </a:cubicBezTo>
                      <a:cubicBezTo>
                        <a:pt x="2252" y="4844"/>
                        <a:pt x="2469" y="4791"/>
                        <a:pt x="2568" y="4732"/>
                      </a:cubicBezTo>
                      <a:cubicBezTo>
                        <a:pt x="2660" y="4680"/>
                        <a:pt x="2765" y="4548"/>
                        <a:pt x="2831" y="4515"/>
                      </a:cubicBezTo>
                      <a:cubicBezTo>
                        <a:pt x="2897" y="4476"/>
                        <a:pt x="3002" y="4423"/>
                        <a:pt x="3028" y="4377"/>
                      </a:cubicBezTo>
                      <a:cubicBezTo>
                        <a:pt x="3061" y="4331"/>
                        <a:pt x="3055" y="4298"/>
                        <a:pt x="3120" y="4278"/>
                      </a:cubicBezTo>
                      <a:cubicBezTo>
                        <a:pt x="3169" y="4261"/>
                        <a:pt x="3240" y="4249"/>
                        <a:pt x="3285" y="4249"/>
                      </a:cubicBezTo>
                      <a:cubicBezTo>
                        <a:pt x="3307" y="4249"/>
                        <a:pt x="3322" y="4252"/>
                        <a:pt x="3325" y="4258"/>
                      </a:cubicBezTo>
                      <a:cubicBezTo>
                        <a:pt x="3338" y="4278"/>
                        <a:pt x="3371" y="4311"/>
                        <a:pt x="3371" y="4318"/>
                      </a:cubicBezTo>
                      <a:cubicBezTo>
                        <a:pt x="3376" y="4323"/>
                        <a:pt x="3428" y="4358"/>
                        <a:pt x="3489" y="4358"/>
                      </a:cubicBezTo>
                      <a:cubicBezTo>
                        <a:pt x="3504" y="4358"/>
                        <a:pt x="3520" y="4356"/>
                        <a:pt x="3535" y="4351"/>
                      </a:cubicBezTo>
                      <a:cubicBezTo>
                        <a:pt x="3608" y="4318"/>
                        <a:pt x="3660" y="4272"/>
                        <a:pt x="3706" y="4265"/>
                      </a:cubicBezTo>
                      <a:cubicBezTo>
                        <a:pt x="3729" y="4265"/>
                        <a:pt x="3762" y="4276"/>
                        <a:pt x="3793" y="4276"/>
                      </a:cubicBezTo>
                      <a:cubicBezTo>
                        <a:pt x="3814" y="4276"/>
                        <a:pt x="3835" y="4271"/>
                        <a:pt x="3851" y="4252"/>
                      </a:cubicBezTo>
                      <a:cubicBezTo>
                        <a:pt x="3884" y="4206"/>
                        <a:pt x="3930" y="4160"/>
                        <a:pt x="3937" y="4114"/>
                      </a:cubicBezTo>
                      <a:cubicBezTo>
                        <a:pt x="3950" y="4074"/>
                        <a:pt x="3976" y="4002"/>
                        <a:pt x="3963" y="3969"/>
                      </a:cubicBezTo>
                      <a:cubicBezTo>
                        <a:pt x="3956" y="3936"/>
                        <a:pt x="3937" y="3896"/>
                        <a:pt x="3897" y="3883"/>
                      </a:cubicBezTo>
                      <a:cubicBezTo>
                        <a:pt x="3858" y="3877"/>
                        <a:pt x="3818" y="3857"/>
                        <a:pt x="3798" y="3844"/>
                      </a:cubicBezTo>
                      <a:cubicBezTo>
                        <a:pt x="3785" y="3831"/>
                        <a:pt x="3726" y="3824"/>
                        <a:pt x="3726" y="3778"/>
                      </a:cubicBezTo>
                      <a:cubicBezTo>
                        <a:pt x="3726" y="3725"/>
                        <a:pt x="3706" y="3462"/>
                        <a:pt x="3739" y="3409"/>
                      </a:cubicBezTo>
                      <a:cubicBezTo>
                        <a:pt x="3779" y="3357"/>
                        <a:pt x="3844" y="3324"/>
                        <a:pt x="3871" y="3298"/>
                      </a:cubicBezTo>
                      <a:cubicBezTo>
                        <a:pt x="3904" y="3265"/>
                        <a:pt x="3930" y="3238"/>
                        <a:pt x="3930" y="3199"/>
                      </a:cubicBezTo>
                      <a:cubicBezTo>
                        <a:pt x="3930" y="3159"/>
                        <a:pt x="3917" y="3067"/>
                        <a:pt x="3891" y="3021"/>
                      </a:cubicBezTo>
                      <a:cubicBezTo>
                        <a:pt x="3864" y="2975"/>
                        <a:pt x="3825" y="2916"/>
                        <a:pt x="3818" y="2876"/>
                      </a:cubicBezTo>
                      <a:cubicBezTo>
                        <a:pt x="3812" y="2843"/>
                        <a:pt x="3798" y="2784"/>
                        <a:pt x="3831" y="2732"/>
                      </a:cubicBezTo>
                      <a:cubicBezTo>
                        <a:pt x="3871" y="2679"/>
                        <a:pt x="3877" y="2666"/>
                        <a:pt x="3884" y="2633"/>
                      </a:cubicBezTo>
                      <a:cubicBezTo>
                        <a:pt x="3884" y="2606"/>
                        <a:pt x="3825" y="2554"/>
                        <a:pt x="3818" y="2508"/>
                      </a:cubicBezTo>
                      <a:cubicBezTo>
                        <a:pt x="3805" y="2462"/>
                        <a:pt x="3798" y="2449"/>
                        <a:pt x="3798" y="2449"/>
                      </a:cubicBezTo>
                      <a:cubicBezTo>
                        <a:pt x="3798" y="2449"/>
                        <a:pt x="3884" y="2350"/>
                        <a:pt x="3923" y="2291"/>
                      </a:cubicBezTo>
                      <a:cubicBezTo>
                        <a:pt x="3969" y="2231"/>
                        <a:pt x="4009" y="2166"/>
                        <a:pt x="4009" y="2119"/>
                      </a:cubicBezTo>
                      <a:cubicBezTo>
                        <a:pt x="4009" y="2073"/>
                        <a:pt x="3956" y="2060"/>
                        <a:pt x="4009" y="1981"/>
                      </a:cubicBezTo>
                      <a:cubicBezTo>
                        <a:pt x="4068" y="1909"/>
                        <a:pt x="4141" y="1843"/>
                        <a:pt x="4141" y="1843"/>
                      </a:cubicBezTo>
                      <a:cubicBezTo>
                        <a:pt x="4141" y="1843"/>
                        <a:pt x="4272" y="1830"/>
                        <a:pt x="4345" y="1777"/>
                      </a:cubicBezTo>
                      <a:cubicBezTo>
                        <a:pt x="4410" y="1725"/>
                        <a:pt x="4470" y="1692"/>
                        <a:pt x="4509" y="1652"/>
                      </a:cubicBezTo>
                      <a:cubicBezTo>
                        <a:pt x="4549" y="1613"/>
                        <a:pt x="4641" y="1547"/>
                        <a:pt x="4661" y="1468"/>
                      </a:cubicBezTo>
                      <a:cubicBezTo>
                        <a:pt x="4661" y="1448"/>
                        <a:pt x="4667" y="1422"/>
                        <a:pt x="4674" y="1389"/>
                      </a:cubicBezTo>
                      <a:cubicBezTo>
                        <a:pt x="4661" y="1382"/>
                        <a:pt x="4647" y="1382"/>
                        <a:pt x="4641" y="1376"/>
                      </a:cubicBezTo>
                      <a:cubicBezTo>
                        <a:pt x="4628" y="1363"/>
                        <a:pt x="4476" y="1297"/>
                        <a:pt x="4424" y="1290"/>
                      </a:cubicBezTo>
                      <a:lnTo>
                        <a:pt x="4391" y="1290"/>
                      </a:lnTo>
                      <a:cubicBezTo>
                        <a:pt x="4391" y="1290"/>
                        <a:pt x="4384" y="1290"/>
                        <a:pt x="4378" y="1284"/>
                      </a:cubicBezTo>
                      <a:lnTo>
                        <a:pt x="4338" y="1284"/>
                      </a:lnTo>
                      <a:cubicBezTo>
                        <a:pt x="4325" y="1277"/>
                        <a:pt x="4318" y="1277"/>
                        <a:pt x="4312" y="1277"/>
                      </a:cubicBezTo>
                      <a:lnTo>
                        <a:pt x="4292" y="1277"/>
                      </a:lnTo>
                      <a:cubicBezTo>
                        <a:pt x="4285" y="1277"/>
                        <a:pt x="4272" y="1270"/>
                        <a:pt x="4266" y="1270"/>
                      </a:cubicBezTo>
                      <a:cubicBezTo>
                        <a:pt x="4239" y="1270"/>
                        <a:pt x="4206" y="1264"/>
                        <a:pt x="4180" y="1264"/>
                      </a:cubicBezTo>
                      <a:lnTo>
                        <a:pt x="4174" y="1264"/>
                      </a:lnTo>
                      <a:cubicBezTo>
                        <a:pt x="4154" y="1257"/>
                        <a:pt x="4141" y="1257"/>
                        <a:pt x="4127" y="1257"/>
                      </a:cubicBezTo>
                      <a:cubicBezTo>
                        <a:pt x="4121" y="1251"/>
                        <a:pt x="4114" y="1251"/>
                        <a:pt x="4108" y="1251"/>
                      </a:cubicBezTo>
                      <a:lnTo>
                        <a:pt x="4075" y="1251"/>
                      </a:lnTo>
                      <a:cubicBezTo>
                        <a:pt x="4068" y="1251"/>
                        <a:pt x="3917" y="1192"/>
                        <a:pt x="3917" y="1192"/>
                      </a:cubicBezTo>
                      <a:cubicBezTo>
                        <a:pt x="3917" y="1192"/>
                        <a:pt x="3660" y="1053"/>
                        <a:pt x="3601" y="1027"/>
                      </a:cubicBezTo>
                      <a:cubicBezTo>
                        <a:pt x="3545" y="1005"/>
                        <a:pt x="3485" y="963"/>
                        <a:pt x="3423" y="963"/>
                      </a:cubicBezTo>
                      <a:cubicBezTo>
                        <a:pt x="3412" y="963"/>
                        <a:pt x="3401" y="965"/>
                        <a:pt x="3390" y="968"/>
                      </a:cubicBezTo>
                      <a:cubicBezTo>
                        <a:pt x="3311" y="994"/>
                        <a:pt x="3292" y="987"/>
                        <a:pt x="3246" y="1040"/>
                      </a:cubicBezTo>
                      <a:cubicBezTo>
                        <a:pt x="3199" y="1086"/>
                        <a:pt x="3081" y="1145"/>
                        <a:pt x="3081" y="1145"/>
                      </a:cubicBezTo>
                      <a:cubicBezTo>
                        <a:pt x="3081" y="1145"/>
                        <a:pt x="3055" y="1086"/>
                        <a:pt x="3042" y="1080"/>
                      </a:cubicBezTo>
                      <a:cubicBezTo>
                        <a:pt x="3028" y="1080"/>
                        <a:pt x="2916" y="1119"/>
                        <a:pt x="2916" y="1119"/>
                      </a:cubicBezTo>
                      <a:lnTo>
                        <a:pt x="2897" y="1126"/>
                      </a:lnTo>
                      <a:cubicBezTo>
                        <a:pt x="2897" y="1126"/>
                        <a:pt x="2831" y="1093"/>
                        <a:pt x="2831" y="1066"/>
                      </a:cubicBezTo>
                      <a:cubicBezTo>
                        <a:pt x="2837" y="1047"/>
                        <a:pt x="2837" y="981"/>
                        <a:pt x="2844" y="961"/>
                      </a:cubicBezTo>
                      <a:cubicBezTo>
                        <a:pt x="2844" y="941"/>
                        <a:pt x="2699" y="632"/>
                        <a:pt x="2647" y="560"/>
                      </a:cubicBezTo>
                      <a:cubicBezTo>
                        <a:pt x="2587" y="481"/>
                        <a:pt x="2436" y="257"/>
                        <a:pt x="2397" y="257"/>
                      </a:cubicBezTo>
                      <a:cubicBezTo>
                        <a:pt x="2394" y="257"/>
                        <a:pt x="2391" y="256"/>
                        <a:pt x="2388" y="256"/>
                      </a:cubicBezTo>
                      <a:cubicBezTo>
                        <a:pt x="2346" y="256"/>
                        <a:pt x="2270" y="298"/>
                        <a:pt x="2252" y="323"/>
                      </a:cubicBezTo>
                      <a:cubicBezTo>
                        <a:pt x="2236" y="349"/>
                        <a:pt x="2208" y="375"/>
                        <a:pt x="2187" y="375"/>
                      </a:cubicBezTo>
                      <a:cubicBezTo>
                        <a:pt x="2182" y="375"/>
                        <a:pt x="2177" y="373"/>
                        <a:pt x="2173" y="369"/>
                      </a:cubicBezTo>
                      <a:cubicBezTo>
                        <a:pt x="2153" y="349"/>
                        <a:pt x="2081" y="224"/>
                        <a:pt x="2067" y="211"/>
                      </a:cubicBezTo>
                      <a:cubicBezTo>
                        <a:pt x="2048" y="204"/>
                        <a:pt x="1890" y="106"/>
                        <a:pt x="1863" y="99"/>
                      </a:cubicBezTo>
                      <a:lnTo>
                        <a:pt x="1857" y="99"/>
                      </a:lnTo>
                      <a:cubicBezTo>
                        <a:pt x="1837" y="92"/>
                        <a:pt x="1784" y="73"/>
                        <a:pt x="1719" y="53"/>
                      </a:cubicBezTo>
                      <a:cubicBezTo>
                        <a:pt x="1712" y="53"/>
                        <a:pt x="1705" y="46"/>
                        <a:pt x="1692" y="46"/>
                      </a:cubicBezTo>
                      <a:cubicBezTo>
                        <a:pt x="1686" y="46"/>
                        <a:pt x="1679" y="40"/>
                        <a:pt x="1666" y="40"/>
                      </a:cubicBezTo>
                      <a:cubicBezTo>
                        <a:pt x="1646" y="33"/>
                        <a:pt x="1627" y="27"/>
                        <a:pt x="1607" y="20"/>
                      </a:cubicBezTo>
                      <a:cubicBezTo>
                        <a:pt x="1600" y="20"/>
                        <a:pt x="1594" y="13"/>
                        <a:pt x="1587" y="13"/>
                      </a:cubicBezTo>
                      <a:cubicBezTo>
                        <a:pt x="1574" y="7"/>
                        <a:pt x="1561" y="7"/>
                        <a:pt x="1541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1567;p19">
                  <a:extLst>
                    <a:ext uri="{FF2B5EF4-FFF2-40B4-BE49-F238E27FC236}">
                      <a16:creationId xmlns:a16="http://schemas.microsoft.com/office/drawing/2014/main" id="{AB3F977B-B7C4-0370-D7A1-2BD6BABD3397}"/>
                    </a:ext>
                  </a:extLst>
                </p:cNvPr>
                <p:cNvSpPr/>
                <p:nvPr/>
              </p:nvSpPr>
              <p:spPr>
                <a:xfrm>
                  <a:off x="7331321" y="2856732"/>
                  <a:ext cx="877178" cy="70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37" h="6432" extrusionOk="0">
                      <a:moveTo>
                        <a:pt x="5076" y="1"/>
                      </a:moveTo>
                      <a:cubicBezTo>
                        <a:pt x="4992" y="1"/>
                        <a:pt x="4851" y="12"/>
                        <a:pt x="4799" y="26"/>
                      </a:cubicBezTo>
                      <a:cubicBezTo>
                        <a:pt x="4726" y="46"/>
                        <a:pt x="4535" y="217"/>
                        <a:pt x="4535" y="217"/>
                      </a:cubicBezTo>
                      <a:lnTo>
                        <a:pt x="4437" y="269"/>
                      </a:lnTo>
                      <a:lnTo>
                        <a:pt x="4410" y="289"/>
                      </a:lnTo>
                      <a:cubicBezTo>
                        <a:pt x="4410" y="289"/>
                        <a:pt x="4239" y="335"/>
                        <a:pt x="4187" y="368"/>
                      </a:cubicBezTo>
                      <a:cubicBezTo>
                        <a:pt x="4134" y="401"/>
                        <a:pt x="4055" y="460"/>
                        <a:pt x="4029" y="487"/>
                      </a:cubicBezTo>
                      <a:cubicBezTo>
                        <a:pt x="4002" y="520"/>
                        <a:pt x="3805" y="684"/>
                        <a:pt x="3792" y="704"/>
                      </a:cubicBezTo>
                      <a:cubicBezTo>
                        <a:pt x="3774" y="722"/>
                        <a:pt x="3652" y="751"/>
                        <a:pt x="3605" y="751"/>
                      </a:cubicBezTo>
                      <a:cubicBezTo>
                        <a:pt x="3601" y="751"/>
                        <a:pt x="3597" y="750"/>
                        <a:pt x="3594" y="750"/>
                      </a:cubicBezTo>
                      <a:cubicBezTo>
                        <a:pt x="3568" y="750"/>
                        <a:pt x="3607" y="684"/>
                        <a:pt x="3627" y="625"/>
                      </a:cubicBezTo>
                      <a:cubicBezTo>
                        <a:pt x="3647" y="559"/>
                        <a:pt x="3673" y="572"/>
                        <a:pt x="3680" y="546"/>
                      </a:cubicBezTo>
                      <a:cubicBezTo>
                        <a:pt x="3680" y="546"/>
                        <a:pt x="3601" y="533"/>
                        <a:pt x="3561" y="533"/>
                      </a:cubicBezTo>
                      <a:cubicBezTo>
                        <a:pt x="3535" y="533"/>
                        <a:pt x="3520" y="553"/>
                        <a:pt x="3500" y="553"/>
                      </a:cubicBezTo>
                      <a:cubicBezTo>
                        <a:pt x="3490" y="553"/>
                        <a:pt x="3478" y="548"/>
                        <a:pt x="3463" y="533"/>
                      </a:cubicBezTo>
                      <a:cubicBezTo>
                        <a:pt x="3410" y="487"/>
                        <a:pt x="3377" y="447"/>
                        <a:pt x="3364" y="434"/>
                      </a:cubicBezTo>
                      <a:cubicBezTo>
                        <a:pt x="3351" y="414"/>
                        <a:pt x="3259" y="348"/>
                        <a:pt x="3259" y="348"/>
                      </a:cubicBezTo>
                      <a:cubicBezTo>
                        <a:pt x="3259" y="348"/>
                        <a:pt x="3199" y="441"/>
                        <a:pt x="3206" y="467"/>
                      </a:cubicBezTo>
                      <a:cubicBezTo>
                        <a:pt x="3219" y="487"/>
                        <a:pt x="3232" y="520"/>
                        <a:pt x="3252" y="552"/>
                      </a:cubicBezTo>
                      <a:cubicBezTo>
                        <a:pt x="3272" y="585"/>
                        <a:pt x="3298" y="618"/>
                        <a:pt x="3278" y="631"/>
                      </a:cubicBezTo>
                      <a:cubicBezTo>
                        <a:pt x="3264" y="641"/>
                        <a:pt x="3257" y="650"/>
                        <a:pt x="3240" y="650"/>
                      </a:cubicBezTo>
                      <a:cubicBezTo>
                        <a:pt x="3233" y="650"/>
                        <a:pt x="3224" y="648"/>
                        <a:pt x="3212" y="645"/>
                      </a:cubicBezTo>
                      <a:cubicBezTo>
                        <a:pt x="3166" y="638"/>
                        <a:pt x="3114" y="618"/>
                        <a:pt x="3101" y="618"/>
                      </a:cubicBezTo>
                      <a:cubicBezTo>
                        <a:pt x="3087" y="618"/>
                        <a:pt x="3074" y="612"/>
                        <a:pt x="3059" y="612"/>
                      </a:cubicBezTo>
                      <a:cubicBezTo>
                        <a:pt x="3052" y="612"/>
                        <a:pt x="3044" y="614"/>
                        <a:pt x="3035" y="618"/>
                      </a:cubicBezTo>
                      <a:cubicBezTo>
                        <a:pt x="3002" y="625"/>
                        <a:pt x="2936" y="677"/>
                        <a:pt x="2962" y="717"/>
                      </a:cubicBezTo>
                      <a:cubicBezTo>
                        <a:pt x="2982" y="756"/>
                        <a:pt x="3041" y="809"/>
                        <a:pt x="3028" y="835"/>
                      </a:cubicBezTo>
                      <a:cubicBezTo>
                        <a:pt x="3022" y="855"/>
                        <a:pt x="2949" y="914"/>
                        <a:pt x="2956" y="934"/>
                      </a:cubicBezTo>
                      <a:cubicBezTo>
                        <a:pt x="2962" y="960"/>
                        <a:pt x="2989" y="993"/>
                        <a:pt x="3008" y="1039"/>
                      </a:cubicBezTo>
                      <a:cubicBezTo>
                        <a:pt x="3028" y="1085"/>
                        <a:pt x="3068" y="1125"/>
                        <a:pt x="3074" y="1132"/>
                      </a:cubicBezTo>
                      <a:cubicBezTo>
                        <a:pt x="3074" y="1145"/>
                        <a:pt x="3107" y="1184"/>
                        <a:pt x="3074" y="1211"/>
                      </a:cubicBezTo>
                      <a:cubicBezTo>
                        <a:pt x="3041" y="1237"/>
                        <a:pt x="3028" y="1250"/>
                        <a:pt x="2956" y="1270"/>
                      </a:cubicBezTo>
                      <a:cubicBezTo>
                        <a:pt x="2883" y="1283"/>
                        <a:pt x="2818" y="1296"/>
                        <a:pt x="2804" y="1296"/>
                      </a:cubicBezTo>
                      <a:cubicBezTo>
                        <a:pt x="2800" y="1296"/>
                        <a:pt x="2790" y="1295"/>
                        <a:pt x="2778" y="1295"/>
                      </a:cubicBezTo>
                      <a:cubicBezTo>
                        <a:pt x="2753" y="1295"/>
                        <a:pt x="2721" y="1298"/>
                        <a:pt x="2712" y="1316"/>
                      </a:cubicBezTo>
                      <a:cubicBezTo>
                        <a:pt x="2699" y="1342"/>
                        <a:pt x="2679" y="1382"/>
                        <a:pt x="2679" y="1447"/>
                      </a:cubicBezTo>
                      <a:cubicBezTo>
                        <a:pt x="2679" y="1513"/>
                        <a:pt x="2712" y="1520"/>
                        <a:pt x="2679" y="1573"/>
                      </a:cubicBezTo>
                      <a:cubicBezTo>
                        <a:pt x="2646" y="1619"/>
                        <a:pt x="2614" y="1605"/>
                        <a:pt x="2627" y="1645"/>
                      </a:cubicBezTo>
                      <a:cubicBezTo>
                        <a:pt x="2640" y="1684"/>
                        <a:pt x="2627" y="1711"/>
                        <a:pt x="2679" y="1770"/>
                      </a:cubicBezTo>
                      <a:cubicBezTo>
                        <a:pt x="2732" y="1829"/>
                        <a:pt x="2765" y="1869"/>
                        <a:pt x="2791" y="1921"/>
                      </a:cubicBezTo>
                      <a:cubicBezTo>
                        <a:pt x="2818" y="1974"/>
                        <a:pt x="2857" y="2040"/>
                        <a:pt x="2831" y="2066"/>
                      </a:cubicBezTo>
                      <a:cubicBezTo>
                        <a:pt x="2798" y="2086"/>
                        <a:pt x="2745" y="2106"/>
                        <a:pt x="2719" y="2139"/>
                      </a:cubicBezTo>
                      <a:cubicBezTo>
                        <a:pt x="2693" y="2171"/>
                        <a:pt x="2614" y="2231"/>
                        <a:pt x="2594" y="2277"/>
                      </a:cubicBezTo>
                      <a:cubicBezTo>
                        <a:pt x="2567" y="2323"/>
                        <a:pt x="2515" y="2369"/>
                        <a:pt x="2561" y="2408"/>
                      </a:cubicBezTo>
                      <a:cubicBezTo>
                        <a:pt x="2600" y="2448"/>
                        <a:pt x="2640" y="2441"/>
                        <a:pt x="2660" y="2454"/>
                      </a:cubicBezTo>
                      <a:cubicBezTo>
                        <a:pt x="2686" y="2468"/>
                        <a:pt x="2699" y="2540"/>
                        <a:pt x="2693" y="2553"/>
                      </a:cubicBezTo>
                      <a:cubicBezTo>
                        <a:pt x="2679" y="2573"/>
                        <a:pt x="2646" y="2612"/>
                        <a:pt x="2646" y="2645"/>
                      </a:cubicBezTo>
                      <a:cubicBezTo>
                        <a:pt x="2653" y="2678"/>
                        <a:pt x="2679" y="2744"/>
                        <a:pt x="2679" y="2770"/>
                      </a:cubicBezTo>
                      <a:cubicBezTo>
                        <a:pt x="2686" y="2797"/>
                        <a:pt x="2719" y="2830"/>
                        <a:pt x="2693" y="2862"/>
                      </a:cubicBezTo>
                      <a:cubicBezTo>
                        <a:pt x="2666" y="2902"/>
                        <a:pt x="2640" y="2928"/>
                        <a:pt x="2581" y="2968"/>
                      </a:cubicBezTo>
                      <a:cubicBezTo>
                        <a:pt x="2528" y="3007"/>
                        <a:pt x="2449" y="3066"/>
                        <a:pt x="2416" y="3080"/>
                      </a:cubicBezTo>
                      <a:cubicBezTo>
                        <a:pt x="2393" y="3085"/>
                        <a:pt x="2294" y="3157"/>
                        <a:pt x="2239" y="3157"/>
                      </a:cubicBezTo>
                      <a:cubicBezTo>
                        <a:pt x="2231" y="3157"/>
                        <a:pt x="2224" y="3155"/>
                        <a:pt x="2219" y="3152"/>
                      </a:cubicBezTo>
                      <a:cubicBezTo>
                        <a:pt x="2173" y="3126"/>
                        <a:pt x="2080" y="3093"/>
                        <a:pt x="2048" y="3080"/>
                      </a:cubicBezTo>
                      <a:cubicBezTo>
                        <a:pt x="2029" y="3071"/>
                        <a:pt x="1992" y="3055"/>
                        <a:pt x="1954" y="3055"/>
                      </a:cubicBezTo>
                      <a:cubicBezTo>
                        <a:pt x="1937" y="3055"/>
                        <a:pt x="1919" y="3058"/>
                        <a:pt x="1903" y="3066"/>
                      </a:cubicBezTo>
                      <a:cubicBezTo>
                        <a:pt x="1869" y="3079"/>
                        <a:pt x="1833" y="3084"/>
                        <a:pt x="1806" y="3084"/>
                      </a:cubicBezTo>
                      <a:cubicBezTo>
                        <a:pt x="1791" y="3084"/>
                        <a:pt x="1778" y="3082"/>
                        <a:pt x="1771" y="3080"/>
                      </a:cubicBezTo>
                      <a:cubicBezTo>
                        <a:pt x="1763" y="3074"/>
                        <a:pt x="1739" y="3072"/>
                        <a:pt x="1711" y="3072"/>
                      </a:cubicBezTo>
                      <a:cubicBezTo>
                        <a:pt x="1672" y="3072"/>
                        <a:pt x="1624" y="3076"/>
                        <a:pt x="1593" y="3080"/>
                      </a:cubicBezTo>
                      <a:cubicBezTo>
                        <a:pt x="1547" y="3086"/>
                        <a:pt x="1521" y="3093"/>
                        <a:pt x="1482" y="3113"/>
                      </a:cubicBezTo>
                      <a:cubicBezTo>
                        <a:pt x="1435" y="3139"/>
                        <a:pt x="1370" y="3178"/>
                        <a:pt x="1343" y="3198"/>
                      </a:cubicBezTo>
                      <a:cubicBezTo>
                        <a:pt x="1324" y="3224"/>
                        <a:pt x="1324" y="3231"/>
                        <a:pt x="1258" y="3231"/>
                      </a:cubicBezTo>
                      <a:cubicBezTo>
                        <a:pt x="1185" y="3231"/>
                        <a:pt x="1113" y="3185"/>
                        <a:pt x="1093" y="3185"/>
                      </a:cubicBezTo>
                      <a:cubicBezTo>
                        <a:pt x="1067" y="3185"/>
                        <a:pt x="968" y="3231"/>
                        <a:pt x="948" y="3231"/>
                      </a:cubicBezTo>
                      <a:cubicBezTo>
                        <a:pt x="929" y="3231"/>
                        <a:pt x="804" y="3264"/>
                        <a:pt x="725" y="3284"/>
                      </a:cubicBezTo>
                      <a:cubicBezTo>
                        <a:pt x="652" y="3303"/>
                        <a:pt x="534" y="3303"/>
                        <a:pt x="501" y="3336"/>
                      </a:cubicBezTo>
                      <a:cubicBezTo>
                        <a:pt x="461" y="3369"/>
                        <a:pt x="415" y="3461"/>
                        <a:pt x="396" y="3507"/>
                      </a:cubicBezTo>
                      <a:cubicBezTo>
                        <a:pt x="389" y="3527"/>
                        <a:pt x="389" y="3554"/>
                        <a:pt x="376" y="3573"/>
                      </a:cubicBezTo>
                      <a:cubicBezTo>
                        <a:pt x="376" y="3580"/>
                        <a:pt x="376" y="3580"/>
                        <a:pt x="376" y="3586"/>
                      </a:cubicBezTo>
                      <a:cubicBezTo>
                        <a:pt x="369" y="3593"/>
                        <a:pt x="369" y="3600"/>
                        <a:pt x="363" y="3613"/>
                      </a:cubicBezTo>
                      <a:cubicBezTo>
                        <a:pt x="363" y="3613"/>
                        <a:pt x="363" y="3619"/>
                        <a:pt x="356" y="3619"/>
                      </a:cubicBezTo>
                      <a:cubicBezTo>
                        <a:pt x="356" y="3626"/>
                        <a:pt x="356" y="3626"/>
                        <a:pt x="350" y="3632"/>
                      </a:cubicBezTo>
                      <a:cubicBezTo>
                        <a:pt x="350" y="3632"/>
                        <a:pt x="350" y="3632"/>
                        <a:pt x="343" y="3639"/>
                      </a:cubicBezTo>
                      <a:cubicBezTo>
                        <a:pt x="343" y="3639"/>
                        <a:pt x="336" y="3646"/>
                        <a:pt x="336" y="3646"/>
                      </a:cubicBezTo>
                      <a:cubicBezTo>
                        <a:pt x="290" y="3685"/>
                        <a:pt x="178" y="3711"/>
                        <a:pt x="159" y="3777"/>
                      </a:cubicBezTo>
                      <a:cubicBezTo>
                        <a:pt x="146" y="3823"/>
                        <a:pt x="159" y="3869"/>
                        <a:pt x="139" y="3915"/>
                      </a:cubicBezTo>
                      <a:cubicBezTo>
                        <a:pt x="132" y="3929"/>
                        <a:pt x="126" y="3942"/>
                        <a:pt x="113" y="3955"/>
                      </a:cubicBezTo>
                      <a:cubicBezTo>
                        <a:pt x="47" y="4008"/>
                        <a:pt x="1" y="4027"/>
                        <a:pt x="1" y="4067"/>
                      </a:cubicBezTo>
                      <a:cubicBezTo>
                        <a:pt x="1" y="4106"/>
                        <a:pt x="27" y="4212"/>
                        <a:pt x="27" y="4238"/>
                      </a:cubicBezTo>
                      <a:cubicBezTo>
                        <a:pt x="27" y="4258"/>
                        <a:pt x="40" y="4363"/>
                        <a:pt x="40" y="4363"/>
                      </a:cubicBezTo>
                      <a:cubicBezTo>
                        <a:pt x="40" y="4356"/>
                        <a:pt x="40" y="4356"/>
                        <a:pt x="47" y="4356"/>
                      </a:cubicBezTo>
                      <a:cubicBezTo>
                        <a:pt x="47" y="4356"/>
                        <a:pt x="53" y="4350"/>
                        <a:pt x="53" y="4350"/>
                      </a:cubicBezTo>
                      <a:cubicBezTo>
                        <a:pt x="60" y="4343"/>
                        <a:pt x="60" y="4343"/>
                        <a:pt x="67" y="4337"/>
                      </a:cubicBezTo>
                      <a:cubicBezTo>
                        <a:pt x="73" y="4337"/>
                        <a:pt x="73" y="4330"/>
                        <a:pt x="80" y="4330"/>
                      </a:cubicBezTo>
                      <a:cubicBezTo>
                        <a:pt x="86" y="4324"/>
                        <a:pt x="99" y="4317"/>
                        <a:pt x="113" y="4304"/>
                      </a:cubicBezTo>
                      <a:cubicBezTo>
                        <a:pt x="113" y="4304"/>
                        <a:pt x="119" y="4297"/>
                        <a:pt x="126" y="4297"/>
                      </a:cubicBezTo>
                      <a:cubicBezTo>
                        <a:pt x="126" y="4291"/>
                        <a:pt x="126" y="4291"/>
                        <a:pt x="126" y="4291"/>
                      </a:cubicBezTo>
                      <a:cubicBezTo>
                        <a:pt x="139" y="4284"/>
                        <a:pt x="146" y="4277"/>
                        <a:pt x="152" y="4277"/>
                      </a:cubicBezTo>
                      <a:cubicBezTo>
                        <a:pt x="159" y="4264"/>
                        <a:pt x="172" y="4258"/>
                        <a:pt x="185" y="4245"/>
                      </a:cubicBezTo>
                      <a:cubicBezTo>
                        <a:pt x="192" y="4238"/>
                        <a:pt x="205" y="4231"/>
                        <a:pt x="211" y="4225"/>
                      </a:cubicBezTo>
                      <a:cubicBezTo>
                        <a:pt x="225" y="4218"/>
                        <a:pt x="231" y="4212"/>
                        <a:pt x="244" y="4205"/>
                      </a:cubicBezTo>
                      <a:cubicBezTo>
                        <a:pt x="244" y="4198"/>
                        <a:pt x="251" y="4198"/>
                        <a:pt x="251" y="4198"/>
                      </a:cubicBezTo>
                      <a:cubicBezTo>
                        <a:pt x="271" y="4185"/>
                        <a:pt x="277" y="4179"/>
                        <a:pt x="290" y="4172"/>
                      </a:cubicBezTo>
                      <a:cubicBezTo>
                        <a:pt x="330" y="4152"/>
                        <a:pt x="369" y="4113"/>
                        <a:pt x="389" y="4113"/>
                      </a:cubicBezTo>
                      <a:cubicBezTo>
                        <a:pt x="409" y="4113"/>
                        <a:pt x="508" y="4126"/>
                        <a:pt x="527" y="4152"/>
                      </a:cubicBezTo>
                      <a:cubicBezTo>
                        <a:pt x="540" y="4179"/>
                        <a:pt x="652" y="4238"/>
                        <a:pt x="698" y="4238"/>
                      </a:cubicBezTo>
                      <a:cubicBezTo>
                        <a:pt x="729" y="4238"/>
                        <a:pt x="780" y="4241"/>
                        <a:pt x="821" y="4241"/>
                      </a:cubicBezTo>
                      <a:cubicBezTo>
                        <a:pt x="841" y="4241"/>
                        <a:pt x="859" y="4240"/>
                        <a:pt x="869" y="4238"/>
                      </a:cubicBezTo>
                      <a:cubicBezTo>
                        <a:pt x="909" y="4231"/>
                        <a:pt x="1021" y="4192"/>
                        <a:pt x="1074" y="4192"/>
                      </a:cubicBezTo>
                      <a:cubicBezTo>
                        <a:pt x="1120" y="4192"/>
                        <a:pt x="1238" y="4212"/>
                        <a:pt x="1238" y="4212"/>
                      </a:cubicBezTo>
                      <a:cubicBezTo>
                        <a:pt x="1238" y="4212"/>
                        <a:pt x="1240" y="4210"/>
                        <a:pt x="1243" y="4210"/>
                      </a:cubicBezTo>
                      <a:cubicBezTo>
                        <a:pt x="1250" y="4210"/>
                        <a:pt x="1260" y="4216"/>
                        <a:pt x="1264" y="4251"/>
                      </a:cubicBezTo>
                      <a:cubicBezTo>
                        <a:pt x="1271" y="4304"/>
                        <a:pt x="1278" y="4356"/>
                        <a:pt x="1284" y="4396"/>
                      </a:cubicBezTo>
                      <a:cubicBezTo>
                        <a:pt x="1284" y="4427"/>
                        <a:pt x="1296" y="4495"/>
                        <a:pt x="1315" y="4495"/>
                      </a:cubicBezTo>
                      <a:cubicBezTo>
                        <a:pt x="1315" y="4495"/>
                        <a:pt x="1316" y="4495"/>
                        <a:pt x="1317" y="4495"/>
                      </a:cubicBezTo>
                      <a:cubicBezTo>
                        <a:pt x="1330" y="4488"/>
                        <a:pt x="1416" y="4435"/>
                        <a:pt x="1416" y="4435"/>
                      </a:cubicBezTo>
                      <a:cubicBezTo>
                        <a:pt x="1416" y="4435"/>
                        <a:pt x="1451" y="4408"/>
                        <a:pt x="1472" y="4408"/>
                      </a:cubicBezTo>
                      <a:cubicBezTo>
                        <a:pt x="1480" y="4408"/>
                        <a:pt x="1486" y="4411"/>
                        <a:pt x="1488" y="4422"/>
                      </a:cubicBezTo>
                      <a:cubicBezTo>
                        <a:pt x="1488" y="4459"/>
                        <a:pt x="1499" y="4529"/>
                        <a:pt x="1511" y="4529"/>
                      </a:cubicBezTo>
                      <a:cubicBezTo>
                        <a:pt x="1512" y="4529"/>
                        <a:pt x="1513" y="4529"/>
                        <a:pt x="1514" y="4528"/>
                      </a:cubicBezTo>
                      <a:cubicBezTo>
                        <a:pt x="1528" y="4514"/>
                        <a:pt x="1587" y="4455"/>
                        <a:pt x="1587" y="4455"/>
                      </a:cubicBezTo>
                      <a:lnTo>
                        <a:pt x="1626" y="4396"/>
                      </a:lnTo>
                      <a:lnTo>
                        <a:pt x="1659" y="4383"/>
                      </a:lnTo>
                      <a:cubicBezTo>
                        <a:pt x="1659" y="4383"/>
                        <a:pt x="1694" y="4402"/>
                        <a:pt x="1737" y="4402"/>
                      </a:cubicBezTo>
                      <a:cubicBezTo>
                        <a:pt x="1750" y="4402"/>
                        <a:pt x="1764" y="4400"/>
                        <a:pt x="1778" y="4396"/>
                      </a:cubicBezTo>
                      <a:cubicBezTo>
                        <a:pt x="1844" y="4383"/>
                        <a:pt x="2008" y="4383"/>
                        <a:pt x="2015" y="4376"/>
                      </a:cubicBezTo>
                      <a:cubicBezTo>
                        <a:pt x="2028" y="4376"/>
                        <a:pt x="2048" y="4343"/>
                        <a:pt x="2067" y="4343"/>
                      </a:cubicBezTo>
                      <a:cubicBezTo>
                        <a:pt x="2094" y="4343"/>
                        <a:pt x="2173" y="4356"/>
                        <a:pt x="2186" y="4363"/>
                      </a:cubicBezTo>
                      <a:cubicBezTo>
                        <a:pt x="2192" y="4367"/>
                        <a:pt x="2200" y="4368"/>
                        <a:pt x="2209" y="4368"/>
                      </a:cubicBezTo>
                      <a:cubicBezTo>
                        <a:pt x="2230" y="4368"/>
                        <a:pt x="2257" y="4359"/>
                        <a:pt x="2271" y="4350"/>
                      </a:cubicBezTo>
                      <a:cubicBezTo>
                        <a:pt x="2284" y="4343"/>
                        <a:pt x="2278" y="4330"/>
                        <a:pt x="2344" y="4297"/>
                      </a:cubicBezTo>
                      <a:cubicBezTo>
                        <a:pt x="2403" y="4264"/>
                        <a:pt x="2482" y="4251"/>
                        <a:pt x="2489" y="4251"/>
                      </a:cubicBezTo>
                      <a:cubicBezTo>
                        <a:pt x="2495" y="4251"/>
                        <a:pt x="2554" y="4291"/>
                        <a:pt x="2554" y="4291"/>
                      </a:cubicBezTo>
                      <a:cubicBezTo>
                        <a:pt x="2554" y="4291"/>
                        <a:pt x="2567" y="4286"/>
                        <a:pt x="2588" y="4286"/>
                      </a:cubicBezTo>
                      <a:cubicBezTo>
                        <a:pt x="2604" y="4286"/>
                        <a:pt x="2624" y="4289"/>
                        <a:pt x="2646" y="4297"/>
                      </a:cubicBezTo>
                      <a:cubicBezTo>
                        <a:pt x="2693" y="4317"/>
                        <a:pt x="2765" y="4429"/>
                        <a:pt x="2772" y="4449"/>
                      </a:cubicBezTo>
                      <a:cubicBezTo>
                        <a:pt x="2772" y="4468"/>
                        <a:pt x="2699" y="4560"/>
                        <a:pt x="2693" y="4587"/>
                      </a:cubicBezTo>
                      <a:cubicBezTo>
                        <a:pt x="2686" y="4607"/>
                        <a:pt x="2765" y="4653"/>
                        <a:pt x="2785" y="4666"/>
                      </a:cubicBezTo>
                      <a:cubicBezTo>
                        <a:pt x="2804" y="4679"/>
                        <a:pt x="2844" y="4712"/>
                        <a:pt x="2831" y="4764"/>
                      </a:cubicBezTo>
                      <a:cubicBezTo>
                        <a:pt x="2811" y="4824"/>
                        <a:pt x="2824" y="4817"/>
                        <a:pt x="2798" y="4870"/>
                      </a:cubicBezTo>
                      <a:cubicBezTo>
                        <a:pt x="2765" y="4916"/>
                        <a:pt x="2818" y="5094"/>
                        <a:pt x="2844" y="5140"/>
                      </a:cubicBezTo>
                      <a:cubicBezTo>
                        <a:pt x="2864" y="5179"/>
                        <a:pt x="2897" y="5291"/>
                        <a:pt x="2910" y="5298"/>
                      </a:cubicBezTo>
                      <a:cubicBezTo>
                        <a:pt x="2914" y="5300"/>
                        <a:pt x="2921" y="5300"/>
                        <a:pt x="2930" y="5300"/>
                      </a:cubicBezTo>
                      <a:cubicBezTo>
                        <a:pt x="2948" y="5300"/>
                        <a:pt x="2971" y="5298"/>
                        <a:pt x="2989" y="5298"/>
                      </a:cubicBezTo>
                      <a:cubicBezTo>
                        <a:pt x="2992" y="5298"/>
                        <a:pt x="2994" y="5299"/>
                        <a:pt x="2995" y="5299"/>
                      </a:cubicBezTo>
                      <a:cubicBezTo>
                        <a:pt x="3007" y="5299"/>
                        <a:pt x="2984" y="5278"/>
                        <a:pt x="3101" y="5278"/>
                      </a:cubicBezTo>
                      <a:cubicBezTo>
                        <a:pt x="3232" y="5278"/>
                        <a:pt x="3291" y="5344"/>
                        <a:pt x="3291" y="5363"/>
                      </a:cubicBezTo>
                      <a:cubicBezTo>
                        <a:pt x="3291" y="5383"/>
                        <a:pt x="3272" y="5462"/>
                        <a:pt x="3245" y="5488"/>
                      </a:cubicBezTo>
                      <a:cubicBezTo>
                        <a:pt x="3212" y="5515"/>
                        <a:pt x="3153" y="5567"/>
                        <a:pt x="3147" y="5594"/>
                      </a:cubicBezTo>
                      <a:cubicBezTo>
                        <a:pt x="3140" y="5620"/>
                        <a:pt x="3147" y="5692"/>
                        <a:pt x="3153" y="5712"/>
                      </a:cubicBezTo>
                      <a:cubicBezTo>
                        <a:pt x="3160" y="5732"/>
                        <a:pt x="3166" y="5824"/>
                        <a:pt x="3160" y="5844"/>
                      </a:cubicBezTo>
                      <a:cubicBezTo>
                        <a:pt x="3147" y="5864"/>
                        <a:pt x="3140" y="5844"/>
                        <a:pt x="3153" y="5923"/>
                      </a:cubicBezTo>
                      <a:cubicBezTo>
                        <a:pt x="3166" y="5995"/>
                        <a:pt x="3212" y="6068"/>
                        <a:pt x="3226" y="6081"/>
                      </a:cubicBezTo>
                      <a:cubicBezTo>
                        <a:pt x="3245" y="6087"/>
                        <a:pt x="3311" y="6114"/>
                        <a:pt x="3318" y="6166"/>
                      </a:cubicBezTo>
                      <a:cubicBezTo>
                        <a:pt x="3324" y="6212"/>
                        <a:pt x="3344" y="6324"/>
                        <a:pt x="3384" y="6351"/>
                      </a:cubicBezTo>
                      <a:cubicBezTo>
                        <a:pt x="3416" y="6383"/>
                        <a:pt x="3456" y="6390"/>
                        <a:pt x="3482" y="6390"/>
                      </a:cubicBezTo>
                      <a:cubicBezTo>
                        <a:pt x="3505" y="6396"/>
                        <a:pt x="3700" y="6432"/>
                        <a:pt x="3757" y="6432"/>
                      </a:cubicBezTo>
                      <a:cubicBezTo>
                        <a:pt x="3765" y="6432"/>
                        <a:pt x="3770" y="6431"/>
                        <a:pt x="3772" y="6430"/>
                      </a:cubicBezTo>
                      <a:cubicBezTo>
                        <a:pt x="3778" y="6410"/>
                        <a:pt x="3792" y="6410"/>
                        <a:pt x="3811" y="6344"/>
                      </a:cubicBezTo>
                      <a:cubicBezTo>
                        <a:pt x="3838" y="6278"/>
                        <a:pt x="3851" y="6239"/>
                        <a:pt x="3890" y="6226"/>
                      </a:cubicBezTo>
                      <a:cubicBezTo>
                        <a:pt x="3925" y="6211"/>
                        <a:pt x="3922" y="6203"/>
                        <a:pt x="3955" y="6203"/>
                      </a:cubicBezTo>
                      <a:cubicBezTo>
                        <a:pt x="3966" y="6203"/>
                        <a:pt x="3981" y="6204"/>
                        <a:pt x="4002" y="6206"/>
                      </a:cubicBezTo>
                      <a:cubicBezTo>
                        <a:pt x="4081" y="6212"/>
                        <a:pt x="4114" y="6212"/>
                        <a:pt x="4154" y="6212"/>
                      </a:cubicBezTo>
                      <a:cubicBezTo>
                        <a:pt x="4187" y="6206"/>
                        <a:pt x="4246" y="6206"/>
                        <a:pt x="4279" y="6173"/>
                      </a:cubicBezTo>
                      <a:cubicBezTo>
                        <a:pt x="4312" y="6140"/>
                        <a:pt x="4391" y="6081"/>
                        <a:pt x="4391" y="6081"/>
                      </a:cubicBezTo>
                      <a:lnTo>
                        <a:pt x="4489" y="6054"/>
                      </a:lnTo>
                      <a:lnTo>
                        <a:pt x="4575" y="5975"/>
                      </a:lnTo>
                      <a:cubicBezTo>
                        <a:pt x="4575" y="5975"/>
                        <a:pt x="4831" y="5910"/>
                        <a:pt x="4917" y="5890"/>
                      </a:cubicBezTo>
                      <a:cubicBezTo>
                        <a:pt x="4937" y="5890"/>
                        <a:pt x="4957" y="5883"/>
                        <a:pt x="4983" y="5870"/>
                      </a:cubicBezTo>
                      <a:cubicBezTo>
                        <a:pt x="4989" y="5870"/>
                        <a:pt x="4996" y="5870"/>
                        <a:pt x="5003" y="5864"/>
                      </a:cubicBezTo>
                      <a:cubicBezTo>
                        <a:pt x="5029" y="5857"/>
                        <a:pt x="5055" y="5850"/>
                        <a:pt x="5082" y="5837"/>
                      </a:cubicBezTo>
                      <a:cubicBezTo>
                        <a:pt x="5108" y="5831"/>
                        <a:pt x="5134" y="5817"/>
                        <a:pt x="5154" y="5811"/>
                      </a:cubicBezTo>
                      <a:cubicBezTo>
                        <a:pt x="5161" y="5811"/>
                        <a:pt x="5167" y="5804"/>
                        <a:pt x="5174" y="5804"/>
                      </a:cubicBezTo>
                      <a:cubicBezTo>
                        <a:pt x="5220" y="5791"/>
                        <a:pt x="5266" y="5771"/>
                        <a:pt x="5299" y="5765"/>
                      </a:cubicBezTo>
                      <a:cubicBezTo>
                        <a:pt x="5299" y="5758"/>
                        <a:pt x="5305" y="5758"/>
                        <a:pt x="5305" y="5758"/>
                      </a:cubicBezTo>
                      <a:cubicBezTo>
                        <a:pt x="5312" y="5758"/>
                        <a:pt x="5319" y="5758"/>
                        <a:pt x="5325" y="5752"/>
                      </a:cubicBezTo>
                      <a:cubicBezTo>
                        <a:pt x="5336" y="5750"/>
                        <a:pt x="5348" y="5749"/>
                        <a:pt x="5360" y="5749"/>
                      </a:cubicBezTo>
                      <a:cubicBezTo>
                        <a:pt x="5426" y="5749"/>
                        <a:pt x="5512" y="5774"/>
                        <a:pt x="5562" y="5785"/>
                      </a:cubicBezTo>
                      <a:cubicBezTo>
                        <a:pt x="5615" y="5791"/>
                        <a:pt x="5700" y="5824"/>
                        <a:pt x="5733" y="5831"/>
                      </a:cubicBezTo>
                      <a:cubicBezTo>
                        <a:pt x="5759" y="5831"/>
                        <a:pt x="5799" y="5785"/>
                        <a:pt x="5838" y="5719"/>
                      </a:cubicBezTo>
                      <a:cubicBezTo>
                        <a:pt x="5871" y="5660"/>
                        <a:pt x="6181" y="5600"/>
                        <a:pt x="6181" y="5600"/>
                      </a:cubicBezTo>
                      <a:cubicBezTo>
                        <a:pt x="6181" y="5600"/>
                        <a:pt x="6246" y="5587"/>
                        <a:pt x="6266" y="5574"/>
                      </a:cubicBezTo>
                      <a:cubicBezTo>
                        <a:pt x="6293" y="5561"/>
                        <a:pt x="6299" y="5528"/>
                        <a:pt x="6279" y="5469"/>
                      </a:cubicBezTo>
                      <a:cubicBezTo>
                        <a:pt x="6253" y="5403"/>
                        <a:pt x="6293" y="5357"/>
                        <a:pt x="6312" y="5311"/>
                      </a:cubicBezTo>
                      <a:cubicBezTo>
                        <a:pt x="6332" y="5265"/>
                        <a:pt x="6352" y="5199"/>
                        <a:pt x="6365" y="5159"/>
                      </a:cubicBezTo>
                      <a:cubicBezTo>
                        <a:pt x="6385" y="5113"/>
                        <a:pt x="6385" y="5107"/>
                        <a:pt x="6437" y="5008"/>
                      </a:cubicBezTo>
                      <a:cubicBezTo>
                        <a:pt x="6497" y="4916"/>
                        <a:pt x="6529" y="4936"/>
                        <a:pt x="6556" y="4857"/>
                      </a:cubicBezTo>
                      <a:cubicBezTo>
                        <a:pt x="6562" y="4824"/>
                        <a:pt x="6608" y="4791"/>
                        <a:pt x="6655" y="4764"/>
                      </a:cubicBezTo>
                      <a:cubicBezTo>
                        <a:pt x="6655" y="4764"/>
                        <a:pt x="6655" y="4758"/>
                        <a:pt x="6648" y="4758"/>
                      </a:cubicBezTo>
                      <a:cubicBezTo>
                        <a:pt x="6641" y="4718"/>
                        <a:pt x="6608" y="4587"/>
                        <a:pt x="6608" y="4547"/>
                      </a:cubicBezTo>
                      <a:cubicBezTo>
                        <a:pt x="6608" y="4501"/>
                        <a:pt x="6701" y="4488"/>
                        <a:pt x="6773" y="4462"/>
                      </a:cubicBezTo>
                      <a:cubicBezTo>
                        <a:pt x="6845" y="4429"/>
                        <a:pt x="6878" y="4455"/>
                        <a:pt x="6918" y="4402"/>
                      </a:cubicBezTo>
                      <a:cubicBezTo>
                        <a:pt x="6964" y="4356"/>
                        <a:pt x="7036" y="4291"/>
                        <a:pt x="7063" y="4271"/>
                      </a:cubicBezTo>
                      <a:cubicBezTo>
                        <a:pt x="7089" y="4251"/>
                        <a:pt x="7076" y="4133"/>
                        <a:pt x="7109" y="4080"/>
                      </a:cubicBezTo>
                      <a:cubicBezTo>
                        <a:pt x="7142" y="4034"/>
                        <a:pt x="7201" y="3929"/>
                        <a:pt x="7273" y="3810"/>
                      </a:cubicBezTo>
                      <a:cubicBezTo>
                        <a:pt x="7346" y="3698"/>
                        <a:pt x="7273" y="3659"/>
                        <a:pt x="7267" y="3613"/>
                      </a:cubicBezTo>
                      <a:cubicBezTo>
                        <a:pt x="7260" y="3567"/>
                        <a:pt x="7128" y="3488"/>
                        <a:pt x="7069" y="3461"/>
                      </a:cubicBezTo>
                      <a:cubicBezTo>
                        <a:pt x="7016" y="3428"/>
                        <a:pt x="7181" y="3448"/>
                        <a:pt x="7227" y="3396"/>
                      </a:cubicBezTo>
                      <a:cubicBezTo>
                        <a:pt x="7280" y="3336"/>
                        <a:pt x="7227" y="3317"/>
                        <a:pt x="7221" y="3271"/>
                      </a:cubicBezTo>
                      <a:cubicBezTo>
                        <a:pt x="7214" y="3224"/>
                        <a:pt x="7188" y="3192"/>
                        <a:pt x="7148" y="3172"/>
                      </a:cubicBezTo>
                      <a:cubicBezTo>
                        <a:pt x="7115" y="3152"/>
                        <a:pt x="7115" y="3066"/>
                        <a:pt x="7115" y="3007"/>
                      </a:cubicBezTo>
                      <a:cubicBezTo>
                        <a:pt x="7115" y="2955"/>
                        <a:pt x="7227" y="2935"/>
                        <a:pt x="7273" y="2915"/>
                      </a:cubicBezTo>
                      <a:cubicBezTo>
                        <a:pt x="7293" y="2910"/>
                        <a:pt x="7305" y="2908"/>
                        <a:pt x="7317" y="2908"/>
                      </a:cubicBezTo>
                      <a:cubicBezTo>
                        <a:pt x="7334" y="2908"/>
                        <a:pt x="7351" y="2911"/>
                        <a:pt x="7385" y="2915"/>
                      </a:cubicBezTo>
                      <a:cubicBezTo>
                        <a:pt x="7394" y="2916"/>
                        <a:pt x="7401" y="2917"/>
                        <a:pt x="7406" y="2917"/>
                      </a:cubicBezTo>
                      <a:cubicBezTo>
                        <a:pt x="7430" y="2917"/>
                        <a:pt x="7413" y="2904"/>
                        <a:pt x="7418" y="2882"/>
                      </a:cubicBezTo>
                      <a:cubicBezTo>
                        <a:pt x="7425" y="2856"/>
                        <a:pt x="7530" y="2757"/>
                        <a:pt x="7530" y="2757"/>
                      </a:cubicBezTo>
                      <a:lnTo>
                        <a:pt x="7787" y="2790"/>
                      </a:lnTo>
                      <a:cubicBezTo>
                        <a:pt x="7773" y="2764"/>
                        <a:pt x="7793" y="2711"/>
                        <a:pt x="7793" y="2685"/>
                      </a:cubicBezTo>
                      <a:cubicBezTo>
                        <a:pt x="7793" y="2665"/>
                        <a:pt x="7681" y="2514"/>
                        <a:pt x="7648" y="2468"/>
                      </a:cubicBezTo>
                      <a:cubicBezTo>
                        <a:pt x="7609" y="2428"/>
                        <a:pt x="7576" y="2395"/>
                        <a:pt x="7543" y="2356"/>
                      </a:cubicBezTo>
                      <a:cubicBezTo>
                        <a:pt x="7510" y="2316"/>
                        <a:pt x="7517" y="2277"/>
                        <a:pt x="7517" y="2224"/>
                      </a:cubicBezTo>
                      <a:cubicBezTo>
                        <a:pt x="7517" y="2178"/>
                        <a:pt x="7517" y="2125"/>
                        <a:pt x="7530" y="2099"/>
                      </a:cubicBezTo>
                      <a:cubicBezTo>
                        <a:pt x="7536" y="2066"/>
                        <a:pt x="7582" y="2033"/>
                        <a:pt x="7648" y="2020"/>
                      </a:cubicBezTo>
                      <a:cubicBezTo>
                        <a:pt x="7708" y="2000"/>
                        <a:pt x="7721" y="1981"/>
                        <a:pt x="7747" y="1921"/>
                      </a:cubicBezTo>
                      <a:cubicBezTo>
                        <a:pt x="7767" y="1862"/>
                        <a:pt x="7661" y="1842"/>
                        <a:pt x="7681" y="1803"/>
                      </a:cubicBezTo>
                      <a:cubicBezTo>
                        <a:pt x="7701" y="1770"/>
                        <a:pt x="7767" y="1678"/>
                        <a:pt x="7800" y="1645"/>
                      </a:cubicBezTo>
                      <a:cubicBezTo>
                        <a:pt x="7833" y="1612"/>
                        <a:pt x="7977" y="1566"/>
                        <a:pt x="8004" y="1546"/>
                      </a:cubicBezTo>
                      <a:cubicBezTo>
                        <a:pt x="8030" y="1520"/>
                        <a:pt x="8037" y="1454"/>
                        <a:pt x="7997" y="1382"/>
                      </a:cubicBezTo>
                      <a:cubicBezTo>
                        <a:pt x="7964" y="1309"/>
                        <a:pt x="7912" y="1290"/>
                        <a:pt x="7859" y="1250"/>
                      </a:cubicBezTo>
                      <a:cubicBezTo>
                        <a:pt x="7813" y="1217"/>
                        <a:pt x="7714" y="1217"/>
                        <a:pt x="7681" y="1217"/>
                      </a:cubicBezTo>
                      <a:cubicBezTo>
                        <a:pt x="7642" y="1217"/>
                        <a:pt x="7569" y="1178"/>
                        <a:pt x="7563" y="1145"/>
                      </a:cubicBezTo>
                      <a:cubicBezTo>
                        <a:pt x="7563" y="1112"/>
                        <a:pt x="7530" y="1118"/>
                        <a:pt x="7438" y="1085"/>
                      </a:cubicBezTo>
                      <a:cubicBezTo>
                        <a:pt x="7388" y="1066"/>
                        <a:pt x="7364" y="1061"/>
                        <a:pt x="7342" y="1061"/>
                      </a:cubicBezTo>
                      <a:cubicBezTo>
                        <a:pt x="7321" y="1061"/>
                        <a:pt x="7303" y="1066"/>
                        <a:pt x="7267" y="1066"/>
                      </a:cubicBezTo>
                      <a:cubicBezTo>
                        <a:pt x="7260" y="1065"/>
                        <a:pt x="7254" y="1065"/>
                        <a:pt x="7249" y="1065"/>
                      </a:cubicBezTo>
                      <a:cubicBezTo>
                        <a:pt x="7197" y="1065"/>
                        <a:pt x="7213" y="1094"/>
                        <a:pt x="7201" y="1112"/>
                      </a:cubicBezTo>
                      <a:cubicBezTo>
                        <a:pt x="7194" y="1132"/>
                        <a:pt x="7128" y="1145"/>
                        <a:pt x="7128" y="1145"/>
                      </a:cubicBezTo>
                      <a:cubicBezTo>
                        <a:pt x="7128" y="1145"/>
                        <a:pt x="6997" y="1125"/>
                        <a:pt x="6984" y="1105"/>
                      </a:cubicBezTo>
                      <a:cubicBezTo>
                        <a:pt x="6970" y="1085"/>
                        <a:pt x="6964" y="993"/>
                        <a:pt x="6964" y="993"/>
                      </a:cubicBezTo>
                      <a:lnTo>
                        <a:pt x="6799" y="697"/>
                      </a:lnTo>
                      <a:cubicBezTo>
                        <a:pt x="6799" y="697"/>
                        <a:pt x="6727" y="651"/>
                        <a:pt x="6701" y="645"/>
                      </a:cubicBezTo>
                      <a:cubicBezTo>
                        <a:pt x="6697" y="643"/>
                        <a:pt x="6694" y="643"/>
                        <a:pt x="6690" y="643"/>
                      </a:cubicBezTo>
                      <a:cubicBezTo>
                        <a:pt x="6672" y="643"/>
                        <a:pt x="6650" y="656"/>
                        <a:pt x="6628" y="677"/>
                      </a:cubicBezTo>
                      <a:cubicBezTo>
                        <a:pt x="6608" y="697"/>
                        <a:pt x="6424" y="717"/>
                        <a:pt x="6424" y="717"/>
                      </a:cubicBezTo>
                      <a:cubicBezTo>
                        <a:pt x="6424" y="717"/>
                        <a:pt x="6339" y="697"/>
                        <a:pt x="6293" y="671"/>
                      </a:cubicBezTo>
                      <a:cubicBezTo>
                        <a:pt x="6246" y="645"/>
                        <a:pt x="6181" y="598"/>
                        <a:pt x="6056" y="539"/>
                      </a:cubicBezTo>
                      <a:cubicBezTo>
                        <a:pt x="5931" y="473"/>
                        <a:pt x="5924" y="447"/>
                        <a:pt x="5898" y="421"/>
                      </a:cubicBezTo>
                      <a:cubicBezTo>
                        <a:pt x="5871" y="394"/>
                        <a:pt x="5806" y="329"/>
                        <a:pt x="5680" y="296"/>
                      </a:cubicBezTo>
                      <a:cubicBezTo>
                        <a:pt x="5655" y="289"/>
                        <a:pt x="5635" y="287"/>
                        <a:pt x="5619" y="287"/>
                      </a:cubicBezTo>
                      <a:cubicBezTo>
                        <a:pt x="5552" y="287"/>
                        <a:pt x="5553" y="332"/>
                        <a:pt x="5516" y="348"/>
                      </a:cubicBezTo>
                      <a:cubicBezTo>
                        <a:pt x="5470" y="375"/>
                        <a:pt x="5450" y="447"/>
                        <a:pt x="5424" y="467"/>
                      </a:cubicBezTo>
                      <a:cubicBezTo>
                        <a:pt x="5414" y="475"/>
                        <a:pt x="5401" y="478"/>
                        <a:pt x="5388" y="478"/>
                      </a:cubicBezTo>
                      <a:cubicBezTo>
                        <a:pt x="5358" y="478"/>
                        <a:pt x="5322" y="463"/>
                        <a:pt x="5286" y="454"/>
                      </a:cubicBezTo>
                      <a:cubicBezTo>
                        <a:pt x="5233" y="447"/>
                        <a:pt x="5200" y="394"/>
                        <a:pt x="5174" y="335"/>
                      </a:cubicBezTo>
                      <a:cubicBezTo>
                        <a:pt x="5147" y="283"/>
                        <a:pt x="5193" y="230"/>
                        <a:pt x="5220" y="190"/>
                      </a:cubicBezTo>
                      <a:cubicBezTo>
                        <a:pt x="5246" y="144"/>
                        <a:pt x="5246" y="105"/>
                        <a:pt x="5246" y="105"/>
                      </a:cubicBezTo>
                      <a:cubicBezTo>
                        <a:pt x="5246" y="105"/>
                        <a:pt x="5174" y="26"/>
                        <a:pt x="5141" y="6"/>
                      </a:cubicBezTo>
                      <a:cubicBezTo>
                        <a:pt x="5133" y="2"/>
                        <a:pt x="5109" y="1"/>
                        <a:pt x="5076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750F32"/>
                    </a:solidFill>
                  </a:endParaRPr>
                </a:p>
              </p:txBody>
            </p:sp>
            <p:sp>
              <p:nvSpPr>
                <p:cNvPr id="260" name="Google Shape;1568;p19">
                  <a:extLst>
                    <a:ext uri="{FF2B5EF4-FFF2-40B4-BE49-F238E27FC236}">
                      <a16:creationId xmlns:a16="http://schemas.microsoft.com/office/drawing/2014/main" id="{AC9BC339-80A0-521F-4645-E553BE137B7A}"/>
                    </a:ext>
                  </a:extLst>
                </p:cNvPr>
                <p:cNvSpPr/>
                <p:nvPr/>
              </p:nvSpPr>
              <p:spPr>
                <a:xfrm>
                  <a:off x="7172629" y="3304870"/>
                  <a:ext cx="704078" cy="448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1" h="4108" extrusionOk="0">
                      <a:moveTo>
                        <a:pt x="1843" y="0"/>
                      </a:moveTo>
                      <a:cubicBezTo>
                        <a:pt x="1830" y="0"/>
                        <a:pt x="1784" y="46"/>
                        <a:pt x="1744" y="66"/>
                      </a:cubicBezTo>
                      <a:cubicBezTo>
                        <a:pt x="1738" y="73"/>
                        <a:pt x="1725" y="79"/>
                        <a:pt x="1705" y="92"/>
                      </a:cubicBezTo>
                      <a:cubicBezTo>
                        <a:pt x="1705" y="92"/>
                        <a:pt x="1698" y="92"/>
                        <a:pt x="1698" y="99"/>
                      </a:cubicBezTo>
                      <a:cubicBezTo>
                        <a:pt x="1685" y="106"/>
                        <a:pt x="1679" y="112"/>
                        <a:pt x="1665" y="119"/>
                      </a:cubicBezTo>
                      <a:cubicBezTo>
                        <a:pt x="1659" y="125"/>
                        <a:pt x="1652" y="132"/>
                        <a:pt x="1639" y="139"/>
                      </a:cubicBezTo>
                      <a:cubicBezTo>
                        <a:pt x="1626" y="145"/>
                        <a:pt x="1619" y="158"/>
                        <a:pt x="1606" y="165"/>
                      </a:cubicBezTo>
                      <a:cubicBezTo>
                        <a:pt x="1600" y="171"/>
                        <a:pt x="1593" y="178"/>
                        <a:pt x="1586" y="185"/>
                      </a:cubicBezTo>
                      <a:lnTo>
                        <a:pt x="1580" y="185"/>
                      </a:lnTo>
                      <a:cubicBezTo>
                        <a:pt x="1573" y="191"/>
                        <a:pt x="1567" y="198"/>
                        <a:pt x="1567" y="198"/>
                      </a:cubicBezTo>
                      <a:cubicBezTo>
                        <a:pt x="1553" y="204"/>
                        <a:pt x="1547" y="218"/>
                        <a:pt x="1534" y="224"/>
                      </a:cubicBezTo>
                      <a:cubicBezTo>
                        <a:pt x="1534" y="224"/>
                        <a:pt x="1527" y="231"/>
                        <a:pt x="1521" y="231"/>
                      </a:cubicBezTo>
                      <a:cubicBezTo>
                        <a:pt x="1514" y="237"/>
                        <a:pt x="1514" y="237"/>
                        <a:pt x="1507" y="244"/>
                      </a:cubicBezTo>
                      <a:cubicBezTo>
                        <a:pt x="1507" y="244"/>
                        <a:pt x="1501" y="244"/>
                        <a:pt x="1501" y="250"/>
                      </a:cubicBezTo>
                      <a:lnTo>
                        <a:pt x="1494" y="250"/>
                      </a:lnTo>
                      <a:cubicBezTo>
                        <a:pt x="1494" y="250"/>
                        <a:pt x="1428" y="408"/>
                        <a:pt x="1409" y="408"/>
                      </a:cubicBezTo>
                      <a:cubicBezTo>
                        <a:pt x="1389" y="408"/>
                        <a:pt x="1211" y="415"/>
                        <a:pt x="1152" y="494"/>
                      </a:cubicBezTo>
                      <a:cubicBezTo>
                        <a:pt x="1093" y="573"/>
                        <a:pt x="1113" y="705"/>
                        <a:pt x="1113" y="770"/>
                      </a:cubicBezTo>
                      <a:cubicBezTo>
                        <a:pt x="1113" y="836"/>
                        <a:pt x="1159" y="889"/>
                        <a:pt x="1106" y="922"/>
                      </a:cubicBezTo>
                      <a:cubicBezTo>
                        <a:pt x="1100" y="925"/>
                        <a:pt x="1095" y="926"/>
                        <a:pt x="1091" y="926"/>
                      </a:cubicBezTo>
                      <a:cubicBezTo>
                        <a:pt x="1072" y="926"/>
                        <a:pt x="1059" y="905"/>
                        <a:pt x="1036" y="905"/>
                      </a:cubicBezTo>
                      <a:cubicBezTo>
                        <a:pt x="1018" y="905"/>
                        <a:pt x="993" y="919"/>
                        <a:pt x="955" y="968"/>
                      </a:cubicBezTo>
                      <a:cubicBezTo>
                        <a:pt x="856" y="1099"/>
                        <a:pt x="816" y="1132"/>
                        <a:pt x="836" y="1165"/>
                      </a:cubicBezTo>
                      <a:cubicBezTo>
                        <a:pt x="856" y="1198"/>
                        <a:pt x="862" y="1323"/>
                        <a:pt x="862" y="1323"/>
                      </a:cubicBezTo>
                      <a:cubicBezTo>
                        <a:pt x="862" y="1323"/>
                        <a:pt x="777" y="1356"/>
                        <a:pt x="744" y="1376"/>
                      </a:cubicBezTo>
                      <a:cubicBezTo>
                        <a:pt x="711" y="1402"/>
                        <a:pt x="704" y="1468"/>
                        <a:pt x="711" y="1507"/>
                      </a:cubicBezTo>
                      <a:cubicBezTo>
                        <a:pt x="724" y="1540"/>
                        <a:pt x="704" y="1540"/>
                        <a:pt x="619" y="1606"/>
                      </a:cubicBezTo>
                      <a:cubicBezTo>
                        <a:pt x="533" y="1672"/>
                        <a:pt x="421" y="1725"/>
                        <a:pt x="389" y="1758"/>
                      </a:cubicBezTo>
                      <a:cubicBezTo>
                        <a:pt x="375" y="1771"/>
                        <a:pt x="362" y="1784"/>
                        <a:pt x="336" y="1804"/>
                      </a:cubicBezTo>
                      <a:cubicBezTo>
                        <a:pt x="329" y="1810"/>
                        <a:pt x="323" y="1817"/>
                        <a:pt x="316" y="1823"/>
                      </a:cubicBezTo>
                      <a:cubicBezTo>
                        <a:pt x="303" y="1830"/>
                        <a:pt x="296" y="1843"/>
                        <a:pt x="283" y="1856"/>
                      </a:cubicBezTo>
                      <a:cubicBezTo>
                        <a:pt x="277" y="1863"/>
                        <a:pt x="270" y="1869"/>
                        <a:pt x="257" y="1876"/>
                      </a:cubicBezTo>
                      <a:cubicBezTo>
                        <a:pt x="185" y="1942"/>
                        <a:pt x="92" y="2021"/>
                        <a:pt x="20" y="2080"/>
                      </a:cubicBezTo>
                      <a:cubicBezTo>
                        <a:pt x="13" y="2087"/>
                        <a:pt x="7" y="2087"/>
                        <a:pt x="0" y="2093"/>
                      </a:cubicBezTo>
                      <a:lnTo>
                        <a:pt x="224" y="2120"/>
                      </a:lnTo>
                      <a:cubicBezTo>
                        <a:pt x="224" y="2120"/>
                        <a:pt x="421" y="2139"/>
                        <a:pt x="500" y="2139"/>
                      </a:cubicBezTo>
                      <a:cubicBezTo>
                        <a:pt x="579" y="2139"/>
                        <a:pt x="685" y="2106"/>
                        <a:pt x="685" y="2106"/>
                      </a:cubicBezTo>
                      <a:cubicBezTo>
                        <a:pt x="685" y="2106"/>
                        <a:pt x="724" y="2073"/>
                        <a:pt x="777" y="2073"/>
                      </a:cubicBezTo>
                      <a:cubicBezTo>
                        <a:pt x="823" y="2073"/>
                        <a:pt x="928" y="2106"/>
                        <a:pt x="928" y="2106"/>
                      </a:cubicBezTo>
                      <a:lnTo>
                        <a:pt x="1126" y="2166"/>
                      </a:lnTo>
                      <a:cubicBezTo>
                        <a:pt x="1126" y="2166"/>
                        <a:pt x="1540" y="2231"/>
                        <a:pt x="1567" y="2231"/>
                      </a:cubicBezTo>
                      <a:cubicBezTo>
                        <a:pt x="1593" y="2231"/>
                        <a:pt x="1646" y="2324"/>
                        <a:pt x="1646" y="2324"/>
                      </a:cubicBezTo>
                      <a:lnTo>
                        <a:pt x="1902" y="2396"/>
                      </a:lnTo>
                      <a:cubicBezTo>
                        <a:pt x="1902" y="2396"/>
                        <a:pt x="2080" y="2356"/>
                        <a:pt x="2126" y="2324"/>
                      </a:cubicBezTo>
                      <a:cubicBezTo>
                        <a:pt x="2135" y="2319"/>
                        <a:pt x="2145" y="2317"/>
                        <a:pt x="2158" y="2317"/>
                      </a:cubicBezTo>
                      <a:cubicBezTo>
                        <a:pt x="2221" y="2317"/>
                        <a:pt x="2323" y="2366"/>
                        <a:pt x="2356" y="2383"/>
                      </a:cubicBezTo>
                      <a:cubicBezTo>
                        <a:pt x="2389" y="2396"/>
                        <a:pt x="2501" y="2600"/>
                        <a:pt x="2541" y="2666"/>
                      </a:cubicBezTo>
                      <a:cubicBezTo>
                        <a:pt x="2574" y="2732"/>
                        <a:pt x="2541" y="2850"/>
                        <a:pt x="2541" y="2896"/>
                      </a:cubicBezTo>
                      <a:cubicBezTo>
                        <a:pt x="2541" y="2936"/>
                        <a:pt x="2574" y="3034"/>
                        <a:pt x="2600" y="3074"/>
                      </a:cubicBezTo>
                      <a:cubicBezTo>
                        <a:pt x="2626" y="3120"/>
                        <a:pt x="2705" y="3225"/>
                        <a:pt x="2751" y="3265"/>
                      </a:cubicBezTo>
                      <a:cubicBezTo>
                        <a:pt x="2797" y="3311"/>
                        <a:pt x="2778" y="3357"/>
                        <a:pt x="2778" y="3390"/>
                      </a:cubicBezTo>
                      <a:cubicBezTo>
                        <a:pt x="2778" y="3429"/>
                        <a:pt x="2758" y="3475"/>
                        <a:pt x="2751" y="3502"/>
                      </a:cubicBezTo>
                      <a:cubicBezTo>
                        <a:pt x="2745" y="3528"/>
                        <a:pt x="2751" y="3594"/>
                        <a:pt x="2751" y="3594"/>
                      </a:cubicBezTo>
                      <a:cubicBezTo>
                        <a:pt x="2751" y="3594"/>
                        <a:pt x="2862" y="3605"/>
                        <a:pt x="2926" y="3605"/>
                      </a:cubicBezTo>
                      <a:cubicBezTo>
                        <a:pt x="2947" y="3605"/>
                        <a:pt x="2964" y="3604"/>
                        <a:pt x="2968" y="3600"/>
                      </a:cubicBezTo>
                      <a:cubicBezTo>
                        <a:pt x="2975" y="3596"/>
                        <a:pt x="2996" y="3594"/>
                        <a:pt x="3024" y="3594"/>
                      </a:cubicBezTo>
                      <a:cubicBezTo>
                        <a:pt x="3079" y="3594"/>
                        <a:pt x="3159" y="3600"/>
                        <a:pt x="3199" y="3600"/>
                      </a:cubicBezTo>
                      <a:cubicBezTo>
                        <a:pt x="3265" y="3600"/>
                        <a:pt x="3291" y="3646"/>
                        <a:pt x="3291" y="3646"/>
                      </a:cubicBezTo>
                      <a:lnTo>
                        <a:pt x="3291" y="3896"/>
                      </a:lnTo>
                      <a:cubicBezTo>
                        <a:pt x="3291" y="3908"/>
                        <a:pt x="3293" y="3913"/>
                        <a:pt x="3296" y="3913"/>
                      </a:cubicBezTo>
                      <a:cubicBezTo>
                        <a:pt x="3312" y="3913"/>
                        <a:pt x="3357" y="3804"/>
                        <a:pt x="3357" y="3804"/>
                      </a:cubicBezTo>
                      <a:lnTo>
                        <a:pt x="3515" y="3804"/>
                      </a:lnTo>
                      <a:cubicBezTo>
                        <a:pt x="3548" y="3804"/>
                        <a:pt x="3554" y="4002"/>
                        <a:pt x="3600" y="4028"/>
                      </a:cubicBezTo>
                      <a:cubicBezTo>
                        <a:pt x="3620" y="4041"/>
                        <a:pt x="3646" y="4074"/>
                        <a:pt x="3653" y="4107"/>
                      </a:cubicBezTo>
                      <a:cubicBezTo>
                        <a:pt x="3699" y="4061"/>
                        <a:pt x="3732" y="4015"/>
                        <a:pt x="3745" y="3975"/>
                      </a:cubicBezTo>
                      <a:cubicBezTo>
                        <a:pt x="3771" y="3857"/>
                        <a:pt x="3817" y="3758"/>
                        <a:pt x="3817" y="3758"/>
                      </a:cubicBezTo>
                      <a:cubicBezTo>
                        <a:pt x="3817" y="3758"/>
                        <a:pt x="4272" y="3488"/>
                        <a:pt x="4311" y="3456"/>
                      </a:cubicBezTo>
                      <a:cubicBezTo>
                        <a:pt x="4351" y="3423"/>
                        <a:pt x="4410" y="3416"/>
                        <a:pt x="4423" y="3403"/>
                      </a:cubicBezTo>
                      <a:cubicBezTo>
                        <a:pt x="4436" y="3390"/>
                        <a:pt x="4449" y="3357"/>
                        <a:pt x="4482" y="3311"/>
                      </a:cubicBezTo>
                      <a:cubicBezTo>
                        <a:pt x="4522" y="3258"/>
                        <a:pt x="4666" y="3159"/>
                        <a:pt x="4706" y="3146"/>
                      </a:cubicBezTo>
                      <a:cubicBezTo>
                        <a:pt x="4715" y="3143"/>
                        <a:pt x="4728" y="3142"/>
                        <a:pt x="4744" y="3142"/>
                      </a:cubicBezTo>
                      <a:cubicBezTo>
                        <a:pt x="4779" y="3142"/>
                        <a:pt x="4828" y="3147"/>
                        <a:pt x="4865" y="3147"/>
                      </a:cubicBezTo>
                      <a:cubicBezTo>
                        <a:pt x="4888" y="3147"/>
                        <a:pt x="4907" y="3145"/>
                        <a:pt x="4917" y="3140"/>
                      </a:cubicBezTo>
                      <a:cubicBezTo>
                        <a:pt x="4956" y="3113"/>
                        <a:pt x="5035" y="3015"/>
                        <a:pt x="5048" y="2995"/>
                      </a:cubicBezTo>
                      <a:cubicBezTo>
                        <a:pt x="5055" y="2975"/>
                        <a:pt x="5107" y="2955"/>
                        <a:pt x="5147" y="2955"/>
                      </a:cubicBezTo>
                      <a:cubicBezTo>
                        <a:pt x="5186" y="2962"/>
                        <a:pt x="5463" y="3113"/>
                        <a:pt x="5515" y="3120"/>
                      </a:cubicBezTo>
                      <a:cubicBezTo>
                        <a:pt x="5518" y="3120"/>
                        <a:pt x="5521" y="3121"/>
                        <a:pt x="5524" y="3121"/>
                      </a:cubicBezTo>
                      <a:cubicBezTo>
                        <a:pt x="5589" y="3121"/>
                        <a:pt x="5745" y="2988"/>
                        <a:pt x="5726" y="2975"/>
                      </a:cubicBezTo>
                      <a:cubicBezTo>
                        <a:pt x="5706" y="2962"/>
                        <a:pt x="5594" y="2929"/>
                        <a:pt x="5581" y="2916"/>
                      </a:cubicBezTo>
                      <a:cubicBezTo>
                        <a:pt x="5568" y="2903"/>
                        <a:pt x="5542" y="2863"/>
                        <a:pt x="5562" y="2850"/>
                      </a:cubicBezTo>
                      <a:cubicBezTo>
                        <a:pt x="5581" y="2830"/>
                        <a:pt x="5673" y="2778"/>
                        <a:pt x="5680" y="2771"/>
                      </a:cubicBezTo>
                      <a:cubicBezTo>
                        <a:pt x="5693" y="2765"/>
                        <a:pt x="5812" y="2692"/>
                        <a:pt x="5864" y="2659"/>
                      </a:cubicBezTo>
                      <a:cubicBezTo>
                        <a:pt x="5917" y="2633"/>
                        <a:pt x="6022" y="2633"/>
                        <a:pt x="6022" y="2633"/>
                      </a:cubicBezTo>
                      <a:cubicBezTo>
                        <a:pt x="6022" y="2633"/>
                        <a:pt x="6062" y="2593"/>
                        <a:pt x="6062" y="2567"/>
                      </a:cubicBezTo>
                      <a:cubicBezTo>
                        <a:pt x="6062" y="2541"/>
                        <a:pt x="5996" y="2482"/>
                        <a:pt x="6062" y="2435"/>
                      </a:cubicBezTo>
                      <a:cubicBezTo>
                        <a:pt x="6121" y="2396"/>
                        <a:pt x="6246" y="2356"/>
                        <a:pt x="6292" y="2350"/>
                      </a:cubicBezTo>
                      <a:lnTo>
                        <a:pt x="6364" y="2258"/>
                      </a:lnTo>
                      <a:cubicBezTo>
                        <a:pt x="6364" y="2258"/>
                        <a:pt x="6411" y="2199"/>
                        <a:pt x="6430" y="2166"/>
                      </a:cubicBezTo>
                      <a:cubicBezTo>
                        <a:pt x="6450" y="2126"/>
                        <a:pt x="6378" y="2106"/>
                        <a:pt x="6345" y="2100"/>
                      </a:cubicBezTo>
                      <a:cubicBezTo>
                        <a:pt x="6305" y="2100"/>
                        <a:pt x="6147" y="2100"/>
                        <a:pt x="6114" y="2087"/>
                      </a:cubicBezTo>
                      <a:cubicBezTo>
                        <a:pt x="6081" y="2073"/>
                        <a:pt x="6042" y="2034"/>
                        <a:pt x="6029" y="2014"/>
                      </a:cubicBezTo>
                      <a:cubicBezTo>
                        <a:pt x="6016" y="1994"/>
                        <a:pt x="6029" y="1869"/>
                        <a:pt x="6029" y="1869"/>
                      </a:cubicBezTo>
                      <a:lnTo>
                        <a:pt x="6029" y="1869"/>
                      </a:lnTo>
                      <a:lnTo>
                        <a:pt x="5943" y="1948"/>
                      </a:lnTo>
                      <a:lnTo>
                        <a:pt x="5845" y="1968"/>
                      </a:lnTo>
                      <a:cubicBezTo>
                        <a:pt x="5845" y="1968"/>
                        <a:pt x="5766" y="2027"/>
                        <a:pt x="5733" y="2060"/>
                      </a:cubicBezTo>
                      <a:cubicBezTo>
                        <a:pt x="5700" y="2093"/>
                        <a:pt x="5641" y="2100"/>
                        <a:pt x="5608" y="2100"/>
                      </a:cubicBezTo>
                      <a:cubicBezTo>
                        <a:pt x="5596" y="2102"/>
                        <a:pt x="5585" y="2103"/>
                        <a:pt x="5573" y="2103"/>
                      </a:cubicBezTo>
                      <a:cubicBezTo>
                        <a:pt x="5545" y="2103"/>
                        <a:pt x="5512" y="2098"/>
                        <a:pt x="5456" y="2093"/>
                      </a:cubicBezTo>
                      <a:cubicBezTo>
                        <a:pt x="5377" y="2093"/>
                        <a:pt x="5390" y="2100"/>
                        <a:pt x="5344" y="2113"/>
                      </a:cubicBezTo>
                      <a:cubicBezTo>
                        <a:pt x="5305" y="2133"/>
                        <a:pt x="5292" y="2172"/>
                        <a:pt x="5265" y="2238"/>
                      </a:cubicBezTo>
                      <a:cubicBezTo>
                        <a:pt x="5246" y="2297"/>
                        <a:pt x="5232" y="2304"/>
                        <a:pt x="5226" y="2317"/>
                      </a:cubicBezTo>
                      <a:cubicBezTo>
                        <a:pt x="5225" y="2320"/>
                        <a:pt x="5216" y="2322"/>
                        <a:pt x="5202" y="2322"/>
                      </a:cubicBezTo>
                      <a:cubicBezTo>
                        <a:pt x="5137" y="2322"/>
                        <a:pt x="4958" y="2289"/>
                        <a:pt x="4936" y="2284"/>
                      </a:cubicBezTo>
                      <a:cubicBezTo>
                        <a:pt x="4917" y="2277"/>
                        <a:pt x="4877" y="2271"/>
                        <a:pt x="4838" y="2245"/>
                      </a:cubicBezTo>
                      <a:cubicBezTo>
                        <a:pt x="4805" y="2218"/>
                        <a:pt x="4778" y="2106"/>
                        <a:pt x="4772" y="2054"/>
                      </a:cubicBezTo>
                      <a:cubicBezTo>
                        <a:pt x="4765" y="2008"/>
                        <a:pt x="4699" y="1981"/>
                        <a:pt x="4686" y="1968"/>
                      </a:cubicBezTo>
                      <a:cubicBezTo>
                        <a:pt x="4666" y="1962"/>
                        <a:pt x="4620" y="1883"/>
                        <a:pt x="4607" y="1810"/>
                      </a:cubicBezTo>
                      <a:cubicBezTo>
                        <a:pt x="4601" y="1738"/>
                        <a:pt x="4607" y="1758"/>
                        <a:pt x="4614" y="1738"/>
                      </a:cubicBezTo>
                      <a:cubicBezTo>
                        <a:pt x="4620" y="1711"/>
                        <a:pt x="4614" y="1626"/>
                        <a:pt x="4607" y="1606"/>
                      </a:cubicBezTo>
                      <a:cubicBezTo>
                        <a:pt x="4601" y="1580"/>
                        <a:pt x="4594" y="1507"/>
                        <a:pt x="4601" y="1488"/>
                      </a:cubicBezTo>
                      <a:cubicBezTo>
                        <a:pt x="4607" y="1461"/>
                        <a:pt x="4666" y="1409"/>
                        <a:pt x="4699" y="1382"/>
                      </a:cubicBezTo>
                      <a:cubicBezTo>
                        <a:pt x="4726" y="1350"/>
                        <a:pt x="4745" y="1277"/>
                        <a:pt x="4745" y="1257"/>
                      </a:cubicBezTo>
                      <a:cubicBezTo>
                        <a:pt x="4745" y="1238"/>
                        <a:pt x="4686" y="1172"/>
                        <a:pt x="4555" y="1172"/>
                      </a:cubicBezTo>
                      <a:cubicBezTo>
                        <a:pt x="4423" y="1172"/>
                        <a:pt x="4469" y="1192"/>
                        <a:pt x="4443" y="1192"/>
                      </a:cubicBezTo>
                      <a:cubicBezTo>
                        <a:pt x="4437" y="1190"/>
                        <a:pt x="4431" y="1190"/>
                        <a:pt x="4425" y="1190"/>
                      </a:cubicBezTo>
                      <a:cubicBezTo>
                        <a:pt x="4409" y="1190"/>
                        <a:pt x="4392" y="1193"/>
                        <a:pt x="4378" y="1193"/>
                      </a:cubicBezTo>
                      <a:cubicBezTo>
                        <a:pt x="4373" y="1193"/>
                        <a:pt x="4368" y="1193"/>
                        <a:pt x="4364" y="1192"/>
                      </a:cubicBezTo>
                      <a:cubicBezTo>
                        <a:pt x="4351" y="1185"/>
                        <a:pt x="4318" y="1073"/>
                        <a:pt x="4298" y="1027"/>
                      </a:cubicBezTo>
                      <a:cubicBezTo>
                        <a:pt x="4272" y="981"/>
                        <a:pt x="4226" y="810"/>
                        <a:pt x="4252" y="764"/>
                      </a:cubicBezTo>
                      <a:cubicBezTo>
                        <a:pt x="4278" y="711"/>
                        <a:pt x="4265" y="718"/>
                        <a:pt x="4285" y="658"/>
                      </a:cubicBezTo>
                      <a:cubicBezTo>
                        <a:pt x="4298" y="599"/>
                        <a:pt x="4258" y="573"/>
                        <a:pt x="4239" y="560"/>
                      </a:cubicBezTo>
                      <a:cubicBezTo>
                        <a:pt x="4226" y="547"/>
                        <a:pt x="4140" y="501"/>
                        <a:pt x="4147" y="474"/>
                      </a:cubicBezTo>
                      <a:cubicBezTo>
                        <a:pt x="4153" y="454"/>
                        <a:pt x="4232" y="362"/>
                        <a:pt x="4226" y="343"/>
                      </a:cubicBezTo>
                      <a:cubicBezTo>
                        <a:pt x="4226" y="323"/>
                        <a:pt x="4147" y="211"/>
                        <a:pt x="4100" y="191"/>
                      </a:cubicBezTo>
                      <a:cubicBezTo>
                        <a:pt x="4069" y="179"/>
                        <a:pt x="4042" y="177"/>
                        <a:pt x="4026" y="177"/>
                      </a:cubicBezTo>
                      <a:cubicBezTo>
                        <a:pt x="4015" y="177"/>
                        <a:pt x="4008" y="178"/>
                        <a:pt x="4008" y="178"/>
                      </a:cubicBezTo>
                      <a:cubicBezTo>
                        <a:pt x="4008" y="178"/>
                        <a:pt x="3949" y="145"/>
                        <a:pt x="3943" y="145"/>
                      </a:cubicBezTo>
                      <a:cubicBezTo>
                        <a:pt x="3936" y="145"/>
                        <a:pt x="3864" y="158"/>
                        <a:pt x="3798" y="191"/>
                      </a:cubicBezTo>
                      <a:cubicBezTo>
                        <a:pt x="3732" y="218"/>
                        <a:pt x="3738" y="231"/>
                        <a:pt x="3725" y="244"/>
                      </a:cubicBezTo>
                      <a:cubicBezTo>
                        <a:pt x="3711" y="253"/>
                        <a:pt x="3682" y="260"/>
                        <a:pt x="3663" y="260"/>
                      </a:cubicBezTo>
                      <a:cubicBezTo>
                        <a:pt x="3656" y="260"/>
                        <a:pt x="3650" y="259"/>
                        <a:pt x="3646" y="257"/>
                      </a:cubicBezTo>
                      <a:cubicBezTo>
                        <a:pt x="3627" y="250"/>
                        <a:pt x="3548" y="237"/>
                        <a:pt x="3521" y="237"/>
                      </a:cubicBezTo>
                      <a:cubicBezTo>
                        <a:pt x="3502" y="237"/>
                        <a:pt x="3482" y="264"/>
                        <a:pt x="3475" y="270"/>
                      </a:cubicBezTo>
                      <a:cubicBezTo>
                        <a:pt x="3462" y="270"/>
                        <a:pt x="3298" y="277"/>
                        <a:pt x="3232" y="290"/>
                      </a:cubicBezTo>
                      <a:cubicBezTo>
                        <a:pt x="3218" y="294"/>
                        <a:pt x="3204" y="296"/>
                        <a:pt x="3191" y="296"/>
                      </a:cubicBezTo>
                      <a:cubicBezTo>
                        <a:pt x="3148" y="296"/>
                        <a:pt x="3113" y="277"/>
                        <a:pt x="3113" y="277"/>
                      </a:cubicBezTo>
                      <a:lnTo>
                        <a:pt x="3080" y="290"/>
                      </a:lnTo>
                      <a:lnTo>
                        <a:pt x="3041" y="349"/>
                      </a:lnTo>
                      <a:cubicBezTo>
                        <a:pt x="3041" y="349"/>
                        <a:pt x="2982" y="402"/>
                        <a:pt x="2968" y="422"/>
                      </a:cubicBezTo>
                      <a:cubicBezTo>
                        <a:pt x="2967" y="423"/>
                        <a:pt x="2967" y="423"/>
                        <a:pt x="2966" y="423"/>
                      </a:cubicBezTo>
                      <a:cubicBezTo>
                        <a:pt x="2954" y="423"/>
                        <a:pt x="2948" y="353"/>
                        <a:pt x="2942" y="316"/>
                      </a:cubicBezTo>
                      <a:cubicBezTo>
                        <a:pt x="2942" y="304"/>
                        <a:pt x="2936" y="300"/>
                        <a:pt x="2927" y="300"/>
                      </a:cubicBezTo>
                      <a:cubicBezTo>
                        <a:pt x="2905" y="300"/>
                        <a:pt x="2870" y="323"/>
                        <a:pt x="2870" y="323"/>
                      </a:cubicBezTo>
                      <a:cubicBezTo>
                        <a:pt x="2870" y="323"/>
                        <a:pt x="2791" y="382"/>
                        <a:pt x="2771" y="389"/>
                      </a:cubicBezTo>
                      <a:cubicBezTo>
                        <a:pt x="2770" y="389"/>
                        <a:pt x="2769" y="389"/>
                        <a:pt x="2769" y="389"/>
                      </a:cubicBezTo>
                      <a:cubicBezTo>
                        <a:pt x="2751" y="389"/>
                        <a:pt x="2744" y="315"/>
                        <a:pt x="2738" y="283"/>
                      </a:cubicBezTo>
                      <a:cubicBezTo>
                        <a:pt x="2738" y="250"/>
                        <a:pt x="2725" y="191"/>
                        <a:pt x="2718" y="145"/>
                      </a:cubicBezTo>
                      <a:cubicBezTo>
                        <a:pt x="2714" y="110"/>
                        <a:pt x="2704" y="104"/>
                        <a:pt x="2697" y="104"/>
                      </a:cubicBezTo>
                      <a:cubicBezTo>
                        <a:pt x="2694" y="104"/>
                        <a:pt x="2692" y="106"/>
                        <a:pt x="2692" y="106"/>
                      </a:cubicBezTo>
                      <a:cubicBezTo>
                        <a:pt x="2692" y="106"/>
                        <a:pt x="2580" y="86"/>
                        <a:pt x="2528" y="86"/>
                      </a:cubicBezTo>
                      <a:cubicBezTo>
                        <a:pt x="2475" y="86"/>
                        <a:pt x="2363" y="119"/>
                        <a:pt x="2330" y="125"/>
                      </a:cubicBezTo>
                      <a:cubicBezTo>
                        <a:pt x="2317" y="128"/>
                        <a:pt x="2299" y="128"/>
                        <a:pt x="2278" y="128"/>
                      </a:cubicBezTo>
                      <a:cubicBezTo>
                        <a:pt x="2237" y="128"/>
                        <a:pt x="2187" y="125"/>
                        <a:pt x="2152" y="125"/>
                      </a:cubicBezTo>
                      <a:cubicBezTo>
                        <a:pt x="2106" y="125"/>
                        <a:pt x="2001" y="73"/>
                        <a:pt x="1981" y="46"/>
                      </a:cubicBezTo>
                      <a:cubicBezTo>
                        <a:pt x="1962" y="20"/>
                        <a:pt x="1863" y="0"/>
                        <a:pt x="184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750F32"/>
                    </a:solidFill>
                  </a:endParaRPr>
                </a:p>
              </p:txBody>
            </p:sp>
            <p:sp>
              <p:nvSpPr>
                <p:cNvPr id="261" name="Google Shape;1569;p19">
                  <a:extLst>
                    <a:ext uri="{FF2B5EF4-FFF2-40B4-BE49-F238E27FC236}">
                      <a16:creationId xmlns:a16="http://schemas.microsoft.com/office/drawing/2014/main" id="{3A7B9872-C558-523A-9259-B702F21C8F82}"/>
                    </a:ext>
                  </a:extLst>
                </p:cNvPr>
                <p:cNvSpPr/>
                <p:nvPr/>
              </p:nvSpPr>
              <p:spPr>
                <a:xfrm>
                  <a:off x="7679702" y="2399971"/>
                  <a:ext cx="725579" cy="792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8" h="7259" extrusionOk="0">
                      <a:moveTo>
                        <a:pt x="5168" y="1"/>
                      </a:moveTo>
                      <a:cubicBezTo>
                        <a:pt x="5139" y="1"/>
                        <a:pt x="5110" y="48"/>
                        <a:pt x="5082" y="58"/>
                      </a:cubicBezTo>
                      <a:cubicBezTo>
                        <a:pt x="5049" y="71"/>
                        <a:pt x="4989" y="124"/>
                        <a:pt x="4950" y="163"/>
                      </a:cubicBezTo>
                      <a:cubicBezTo>
                        <a:pt x="4910" y="203"/>
                        <a:pt x="4851" y="269"/>
                        <a:pt x="4818" y="315"/>
                      </a:cubicBezTo>
                      <a:cubicBezTo>
                        <a:pt x="4785" y="361"/>
                        <a:pt x="4766" y="354"/>
                        <a:pt x="4752" y="361"/>
                      </a:cubicBezTo>
                      <a:cubicBezTo>
                        <a:pt x="4733" y="374"/>
                        <a:pt x="4680" y="400"/>
                        <a:pt x="4660" y="400"/>
                      </a:cubicBezTo>
                      <a:cubicBezTo>
                        <a:pt x="4643" y="400"/>
                        <a:pt x="4622" y="397"/>
                        <a:pt x="4599" y="397"/>
                      </a:cubicBezTo>
                      <a:cubicBezTo>
                        <a:pt x="4587" y="397"/>
                        <a:pt x="4575" y="398"/>
                        <a:pt x="4562" y="400"/>
                      </a:cubicBezTo>
                      <a:cubicBezTo>
                        <a:pt x="4529" y="407"/>
                        <a:pt x="4562" y="427"/>
                        <a:pt x="4562" y="479"/>
                      </a:cubicBezTo>
                      <a:cubicBezTo>
                        <a:pt x="4562" y="532"/>
                        <a:pt x="4529" y="565"/>
                        <a:pt x="4509" y="591"/>
                      </a:cubicBezTo>
                      <a:cubicBezTo>
                        <a:pt x="4489" y="617"/>
                        <a:pt x="4450" y="624"/>
                        <a:pt x="4450" y="624"/>
                      </a:cubicBezTo>
                      <a:cubicBezTo>
                        <a:pt x="4450" y="624"/>
                        <a:pt x="4298" y="729"/>
                        <a:pt x="4272" y="736"/>
                      </a:cubicBezTo>
                      <a:cubicBezTo>
                        <a:pt x="4271" y="736"/>
                        <a:pt x="4270" y="736"/>
                        <a:pt x="4270" y="736"/>
                      </a:cubicBezTo>
                      <a:cubicBezTo>
                        <a:pt x="4242" y="736"/>
                        <a:pt x="4180" y="637"/>
                        <a:pt x="4180" y="624"/>
                      </a:cubicBezTo>
                      <a:cubicBezTo>
                        <a:pt x="4180" y="604"/>
                        <a:pt x="4200" y="565"/>
                        <a:pt x="4226" y="539"/>
                      </a:cubicBezTo>
                      <a:cubicBezTo>
                        <a:pt x="4252" y="506"/>
                        <a:pt x="4233" y="499"/>
                        <a:pt x="4226" y="479"/>
                      </a:cubicBezTo>
                      <a:cubicBezTo>
                        <a:pt x="4219" y="453"/>
                        <a:pt x="4140" y="334"/>
                        <a:pt x="4081" y="275"/>
                      </a:cubicBezTo>
                      <a:cubicBezTo>
                        <a:pt x="4022" y="223"/>
                        <a:pt x="3989" y="236"/>
                        <a:pt x="3917" y="170"/>
                      </a:cubicBezTo>
                      <a:cubicBezTo>
                        <a:pt x="3897" y="157"/>
                        <a:pt x="3884" y="137"/>
                        <a:pt x="3871" y="117"/>
                      </a:cubicBezTo>
                      <a:cubicBezTo>
                        <a:pt x="3831" y="150"/>
                        <a:pt x="3713" y="236"/>
                        <a:pt x="3627" y="275"/>
                      </a:cubicBezTo>
                      <a:cubicBezTo>
                        <a:pt x="3522" y="328"/>
                        <a:pt x="3515" y="387"/>
                        <a:pt x="3515" y="387"/>
                      </a:cubicBezTo>
                      <a:lnTo>
                        <a:pt x="3298" y="552"/>
                      </a:lnTo>
                      <a:cubicBezTo>
                        <a:pt x="3298" y="552"/>
                        <a:pt x="3206" y="571"/>
                        <a:pt x="3160" y="571"/>
                      </a:cubicBezTo>
                      <a:cubicBezTo>
                        <a:pt x="3114" y="578"/>
                        <a:pt x="3022" y="611"/>
                        <a:pt x="2989" y="637"/>
                      </a:cubicBezTo>
                      <a:cubicBezTo>
                        <a:pt x="2962" y="657"/>
                        <a:pt x="2903" y="729"/>
                        <a:pt x="2864" y="775"/>
                      </a:cubicBezTo>
                      <a:cubicBezTo>
                        <a:pt x="2847" y="798"/>
                        <a:pt x="2828" y="806"/>
                        <a:pt x="2806" y="806"/>
                      </a:cubicBezTo>
                      <a:cubicBezTo>
                        <a:pt x="2776" y="806"/>
                        <a:pt x="2741" y="791"/>
                        <a:pt x="2699" y="775"/>
                      </a:cubicBezTo>
                      <a:cubicBezTo>
                        <a:pt x="2633" y="749"/>
                        <a:pt x="2646" y="696"/>
                        <a:pt x="2633" y="670"/>
                      </a:cubicBezTo>
                      <a:cubicBezTo>
                        <a:pt x="2631" y="660"/>
                        <a:pt x="2616" y="657"/>
                        <a:pt x="2596" y="657"/>
                      </a:cubicBezTo>
                      <a:cubicBezTo>
                        <a:pt x="2562" y="657"/>
                        <a:pt x="2512" y="666"/>
                        <a:pt x="2475" y="670"/>
                      </a:cubicBezTo>
                      <a:cubicBezTo>
                        <a:pt x="2453" y="672"/>
                        <a:pt x="2439" y="673"/>
                        <a:pt x="2429" y="673"/>
                      </a:cubicBezTo>
                      <a:cubicBezTo>
                        <a:pt x="2410" y="673"/>
                        <a:pt x="2405" y="670"/>
                        <a:pt x="2383" y="670"/>
                      </a:cubicBezTo>
                      <a:cubicBezTo>
                        <a:pt x="2344" y="664"/>
                        <a:pt x="2331" y="631"/>
                        <a:pt x="2331" y="539"/>
                      </a:cubicBezTo>
                      <a:cubicBezTo>
                        <a:pt x="2331" y="510"/>
                        <a:pt x="2323" y="500"/>
                        <a:pt x="2313" y="500"/>
                      </a:cubicBezTo>
                      <a:cubicBezTo>
                        <a:pt x="2293" y="500"/>
                        <a:pt x="2260" y="539"/>
                        <a:pt x="2252" y="539"/>
                      </a:cubicBezTo>
                      <a:cubicBezTo>
                        <a:pt x="2232" y="545"/>
                        <a:pt x="2074" y="644"/>
                        <a:pt x="2008" y="723"/>
                      </a:cubicBezTo>
                      <a:cubicBezTo>
                        <a:pt x="1949" y="795"/>
                        <a:pt x="2028" y="861"/>
                        <a:pt x="2061" y="894"/>
                      </a:cubicBezTo>
                      <a:cubicBezTo>
                        <a:pt x="2100" y="927"/>
                        <a:pt x="2127" y="979"/>
                        <a:pt x="2140" y="1012"/>
                      </a:cubicBezTo>
                      <a:cubicBezTo>
                        <a:pt x="2146" y="1052"/>
                        <a:pt x="2034" y="1249"/>
                        <a:pt x="2008" y="1295"/>
                      </a:cubicBezTo>
                      <a:cubicBezTo>
                        <a:pt x="1988" y="1341"/>
                        <a:pt x="1890" y="1447"/>
                        <a:pt x="1850" y="1466"/>
                      </a:cubicBezTo>
                      <a:cubicBezTo>
                        <a:pt x="1817" y="1486"/>
                        <a:pt x="1712" y="1532"/>
                        <a:pt x="1679" y="1532"/>
                      </a:cubicBezTo>
                      <a:cubicBezTo>
                        <a:pt x="1639" y="1532"/>
                        <a:pt x="1600" y="1506"/>
                        <a:pt x="1587" y="1506"/>
                      </a:cubicBezTo>
                      <a:cubicBezTo>
                        <a:pt x="1574" y="1506"/>
                        <a:pt x="1482" y="1618"/>
                        <a:pt x="1449" y="1657"/>
                      </a:cubicBezTo>
                      <a:cubicBezTo>
                        <a:pt x="1422" y="1690"/>
                        <a:pt x="1356" y="1736"/>
                        <a:pt x="1310" y="1763"/>
                      </a:cubicBezTo>
                      <a:lnTo>
                        <a:pt x="1297" y="1769"/>
                      </a:lnTo>
                      <a:cubicBezTo>
                        <a:pt x="1286" y="1775"/>
                        <a:pt x="1274" y="1777"/>
                        <a:pt x="1262" y="1777"/>
                      </a:cubicBezTo>
                      <a:cubicBezTo>
                        <a:pt x="1220" y="1777"/>
                        <a:pt x="1181" y="1749"/>
                        <a:pt x="1166" y="1749"/>
                      </a:cubicBezTo>
                      <a:cubicBezTo>
                        <a:pt x="1146" y="1743"/>
                        <a:pt x="1041" y="1743"/>
                        <a:pt x="962" y="1710"/>
                      </a:cubicBezTo>
                      <a:cubicBezTo>
                        <a:pt x="883" y="1671"/>
                        <a:pt x="889" y="1611"/>
                        <a:pt x="869" y="1565"/>
                      </a:cubicBezTo>
                      <a:cubicBezTo>
                        <a:pt x="856" y="1519"/>
                        <a:pt x="869" y="1466"/>
                        <a:pt x="869" y="1434"/>
                      </a:cubicBezTo>
                      <a:cubicBezTo>
                        <a:pt x="869" y="1394"/>
                        <a:pt x="837" y="1388"/>
                        <a:pt x="837" y="1335"/>
                      </a:cubicBezTo>
                      <a:cubicBezTo>
                        <a:pt x="837" y="1282"/>
                        <a:pt x="758" y="1170"/>
                        <a:pt x="731" y="1157"/>
                      </a:cubicBezTo>
                      <a:cubicBezTo>
                        <a:pt x="729" y="1156"/>
                        <a:pt x="726" y="1155"/>
                        <a:pt x="724" y="1155"/>
                      </a:cubicBezTo>
                      <a:cubicBezTo>
                        <a:pt x="697" y="1155"/>
                        <a:pt x="657" y="1212"/>
                        <a:pt x="633" y="1236"/>
                      </a:cubicBezTo>
                      <a:lnTo>
                        <a:pt x="639" y="1249"/>
                      </a:lnTo>
                      <a:cubicBezTo>
                        <a:pt x="639" y="1249"/>
                        <a:pt x="672" y="1276"/>
                        <a:pt x="639" y="1315"/>
                      </a:cubicBezTo>
                      <a:cubicBezTo>
                        <a:pt x="606" y="1355"/>
                        <a:pt x="521" y="1427"/>
                        <a:pt x="461" y="1493"/>
                      </a:cubicBezTo>
                      <a:cubicBezTo>
                        <a:pt x="402" y="1559"/>
                        <a:pt x="244" y="1690"/>
                        <a:pt x="205" y="1743"/>
                      </a:cubicBezTo>
                      <a:cubicBezTo>
                        <a:pt x="165" y="1796"/>
                        <a:pt x="1" y="2013"/>
                        <a:pt x="20" y="2052"/>
                      </a:cubicBezTo>
                      <a:cubicBezTo>
                        <a:pt x="47" y="2092"/>
                        <a:pt x="132" y="2144"/>
                        <a:pt x="165" y="2164"/>
                      </a:cubicBezTo>
                      <a:cubicBezTo>
                        <a:pt x="198" y="2184"/>
                        <a:pt x="323" y="2184"/>
                        <a:pt x="336" y="2210"/>
                      </a:cubicBezTo>
                      <a:cubicBezTo>
                        <a:pt x="350" y="2230"/>
                        <a:pt x="422" y="2302"/>
                        <a:pt x="376" y="2315"/>
                      </a:cubicBezTo>
                      <a:cubicBezTo>
                        <a:pt x="330" y="2329"/>
                        <a:pt x="211" y="2329"/>
                        <a:pt x="198" y="2342"/>
                      </a:cubicBezTo>
                      <a:cubicBezTo>
                        <a:pt x="185" y="2355"/>
                        <a:pt x="192" y="2421"/>
                        <a:pt x="192" y="2421"/>
                      </a:cubicBezTo>
                      <a:cubicBezTo>
                        <a:pt x="192" y="2421"/>
                        <a:pt x="382" y="2460"/>
                        <a:pt x="350" y="2526"/>
                      </a:cubicBezTo>
                      <a:cubicBezTo>
                        <a:pt x="350" y="2533"/>
                        <a:pt x="350" y="2539"/>
                        <a:pt x="343" y="2539"/>
                      </a:cubicBezTo>
                      <a:cubicBezTo>
                        <a:pt x="336" y="2552"/>
                        <a:pt x="330" y="2559"/>
                        <a:pt x="317" y="2566"/>
                      </a:cubicBezTo>
                      <a:cubicBezTo>
                        <a:pt x="310" y="2572"/>
                        <a:pt x="297" y="2572"/>
                        <a:pt x="290" y="2579"/>
                      </a:cubicBezTo>
                      <a:lnTo>
                        <a:pt x="277" y="2579"/>
                      </a:lnTo>
                      <a:cubicBezTo>
                        <a:pt x="271" y="2585"/>
                        <a:pt x="257" y="2585"/>
                        <a:pt x="244" y="2585"/>
                      </a:cubicBezTo>
                      <a:cubicBezTo>
                        <a:pt x="238" y="2592"/>
                        <a:pt x="238" y="2592"/>
                        <a:pt x="238" y="2592"/>
                      </a:cubicBezTo>
                      <a:lnTo>
                        <a:pt x="218" y="2592"/>
                      </a:lnTo>
                      <a:cubicBezTo>
                        <a:pt x="211" y="2598"/>
                        <a:pt x="198" y="2598"/>
                        <a:pt x="198" y="2605"/>
                      </a:cubicBezTo>
                      <a:cubicBezTo>
                        <a:pt x="192" y="2631"/>
                        <a:pt x="257" y="2849"/>
                        <a:pt x="277" y="2855"/>
                      </a:cubicBezTo>
                      <a:cubicBezTo>
                        <a:pt x="290" y="2868"/>
                        <a:pt x="343" y="2881"/>
                        <a:pt x="350" y="2901"/>
                      </a:cubicBezTo>
                      <a:cubicBezTo>
                        <a:pt x="363" y="2921"/>
                        <a:pt x="389" y="2941"/>
                        <a:pt x="350" y="2980"/>
                      </a:cubicBezTo>
                      <a:cubicBezTo>
                        <a:pt x="310" y="3020"/>
                        <a:pt x="297" y="3079"/>
                        <a:pt x="297" y="3112"/>
                      </a:cubicBezTo>
                      <a:cubicBezTo>
                        <a:pt x="297" y="3145"/>
                        <a:pt x="330" y="3171"/>
                        <a:pt x="350" y="3178"/>
                      </a:cubicBezTo>
                      <a:cubicBezTo>
                        <a:pt x="369" y="3184"/>
                        <a:pt x="396" y="3237"/>
                        <a:pt x="376" y="3257"/>
                      </a:cubicBezTo>
                      <a:cubicBezTo>
                        <a:pt x="363" y="3270"/>
                        <a:pt x="356" y="3283"/>
                        <a:pt x="336" y="3303"/>
                      </a:cubicBezTo>
                      <a:cubicBezTo>
                        <a:pt x="317" y="3329"/>
                        <a:pt x="251" y="3349"/>
                        <a:pt x="264" y="3421"/>
                      </a:cubicBezTo>
                      <a:cubicBezTo>
                        <a:pt x="271" y="3459"/>
                        <a:pt x="299" y="3468"/>
                        <a:pt x="330" y="3468"/>
                      </a:cubicBezTo>
                      <a:cubicBezTo>
                        <a:pt x="357" y="3468"/>
                        <a:pt x="387" y="3461"/>
                        <a:pt x="402" y="3461"/>
                      </a:cubicBezTo>
                      <a:cubicBezTo>
                        <a:pt x="410" y="3461"/>
                        <a:pt x="425" y="3460"/>
                        <a:pt x="441" y="3460"/>
                      </a:cubicBezTo>
                      <a:cubicBezTo>
                        <a:pt x="491" y="3460"/>
                        <a:pt x="560" y="3464"/>
                        <a:pt x="540" y="3494"/>
                      </a:cubicBezTo>
                      <a:cubicBezTo>
                        <a:pt x="507" y="3533"/>
                        <a:pt x="415" y="3553"/>
                        <a:pt x="369" y="3605"/>
                      </a:cubicBezTo>
                      <a:cubicBezTo>
                        <a:pt x="330" y="3651"/>
                        <a:pt x="310" y="3638"/>
                        <a:pt x="310" y="3704"/>
                      </a:cubicBezTo>
                      <a:cubicBezTo>
                        <a:pt x="310" y="3770"/>
                        <a:pt x="330" y="3783"/>
                        <a:pt x="336" y="3829"/>
                      </a:cubicBezTo>
                      <a:cubicBezTo>
                        <a:pt x="336" y="3875"/>
                        <a:pt x="330" y="3961"/>
                        <a:pt x="317" y="3994"/>
                      </a:cubicBezTo>
                      <a:cubicBezTo>
                        <a:pt x="310" y="4027"/>
                        <a:pt x="264" y="4132"/>
                        <a:pt x="336" y="4171"/>
                      </a:cubicBezTo>
                      <a:cubicBezTo>
                        <a:pt x="402" y="4217"/>
                        <a:pt x="475" y="4270"/>
                        <a:pt x="494" y="4283"/>
                      </a:cubicBezTo>
                      <a:cubicBezTo>
                        <a:pt x="514" y="4296"/>
                        <a:pt x="534" y="4336"/>
                        <a:pt x="507" y="4356"/>
                      </a:cubicBezTo>
                      <a:cubicBezTo>
                        <a:pt x="488" y="4369"/>
                        <a:pt x="455" y="4356"/>
                        <a:pt x="455" y="4422"/>
                      </a:cubicBezTo>
                      <a:lnTo>
                        <a:pt x="455" y="4658"/>
                      </a:lnTo>
                      <a:cubicBezTo>
                        <a:pt x="455" y="4672"/>
                        <a:pt x="494" y="4705"/>
                        <a:pt x="488" y="4724"/>
                      </a:cubicBezTo>
                      <a:cubicBezTo>
                        <a:pt x="481" y="4751"/>
                        <a:pt x="455" y="4737"/>
                        <a:pt x="435" y="4803"/>
                      </a:cubicBezTo>
                      <a:cubicBezTo>
                        <a:pt x="415" y="4869"/>
                        <a:pt x="382" y="4928"/>
                        <a:pt x="409" y="4935"/>
                      </a:cubicBezTo>
                      <a:cubicBezTo>
                        <a:pt x="411" y="4935"/>
                        <a:pt x="414" y="4936"/>
                        <a:pt x="419" y="4936"/>
                      </a:cubicBezTo>
                      <a:cubicBezTo>
                        <a:pt x="461" y="4936"/>
                        <a:pt x="588" y="4907"/>
                        <a:pt x="600" y="4889"/>
                      </a:cubicBezTo>
                      <a:cubicBezTo>
                        <a:pt x="613" y="4862"/>
                        <a:pt x="810" y="4698"/>
                        <a:pt x="837" y="4672"/>
                      </a:cubicBezTo>
                      <a:cubicBezTo>
                        <a:pt x="869" y="4639"/>
                        <a:pt x="948" y="4579"/>
                        <a:pt x="1001" y="4547"/>
                      </a:cubicBezTo>
                      <a:cubicBezTo>
                        <a:pt x="1054" y="4514"/>
                        <a:pt x="1225" y="4474"/>
                        <a:pt x="1225" y="4474"/>
                      </a:cubicBezTo>
                      <a:lnTo>
                        <a:pt x="1251" y="4454"/>
                      </a:lnTo>
                      <a:lnTo>
                        <a:pt x="1343" y="4395"/>
                      </a:lnTo>
                      <a:cubicBezTo>
                        <a:pt x="1343" y="4395"/>
                        <a:pt x="1534" y="4231"/>
                        <a:pt x="1607" y="4211"/>
                      </a:cubicBezTo>
                      <a:cubicBezTo>
                        <a:pt x="1658" y="4197"/>
                        <a:pt x="1795" y="4183"/>
                        <a:pt x="1882" y="4183"/>
                      </a:cubicBezTo>
                      <a:cubicBezTo>
                        <a:pt x="1918" y="4183"/>
                        <a:pt x="1946" y="4185"/>
                        <a:pt x="1955" y="4191"/>
                      </a:cubicBezTo>
                      <a:cubicBezTo>
                        <a:pt x="1982" y="4204"/>
                        <a:pt x="2054" y="4283"/>
                        <a:pt x="2054" y="4283"/>
                      </a:cubicBezTo>
                      <a:cubicBezTo>
                        <a:pt x="2054" y="4283"/>
                        <a:pt x="2061" y="4323"/>
                        <a:pt x="2028" y="4369"/>
                      </a:cubicBezTo>
                      <a:cubicBezTo>
                        <a:pt x="2001" y="4415"/>
                        <a:pt x="1962" y="4461"/>
                        <a:pt x="1988" y="4520"/>
                      </a:cubicBezTo>
                      <a:cubicBezTo>
                        <a:pt x="2008" y="4579"/>
                        <a:pt x="2048" y="4626"/>
                        <a:pt x="2100" y="4639"/>
                      </a:cubicBezTo>
                      <a:cubicBezTo>
                        <a:pt x="2137" y="4648"/>
                        <a:pt x="2173" y="4663"/>
                        <a:pt x="2201" y="4663"/>
                      </a:cubicBezTo>
                      <a:cubicBezTo>
                        <a:pt x="2213" y="4663"/>
                        <a:pt x="2224" y="4660"/>
                        <a:pt x="2232" y="4652"/>
                      </a:cubicBezTo>
                      <a:cubicBezTo>
                        <a:pt x="2265" y="4626"/>
                        <a:pt x="2278" y="4560"/>
                        <a:pt x="2324" y="4533"/>
                      </a:cubicBezTo>
                      <a:cubicBezTo>
                        <a:pt x="2366" y="4513"/>
                        <a:pt x="2366" y="4471"/>
                        <a:pt x="2427" y="4471"/>
                      </a:cubicBezTo>
                      <a:cubicBezTo>
                        <a:pt x="2442" y="4471"/>
                        <a:pt x="2462" y="4474"/>
                        <a:pt x="2488" y="4481"/>
                      </a:cubicBezTo>
                      <a:cubicBezTo>
                        <a:pt x="2614" y="4514"/>
                        <a:pt x="2686" y="4573"/>
                        <a:pt x="2712" y="4599"/>
                      </a:cubicBezTo>
                      <a:cubicBezTo>
                        <a:pt x="2732" y="4632"/>
                        <a:pt x="2739" y="4658"/>
                        <a:pt x="2870" y="4718"/>
                      </a:cubicBezTo>
                      <a:cubicBezTo>
                        <a:pt x="2995" y="4783"/>
                        <a:pt x="3054" y="4823"/>
                        <a:pt x="3101" y="4856"/>
                      </a:cubicBezTo>
                      <a:cubicBezTo>
                        <a:pt x="3153" y="4882"/>
                        <a:pt x="3239" y="4902"/>
                        <a:pt x="3239" y="4902"/>
                      </a:cubicBezTo>
                      <a:cubicBezTo>
                        <a:pt x="3239" y="4902"/>
                        <a:pt x="3416" y="4882"/>
                        <a:pt x="3443" y="4856"/>
                      </a:cubicBezTo>
                      <a:cubicBezTo>
                        <a:pt x="3460" y="4839"/>
                        <a:pt x="3482" y="4822"/>
                        <a:pt x="3505" y="4822"/>
                      </a:cubicBezTo>
                      <a:cubicBezTo>
                        <a:pt x="3508" y="4822"/>
                        <a:pt x="3512" y="4822"/>
                        <a:pt x="3515" y="4823"/>
                      </a:cubicBezTo>
                      <a:cubicBezTo>
                        <a:pt x="3541" y="4836"/>
                        <a:pt x="3614" y="4882"/>
                        <a:pt x="3614" y="4882"/>
                      </a:cubicBezTo>
                      <a:lnTo>
                        <a:pt x="3778" y="5178"/>
                      </a:lnTo>
                      <a:cubicBezTo>
                        <a:pt x="3778" y="5178"/>
                        <a:pt x="3785" y="5264"/>
                        <a:pt x="3792" y="5284"/>
                      </a:cubicBezTo>
                      <a:cubicBezTo>
                        <a:pt x="3805" y="5303"/>
                        <a:pt x="3943" y="5323"/>
                        <a:pt x="3943" y="5323"/>
                      </a:cubicBezTo>
                      <a:cubicBezTo>
                        <a:pt x="3943" y="5323"/>
                        <a:pt x="4009" y="5317"/>
                        <a:pt x="4015" y="5297"/>
                      </a:cubicBezTo>
                      <a:cubicBezTo>
                        <a:pt x="4022" y="5270"/>
                        <a:pt x="4009" y="5244"/>
                        <a:pt x="4081" y="5244"/>
                      </a:cubicBezTo>
                      <a:cubicBezTo>
                        <a:pt x="4093" y="5245"/>
                        <a:pt x="4103" y="5246"/>
                        <a:pt x="4112" y="5246"/>
                      </a:cubicBezTo>
                      <a:cubicBezTo>
                        <a:pt x="4129" y="5246"/>
                        <a:pt x="4140" y="5244"/>
                        <a:pt x="4154" y="5244"/>
                      </a:cubicBezTo>
                      <a:cubicBezTo>
                        <a:pt x="4173" y="5244"/>
                        <a:pt x="4196" y="5247"/>
                        <a:pt x="4246" y="5264"/>
                      </a:cubicBezTo>
                      <a:cubicBezTo>
                        <a:pt x="4344" y="5303"/>
                        <a:pt x="4371" y="5297"/>
                        <a:pt x="4377" y="5323"/>
                      </a:cubicBezTo>
                      <a:cubicBezTo>
                        <a:pt x="4384" y="5356"/>
                        <a:pt x="4456" y="5402"/>
                        <a:pt x="4489" y="5402"/>
                      </a:cubicBezTo>
                      <a:cubicBezTo>
                        <a:pt x="4529" y="5402"/>
                        <a:pt x="4627" y="5402"/>
                        <a:pt x="4673" y="5435"/>
                      </a:cubicBezTo>
                      <a:cubicBezTo>
                        <a:pt x="4720" y="5475"/>
                        <a:pt x="4779" y="5494"/>
                        <a:pt x="4812" y="5567"/>
                      </a:cubicBezTo>
                      <a:cubicBezTo>
                        <a:pt x="4845" y="5639"/>
                        <a:pt x="4838" y="5705"/>
                        <a:pt x="4812" y="5731"/>
                      </a:cubicBezTo>
                      <a:cubicBezTo>
                        <a:pt x="4785" y="5751"/>
                        <a:pt x="4641" y="5797"/>
                        <a:pt x="4608" y="5830"/>
                      </a:cubicBezTo>
                      <a:cubicBezTo>
                        <a:pt x="4575" y="5863"/>
                        <a:pt x="4509" y="5955"/>
                        <a:pt x="4489" y="5988"/>
                      </a:cubicBezTo>
                      <a:cubicBezTo>
                        <a:pt x="4463" y="6027"/>
                        <a:pt x="4568" y="6047"/>
                        <a:pt x="4548" y="6106"/>
                      </a:cubicBezTo>
                      <a:cubicBezTo>
                        <a:pt x="4529" y="6166"/>
                        <a:pt x="4516" y="6185"/>
                        <a:pt x="4456" y="6205"/>
                      </a:cubicBezTo>
                      <a:cubicBezTo>
                        <a:pt x="4390" y="6218"/>
                        <a:pt x="4344" y="6251"/>
                        <a:pt x="4338" y="6284"/>
                      </a:cubicBezTo>
                      <a:cubicBezTo>
                        <a:pt x="4325" y="6310"/>
                        <a:pt x="4325" y="6363"/>
                        <a:pt x="4325" y="6409"/>
                      </a:cubicBezTo>
                      <a:cubicBezTo>
                        <a:pt x="4325" y="6462"/>
                        <a:pt x="4318" y="6501"/>
                        <a:pt x="4351" y="6541"/>
                      </a:cubicBezTo>
                      <a:cubicBezTo>
                        <a:pt x="4384" y="6580"/>
                        <a:pt x="4417" y="6613"/>
                        <a:pt x="4456" y="6653"/>
                      </a:cubicBezTo>
                      <a:cubicBezTo>
                        <a:pt x="4489" y="6699"/>
                        <a:pt x="4601" y="6843"/>
                        <a:pt x="4601" y="6870"/>
                      </a:cubicBezTo>
                      <a:cubicBezTo>
                        <a:pt x="4601" y="6896"/>
                        <a:pt x="4581" y="6949"/>
                        <a:pt x="4595" y="6975"/>
                      </a:cubicBezTo>
                      <a:cubicBezTo>
                        <a:pt x="4595" y="6982"/>
                        <a:pt x="4601" y="6988"/>
                        <a:pt x="4608" y="6995"/>
                      </a:cubicBezTo>
                      <a:cubicBezTo>
                        <a:pt x="4647" y="7021"/>
                        <a:pt x="4746" y="7067"/>
                        <a:pt x="4766" y="7094"/>
                      </a:cubicBezTo>
                      <a:cubicBezTo>
                        <a:pt x="4792" y="7133"/>
                        <a:pt x="4996" y="7238"/>
                        <a:pt x="4996" y="7238"/>
                      </a:cubicBezTo>
                      <a:lnTo>
                        <a:pt x="5029" y="7258"/>
                      </a:lnTo>
                      <a:cubicBezTo>
                        <a:pt x="5062" y="7205"/>
                        <a:pt x="5101" y="7133"/>
                        <a:pt x="5141" y="7087"/>
                      </a:cubicBezTo>
                      <a:cubicBezTo>
                        <a:pt x="5147" y="7074"/>
                        <a:pt x="5161" y="7061"/>
                        <a:pt x="5167" y="7054"/>
                      </a:cubicBezTo>
                      <a:cubicBezTo>
                        <a:pt x="5226" y="7015"/>
                        <a:pt x="5332" y="6929"/>
                        <a:pt x="5332" y="6929"/>
                      </a:cubicBezTo>
                      <a:cubicBezTo>
                        <a:pt x="5332" y="6929"/>
                        <a:pt x="5391" y="6830"/>
                        <a:pt x="5384" y="6784"/>
                      </a:cubicBezTo>
                      <a:cubicBezTo>
                        <a:pt x="5378" y="6745"/>
                        <a:pt x="5338" y="6528"/>
                        <a:pt x="5332" y="6514"/>
                      </a:cubicBezTo>
                      <a:cubicBezTo>
                        <a:pt x="5332" y="6501"/>
                        <a:pt x="5312" y="6264"/>
                        <a:pt x="5351" y="6106"/>
                      </a:cubicBezTo>
                      <a:cubicBezTo>
                        <a:pt x="5391" y="5955"/>
                        <a:pt x="5411" y="5784"/>
                        <a:pt x="5457" y="5672"/>
                      </a:cubicBezTo>
                      <a:cubicBezTo>
                        <a:pt x="5496" y="5553"/>
                        <a:pt x="5529" y="5468"/>
                        <a:pt x="5536" y="5428"/>
                      </a:cubicBezTo>
                      <a:cubicBezTo>
                        <a:pt x="5542" y="5382"/>
                        <a:pt x="5529" y="5132"/>
                        <a:pt x="5516" y="5080"/>
                      </a:cubicBezTo>
                      <a:cubicBezTo>
                        <a:pt x="5503" y="5027"/>
                        <a:pt x="5509" y="4843"/>
                        <a:pt x="5483" y="4757"/>
                      </a:cubicBezTo>
                      <a:cubicBezTo>
                        <a:pt x="5457" y="4672"/>
                        <a:pt x="5417" y="4586"/>
                        <a:pt x="5430" y="4514"/>
                      </a:cubicBezTo>
                      <a:cubicBezTo>
                        <a:pt x="5450" y="4441"/>
                        <a:pt x="5536" y="4343"/>
                        <a:pt x="5536" y="4329"/>
                      </a:cubicBezTo>
                      <a:cubicBezTo>
                        <a:pt x="5536" y="4310"/>
                        <a:pt x="5529" y="4204"/>
                        <a:pt x="5536" y="4139"/>
                      </a:cubicBezTo>
                      <a:cubicBezTo>
                        <a:pt x="5542" y="4073"/>
                        <a:pt x="5555" y="3981"/>
                        <a:pt x="5536" y="3921"/>
                      </a:cubicBezTo>
                      <a:cubicBezTo>
                        <a:pt x="5516" y="3856"/>
                        <a:pt x="5476" y="3836"/>
                        <a:pt x="5509" y="3777"/>
                      </a:cubicBezTo>
                      <a:cubicBezTo>
                        <a:pt x="5549" y="3717"/>
                        <a:pt x="5575" y="3665"/>
                        <a:pt x="5569" y="3619"/>
                      </a:cubicBezTo>
                      <a:cubicBezTo>
                        <a:pt x="5555" y="3579"/>
                        <a:pt x="5509" y="3500"/>
                        <a:pt x="5569" y="3434"/>
                      </a:cubicBezTo>
                      <a:cubicBezTo>
                        <a:pt x="5623" y="3380"/>
                        <a:pt x="5739" y="3247"/>
                        <a:pt x="5773" y="3247"/>
                      </a:cubicBezTo>
                      <a:cubicBezTo>
                        <a:pt x="5775" y="3247"/>
                        <a:pt x="5778" y="3248"/>
                        <a:pt x="5779" y="3250"/>
                      </a:cubicBezTo>
                      <a:cubicBezTo>
                        <a:pt x="5796" y="3267"/>
                        <a:pt x="5784" y="3334"/>
                        <a:pt x="5832" y="3334"/>
                      </a:cubicBezTo>
                      <a:cubicBezTo>
                        <a:pt x="5839" y="3334"/>
                        <a:pt x="5848" y="3332"/>
                        <a:pt x="5858" y="3329"/>
                      </a:cubicBezTo>
                      <a:cubicBezTo>
                        <a:pt x="5937" y="3296"/>
                        <a:pt x="6016" y="3257"/>
                        <a:pt x="6042" y="3191"/>
                      </a:cubicBezTo>
                      <a:cubicBezTo>
                        <a:pt x="6069" y="3125"/>
                        <a:pt x="6154" y="2908"/>
                        <a:pt x="6207" y="2829"/>
                      </a:cubicBezTo>
                      <a:cubicBezTo>
                        <a:pt x="6260" y="2743"/>
                        <a:pt x="6497" y="2526"/>
                        <a:pt x="6549" y="2421"/>
                      </a:cubicBezTo>
                      <a:cubicBezTo>
                        <a:pt x="6562" y="2394"/>
                        <a:pt x="6582" y="2355"/>
                        <a:pt x="6608" y="2302"/>
                      </a:cubicBezTo>
                      <a:cubicBezTo>
                        <a:pt x="6615" y="2289"/>
                        <a:pt x="6622" y="2283"/>
                        <a:pt x="6628" y="2269"/>
                      </a:cubicBezTo>
                      <a:cubicBezTo>
                        <a:pt x="6635" y="2256"/>
                        <a:pt x="6641" y="2243"/>
                        <a:pt x="6648" y="2230"/>
                      </a:cubicBezTo>
                      <a:cubicBezTo>
                        <a:pt x="6615" y="2223"/>
                        <a:pt x="6582" y="2217"/>
                        <a:pt x="6569" y="2217"/>
                      </a:cubicBezTo>
                      <a:cubicBezTo>
                        <a:pt x="6563" y="2214"/>
                        <a:pt x="6556" y="2214"/>
                        <a:pt x="6548" y="2214"/>
                      </a:cubicBezTo>
                      <a:cubicBezTo>
                        <a:pt x="6523" y="2214"/>
                        <a:pt x="6490" y="2223"/>
                        <a:pt x="6469" y="2223"/>
                      </a:cubicBezTo>
                      <a:cubicBezTo>
                        <a:pt x="6460" y="2223"/>
                        <a:pt x="6454" y="2222"/>
                        <a:pt x="6450" y="2217"/>
                      </a:cubicBezTo>
                      <a:cubicBezTo>
                        <a:pt x="6446" y="2212"/>
                        <a:pt x="6425" y="2211"/>
                        <a:pt x="6399" y="2211"/>
                      </a:cubicBezTo>
                      <a:cubicBezTo>
                        <a:pt x="6346" y="2211"/>
                        <a:pt x="6273" y="2217"/>
                        <a:pt x="6273" y="2217"/>
                      </a:cubicBezTo>
                      <a:cubicBezTo>
                        <a:pt x="6273" y="2217"/>
                        <a:pt x="6200" y="2171"/>
                        <a:pt x="6154" y="2085"/>
                      </a:cubicBezTo>
                      <a:cubicBezTo>
                        <a:pt x="6108" y="2006"/>
                        <a:pt x="6128" y="2039"/>
                        <a:pt x="6115" y="1993"/>
                      </a:cubicBezTo>
                      <a:cubicBezTo>
                        <a:pt x="6102" y="1947"/>
                        <a:pt x="6095" y="1921"/>
                        <a:pt x="6075" y="1875"/>
                      </a:cubicBezTo>
                      <a:cubicBezTo>
                        <a:pt x="6049" y="1822"/>
                        <a:pt x="6036" y="1822"/>
                        <a:pt x="6010" y="1776"/>
                      </a:cubicBezTo>
                      <a:cubicBezTo>
                        <a:pt x="5990" y="1736"/>
                        <a:pt x="5963" y="1677"/>
                        <a:pt x="5963" y="1618"/>
                      </a:cubicBezTo>
                      <a:cubicBezTo>
                        <a:pt x="5963" y="1586"/>
                        <a:pt x="5983" y="1581"/>
                        <a:pt x="6009" y="1581"/>
                      </a:cubicBezTo>
                      <a:cubicBezTo>
                        <a:pt x="6021" y="1581"/>
                        <a:pt x="6034" y="1582"/>
                        <a:pt x="6048" y="1582"/>
                      </a:cubicBezTo>
                      <a:cubicBezTo>
                        <a:pt x="6060" y="1582"/>
                        <a:pt x="6071" y="1581"/>
                        <a:pt x="6082" y="1578"/>
                      </a:cubicBezTo>
                      <a:cubicBezTo>
                        <a:pt x="6099" y="1572"/>
                        <a:pt x="6111" y="1570"/>
                        <a:pt x="6119" y="1570"/>
                      </a:cubicBezTo>
                      <a:cubicBezTo>
                        <a:pt x="6135" y="1570"/>
                        <a:pt x="6135" y="1578"/>
                        <a:pt x="6135" y="1578"/>
                      </a:cubicBezTo>
                      <a:cubicBezTo>
                        <a:pt x="6135" y="1578"/>
                        <a:pt x="6194" y="1611"/>
                        <a:pt x="6207" y="1618"/>
                      </a:cubicBezTo>
                      <a:cubicBezTo>
                        <a:pt x="6220" y="1618"/>
                        <a:pt x="6306" y="1598"/>
                        <a:pt x="6306" y="1552"/>
                      </a:cubicBezTo>
                      <a:cubicBezTo>
                        <a:pt x="6312" y="1513"/>
                        <a:pt x="6299" y="1499"/>
                        <a:pt x="6279" y="1427"/>
                      </a:cubicBezTo>
                      <a:cubicBezTo>
                        <a:pt x="6265" y="1374"/>
                        <a:pt x="6268" y="1367"/>
                        <a:pt x="6271" y="1367"/>
                      </a:cubicBezTo>
                      <a:cubicBezTo>
                        <a:pt x="6272" y="1367"/>
                        <a:pt x="6273" y="1368"/>
                        <a:pt x="6273" y="1368"/>
                      </a:cubicBezTo>
                      <a:cubicBezTo>
                        <a:pt x="6273" y="1368"/>
                        <a:pt x="6332" y="1276"/>
                        <a:pt x="6332" y="1249"/>
                      </a:cubicBezTo>
                      <a:cubicBezTo>
                        <a:pt x="6332" y="1223"/>
                        <a:pt x="6319" y="1190"/>
                        <a:pt x="6299" y="1170"/>
                      </a:cubicBezTo>
                      <a:cubicBezTo>
                        <a:pt x="6286" y="1157"/>
                        <a:pt x="6273" y="1137"/>
                        <a:pt x="6253" y="1118"/>
                      </a:cubicBezTo>
                      <a:cubicBezTo>
                        <a:pt x="6227" y="1078"/>
                        <a:pt x="6187" y="1032"/>
                        <a:pt x="6167" y="1019"/>
                      </a:cubicBezTo>
                      <a:cubicBezTo>
                        <a:pt x="6141" y="999"/>
                        <a:pt x="6121" y="914"/>
                        <a:pt x="6121" y="874"/>
                      </a:cubicBezTo>
                      <a:cubicBezTo>
                        <a:pt x="6121" y="841"/>
                        <a:pt x="6095" y="775"/>
                        <a:pt x="6088" y="736"/>
                      </a:cubicBezTo>
                      <a:cubicBezTo>
                        <a:pt x="6088" y="729"/>
                        <a:pt x="6088" y="723"/>
                        <a:pt x="6088" y="716"/>
                      </a:cubicBezTo>
                      <a:cubicBezTo>
                        <a:pt x="6088" y="683"/>
                        <a:pt x="6029" y="637"/>
                        <a:pt x="6003" y="598"/>
                      </a:cubicBezTo>
                      <a:cubicBezTo>
                        <a:pt x="5996" y="585"/>
                        <a:pt x="5990" y="578"/>
                        <a:pt x="5990" y="578"/>
                      </a:cubicBezTo>
                      <a:cubicBezTo>
                        <a:pt x="5970" y="545"/>
                        <a:pt x="5963" y="525"/>
                        <a:pt x="5963" y="512"/>
                      </a:cubicBezTo>
                      <a:cubicBezTo>
                        <a:pt x="5963" y="499"/>
                        <a:pt x="5944" y="407"/>
                        <a:pt x="5898" y="361"/>
                      </a:cubicBezTo>
                      <a:cubicBezTo>
                        <a:pt x="5852" y="321"/>
                        <a:pt x="5766" y="321"/>
                        <a:pt x="5746" y="321"/>
                      </a:cubicBezTo>
                      <a:cubicBezTo>
                        <a:pt x="5720" y="321"/>
                        <a:pt x="5674" y="308"/>
                        <a:pt x="5641" y="288"/>
                      </a:cubicBezTo>
                      <a:cubicBezTo>
                        <a:pt x="5601" y="262"/>
                        <a:pt x="5562" y="209"/>
                        <a:pt x="5549" y="203"/>
                      </a:cubicBezTo>
                      <a:cubicBezTo>
                        <a:pt x="5542" y="196"/>
                        <a:pt x="5526" y="196"/>
                        <a:pt x="5499" y="196"/>
                      </a:cubicBezTo>
                      <a:cubicBezTo>
                        <a:pt x="5471" y="196"/>
                        <a:pt x="5434" y="196"/>
                        <a:pt x="5384" y="190"/>
                      </a:cubicBezTo>
                      <a:cubicBezTo>
                        <a:pt x="5292" y="177"/>
                        <a:pt x="5318" y="177"/>
                        <a:pt x="5286" y="157"/>
                      </a:cubicBezTo>
                      <a:cubicBezTo>
                        <a:pt x="5259" y="144"/>
                        <a:pt x="5239" y="91"/>
                        <a:pt x="5200" y="25"/>
                      </a:cubicBezTo>
                      <a:cubicBezTo>
                        <a:pt x="5189" y="7"/>
                        <a:pt x="5179" y="1"/>
                        <a:pt x="5168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1570;p19">
                  <a:extLst>
                    <a:ext uri="{FF2B5EF4-FFF2-40B4-BE49-F238E27FC236}">
                      <a16:creationId xmlns:a16="http://schemas.microsoft.com/office/drawing/2014/main" id="{15F1FC68-A4FE-3827-B7BB-CEB82D9075EB}"/>
                    </a:ext>
                  </a:extLst>
                </p:cNvPr>
                <p:cNvSpPr/>
                <p:nvPr/>
              </p:nvSpPr>
              <p:spPr>
                <a:xfrm>
                  <a:off x="7829117" y="3376686"/>
                  <a:ext cx="299705" cy="206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6" h="1896" extrusionOk="0">
                      <a:moveTo>
                        <a:pt x="2094" y="0"/>
                      </a:moveTo>
                      <a:lnTo>
                        <a:pt x="2094" y="0"/>
                      </a:lnTo>
                      <a:cubicBezTo>
                        <a:pt x="2047" y="27"/>
                        <a:pt x="2001" y="60"/>
                        <a:pt x="1988" y="93"/>
                      </a:cubicBezTo>
                      <a:cubicBezTo>
                        <a:pt x="1968" y="172"/>
                        <a:pt x="1936" y="152"/>
                        <a:pt x="1876" y="244"/>
                      </a:cubicBezTo>
                      <a:cubicBezTo>
                        <a:pt x="1824" y="343"/>
                        <a:pt x="1824" y="349"/>
                        <a:pt x="1804" y="395"/>
                      </a:cubicBezTo>
                      <a:cubicBezTo>
                        <a:pt x="1784" y="435"/>
                        <a:pt x="1771" y="501"/>
                        <a:pt x="1751" y="547"/>
                      </a:cubicBezTo>
                      <a:cubicBezTo>
                        <a:pt x="1732" y="593"/>
                        <a:pt x="1692" y="639"/>
                        <a:pt x="1712" y="705"/>
                      </a:cubicBezTo>
                      <a:cubicBezTo>
                        <a:pt x="1738" y="764"/>
                        <a:pt x="1732" y="797"/>
                        <a:pt x="1705" y="810"/>
                      </a:cubicBezTo>
                      <a:cubicBezTo>
                        <a:pt x="1685" y="823"/>
                        <a:pt x="1620" y="836"/>
                        <a:pt x="1620" y="836"/>
                      </a:cubicBezTo>
                      <a:cubicBezTo>
                        <a:pt x="1620" y="836"/>
                        <a:pt x="1310" y="896"/>
                        <a:pt x="1277" y="955"/>
                      </a:cubicBezTo>
                      <a:cubicBezTo>
                        <a:pt x="1238" y="1021"/>
                        <a:pt x="1198" y="1067"/>
                        <a:pt x="1172" y="1067"/>
                      </a:cubicBezTo>
                      <a:cubicBezTo>
                        <a:pt x="1139" y="1060"/>
                        <a:pt x="1054" y="1027"/>
                        <a:pt x="1001" y="1021"/>
                      </a:cubicBezTo>
                      <a:cubicBezTo>
                        <a:pt x="951" y="1010"/>
                        <a:pt x="865" y="985"/>
                        <a:pt x="799" y="985"/>
                      </a:cubicBezTo>
                      <a:cubicBezTo>
                        <a:pt x="787" y="985"/>
                        <a:pt x="775" y="986"/>
                        <a:pt x="764" y="988"/>
                      </a:cubicBezTo>
                      <a:cubicBezTo>
                        <a:pt x="758" y="994"/>
                        <a:pt x="751" y="994"/>
                        <a:pt x="744" y="994"/>
                      </a:cubicBezTo>
                      <a:cubicBezTo>
                        <a:pt x="744" y="994"/>
                        <a:pt x="738" y="994"/>
                        <a:pt x="738" y="1001"/>
                      </a:cubicBezTo>
                      <a:cubicBezTo>
                        <a:pt x="705" y="1007"/>
                        <a:pt x="659" y="1027"/>
                        <a:pt x="613" y="1040"/>
                      </a:cubicBezTo>
                      <a:cubicBezTo>
                        <a:pt x="606" y="1040"/>
                        <a:pt x="600" y="1047"/>
                        <a:pt x="593" y="1047"/>
                      </a:cubicBezTo>
                      <a:cubicBezTo>
                        <a:pt x="573" y="1053"/>
                        <a:pt x="547" y="1067"/>
                        <a:pt x="521" y="1073"/>
                      </a:cubicBezTo>
                      <a:cubicBezTo>
                        <a:pt x="494" y="1086"/>
                        <a:pt x="468" y="1093"/>
                        <a:pt x="442" y="1100"/>
                      </a:cubicBezTo>
                      <a:cubicBezTo>
                        <a:pt x="435" y="1106"/>
                        <a:pt x="428" y="1106"/>
                        <a:pt x="422" y="1106"/>
                      </a:cubicBezTo>
                      <a:cubicBezTo>
                        <a:pt x="396" y="1119"/>
                        <a:pt x="369" y="1126"/>
                        <a:pt x="356" y="1126"/>
                      </a:cubicBezTo>
                      <a:cubicBezTo>
                        <a:pt x="270" y="1146"/>
                        <a:pt x="14" y="1211"/>
                        <a:pt x="14" y="1211"/>
                      </a:cubicBezTo>
                      <a:cubicBezTo>
                        <a:pt x="14" y="1211"/>
                        <a:pt x="1" y="1336"/>
                        <a:pt x="14" y="1363"/>
                      </a:cubicBezTo>
                      <a:cubicBezTo>
                        <a:pt x="27" y="1383"/>
                        <a:pt x="66" y="1415"/>
                        <a:pt x="99" y="1429"/>
                      </a:cubicBezTo>
                      <a:cubicBezTo>
                        <a:pt x="132" y="1442"/>
                        <a:pt x="290" y="1442"/>
                        <a:pt x="330" y="1448"/>
                      </a:cubicBezTo>
                      <a:cubicBezTo>
                        <a:pt x="363" y="1448"/>
                        <a:pt x="435" y="1468"/>
                        <a:pt x="415" y="1501"/>
                      </a:cubicBezTo>
                      <a:cubicBezTo>
                        <a:pt x="396" y="1541"/>
                        <a:pt x="349" y="1600"/>
                        <a:pt x="349" y="1600"/>
                      </a:cubicBezTo>
                      <a:lnTo>
                        <a:pt x="277" y="1692"/>
                      </a:lnTo>
                      <a:cubicBezTo>
                        <a:pt x="290" y="1685"/>
                        <a:pt x="297" y="1685"/>
                        <a:pt x="297" y="1685"/>
                      </a:cubicBezTo>
                      <a:cubicBezTo>
                        <a:pt x="310" y="1692"/>
                        <a:pt x="382" y="1692"/>
                        <a:pt x="317" y="1745"/>
                      </a:cubicBezTo>
                      <a:cubicBezTo>
                        <a:pt x="257" y="1797"/>
                        <a:pt x="238" y="1804"/>
                        <a:pt x="231" y="1830"/>
                      </a:cubicBezTo>
                      <a:cubicBezTo>
                        <a:pt x="218" y="1850"/>
                        <a:pt x="192" y="1896"/>
                        <a:pt x="231" y="1896"/>
                      </a:cubicBezTo>
                      <a:cubicBezTo>
                        <a:pt x="270" y="1896"/>
                        <a:pt x="356" y="1883"/>
                        <a:pt x="396" y="1876"/>
                      </a:cubicBezTo>
                      <a:cubicBezTo>
                        <a:pt x="422" y="1870"/>
                        <a:pt x="461" y="1843"/>
                        <a:pt x="494" y="1824"/>
                      </a:cubicBezTo>
                      <a:cubicBezTo>
                        <a:pt x="507" y="1810"/>
                        <a:pt x="521" y="1804"/>
                        <a:pt x="527" y="1791"/>
                      </a:cubicBezTo>
                      <a:cubicBezTo>
                        <a:pt x="560" y="1758"/>
                        <a:pt x="613" y="1725"/>
                        <a:pt x="646" y="1725"/>
                      </a:cubicBezTo>
                      <a:cubicBezTo>
                        <a:pt x="672" y="1725"/>
                        <a:pt x="817" y="1731"/>
                        <a:pt x="836" y="1751"/>
                      </a:cubicBezTo>
                      <a:cubicBezTo>
                        <a:pt x="850" y="1771"/>
                        <a:pt x="843" y="1791"/>
                        <a:pt x="896" y="1797"/>
                      </a:cubicBezTo>
                      <a:cubicBezTo>
                        <a:pt x="913" y="1799"/>
                        <a:pt x="934" y="1800"/>
                        <a:pt x="956" y="1800"/>
                      </a:cubicBezTo>
                      <a:cubicBezTo>
                        <a:pt x="1010" y="1800"/>
                        <a:pt x="1068" y="1795"/>
                        <a:pt x="1087" y="1791"/>
                      </a:cubicBezTo>
                      <a:cubicBezTo>
                        <a:pt x="1113" y="1784"/>
                        <a:pt x="1172" y="1692"/>
                        <a:pt x="1212" y="1679"/>
                      </a:cubicBezTo>
                      <a:cubicBezTo>
                        <a:pt x="1227" y="1677"/>
                        <a:pt x="1248" y="1676"/>
                        <a:pt x="1270" y="1676"/>
                      </a:cubicBezTo>
                      <a:cubicBezTo>
                        <a:pt x="1313" y="1676"/>
                        <a:pt x="1356" y="1679"/>
                        <a:pt x="1356" y="1679"/>
                      </a:cubicBezTo>
                      <a:cubicBezTo>
                        <a:pt x="1356" y="1679"/>
                        <a:pt x="1413" y="1679"/>
                        <a:pt x="1491" y="1679"/>
                      </a:cubicBezTo>
                      <a:cubicBezTo>
                        <a:pt x="1647" y="1679"/>
                        <a:pt x="1887" y="1677"/>
                        <a:pt x="1922" y="1659"/>
                      </a:cubicBezTo>
                      <a:cubicBezTo>
                        <a:pt x="1982" y="1633"/>
                        <a:pt x="2028" y="1613"/>
                        <a:pt x="2028" y="1593"/>
                      </a:cubicBezTo>
                      <a:lnTo>
                        <a:pt x="2028" y="1527"/>
                      </a:lnTo>
                      <a:cubicBezTo>
                        <a:pt x="2028" y="1527"/>
                        <a:pt x="1949" y="1494"/>
                        <a:pt x="1942" y="1475"/>
                      </a:cubicBezTo>
                      <a:cubicBezTo>
                        <a:pt x="1942" y="1455"/>
                        <a:pt x="1929" y="1389"/>
                        <a:pt x="1955" y="1369"/>
                      </a:cubicBezTo>
                      <a:cubicBezTo>
                        <a:pt x="1982" y="1356"/>
                        <a:pt x="2008" y="1317"/>
                        <a:pt x="2074" y="1304"/>
                      </a:cubicBezTo>
                      <a:cubicBezTo>
                        <a:pt x="2146" y="1284"/>
                        <a:pt x="2199" y="1297"/>
                        <a:pt x="2199" y="1258"/>
                      </a:cubicBezTo>
                      <a:cubicBezTo>
                        <a:pt x="2199" y="1225"/>
                        <a:pt x="2159" y="1185"/>
                        <a:pt x="2199" y="1165"/>
                      </a:cubicBezTo>
                      <a:cubicBezTo>
                        <a:pt x="2232" y="1146"/>
                        <a:pt x="2436" y="1113"/>
                        <a:pt x="2495" y="1093"/>
                      </a:cubicBezTo>
                      <a:cubicBezTo>
                        <a:pt x="2554" y="1067"/>
                        <a:pt x="2745" y="1034"/>
                        <a:pt x="2719" y="955"/>
                      </a:cubicBezTo>
                      <a:cubicBezTo>
                        <a:pt x="2699" y="876"/>
                        <a:pt x="2640" y="777"/>
                        <a:pt x="2627" y="738"/>
                      </a:cubicBezTo>
                      <a:cubicBezTo>
                        <a:pt x="2613" y="692"/>
                        <a:pt x="2660" y="626"/>
                        <a:pt x="2692" y="494"/>
                      </a:cubicBezTo>
                      <a:cubicBezTo>
                        <a:pt x="2699" y="481"/>
                        <a:pt x="2706" y="468"/>
                        <a:pt x="2706" y="455"/>
                      </a:cubicBezTo>
                      <a:lnTo>
                        <a:pt x="2633" y="455"/>
                      </a:lnTo>
                      <a:lnTo>
                        <a:pt x="2475" y="415"/>
                      </a:lnTo>
                      <a:lnTo>
                        <a:pt x="2449" y="415"/>
                      </a:lnTo>
                      <a:cubicBezTo>
                        <a:pt x="2390" y="409"/>
                        <a:pt x="2245" y="395"/>
                        <a:pt x="2205" y="376"/>
                      </a:cubicBezTo>
                      <a:cubicBezTo>
                        <a:pt x="2153" y="356"/>
                        <a:pt x="2159" y="349"/>
                        <a:pt x="2159" y="277"/>
                      </a:cubicBezTo>
                      <a:cubicBezTo>
                        <a:pt x="2159" y="204"/>
                        <a:pt x="2120" y="165"/>
                        <a:pt x="2100" y="132"/>
                      </a:cubicBezTo>
                      <a:cubicBezTo>
                        <a:pt x="2087" y="106"/>
                        <a:pt x="2100" y="40"/>
                        <a:pt x="209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750F32"/>
                    </a:solidFill>
                  </a:endParaRPr>
                </a:p>
              </p:txBody>
            </p:sp>
            <p:sp>
              <p:nvSpPr>
                <p:cNvPr id="263" name="Google Shape;1571;p19">
                  <a:extLst>
                    <a:ext uri="{FF2B5EF4-FFF2-40B4-BE49-F238E27FC236}">
                      <a16:creationId xmlns:a16="http://schemas.microsoft.com/office/drawing/2014/main" id="{E8734DF1-6AE0-5218-8A17-05EFA50A4E13}"/>
                    </a:ext>
                  </a:extLst>
                </p:cNvPr>
                <p:cNvSpPr/>
                <p:nvPr/>
              </p:nvSpPr>
              <p:spPr>
                <a:xfrm>
                  <a:off x="7056065" y="3531122"/>
                  <a:ext cx="515262" cy="334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1" h="3068" extrusionOk="0">
                      <a:moveTo>
                        <a:pt x="1838" y="0"/>
                      </a:moveTo>
                      <a:cubicBezTo>
                        <a:pt x="1792" y="0"/>
                        <a:pt x="1746" y="33"/>
                        <a:pt x="1746" y="33"/>
                      </a:cubicBezTo>
                      <a:cubicBezTo>
                        <a:pt x="1746" y="33"/>
                        <a:pt x="1641" y="66"/>
                        <a:pt x="1562" y="66"/>
                      </a:cubicBezTo>
                      <a:cubicBezTo>
                        <a:pt x="1483" y="66"/>
                        <a:pt x="1292" y="47"/>
                        <a:pt x="1292" y="47"/>
                      </a:cubicBezTo>
                      <a:lnTo>
                        <a:pt x="1062" y="20"/>
                      </a:lnTo>
                      <a:cubicBezTo>
                        <a:pt x="1055" y="27"/>
                        <a:pt x="1055" y="33"/>
                        <a:pt x="1049" y="33"/>
                      </a:cubicBezTo>
                      <a:cubicBezTo>
                        <a:pt x="1035" y="40"/>
                        <a:pt x="1029" y="53"/>
                        <a:pt x="1016" y="60"/>
                      </a:cubicBezTo>
                      <a:cubicBezTo>
                        <a:pt x="1009" y="66"/>
                        <a:pt x="1002" y="66"/>
                        <a:pt x="996" y="73"/>
                      </a:cubicBezTo>
                      <a:cubicBezTo>
                        <a:pt x="996" y="79"/>
                        <a:pt x="989" y="79"/>
                        <a:pt x="983" y="86"/>
                      </a:cubicBezTo>
                      <a:cubicBezTo>
                        <a:pt x="976" y="93"/>
                        <a:pt x="970" y="99"/>
                        <a:pt x="963" y="99"/>
                      </a:cubicBezTo>
                      <a:cubicBezTo>
                        <a:pt x="891" y="145"/>
                        <a:pt x="726" y="270"/>
                        <a:pt x="687" y="316"/>
                      </a:cubicBezTo>
                      <a:cubicBezTo>
                        <a:pt x="647" y="356"/>
                        <a:pt x="614" y="487"/>
                        <a:pt x="614" y="514"/>
                      </a:cubicBezTo>
                      <a:cubicBezTo>
                        <a:pt x="614" y="540"/>
                        <a:pt x="634" y="573"/>
                        <a:pt x="581" y="613"/>
                      </a:cubicBezTo>
                      <a:cubicBezTo>
                        <a:pt x="529" y="652"/>
                        <a:pt x="469" y="639"/>
                        <a:pt x="450" y="718"/>
                      </a:cubicBezTo>
                      <a:cubicBezTo>
                        <a:pt x="430" y="797"/>
                        <a:pt x="436" y="843"/>
                        <a:pt x="417" y="902"/>
                      </a:cubicBezTo>
                      <a:cubicBezTo>
                        <a:pt x="397" y="968"/>
                        <a:pt x="417" y="981"/>
                        <a:pt x="344" y="1027"/>
                      </a:cubicBezTo>
                      <a:cubicBezTo>
                        <a:pt x="272" y="1067"/>
                        <a:pt x="200" y="1073"/>
                        <a:pt x="200" y="1073"/>
                      </a:cubicBezTo>
                      <a:cubicBezTo>
                        <a:pt x="213" y="1100"/>
                        <a:pt x="219" y="1179"/>
                        <a:pt x="232" y="1218"/>
                      </a:cubicBezTo>
                      <a:cubicBezTo>
                        <a:pt x="246" y="1264"/>
                        <a:pt x="298" y="1383"/>
                        <a:pt x="232" y="1481"/>
                      </a:cubicBezTo>
                      <a:cubicBezTo>
                        <a:pt x="167" y="1580"/>
                        <a:pt x="153" y="1692"/>
                        <a:pt x="147" y="1771"/>
                      </a:cubicBezTo>
                      <a:cubicBezTo>
                        <a:pt x="140" y="1850"/>
                        <a:pt x="107" y="1975"/>
                        <a:pt x="94" y="1995"/>
                      </a:cubicBezTo>
                      <a:cubicBezTo>
                        <a:pt x="74" y="2014"/>
                        <a:pt x="28" y="2120"/>
                        <a:pt x="22" y="2133"/>
                      </a:cubicBezTo>
                      <a:cubicBezTo>
                        <a:pt x="22" y="2139"/>
                        <a:pt x="1" y="2181"/>
                        <a:pt x="57" y="2181"/>
                      </a:cubicBezTo>
                      <a:cubicBezTo>
                        <a:pt x="64" y="2181"/>
                        <a:pt x="72" y="2180"/>
                        <a:pt x="81" y="2179"/>
                      </a:cubicBezTo>
                      <a:cubicBezTo>
                        <a:pt x="173" y="2159"/>
                        <a:pt x="186" y="2139"/>
                        <a:pt x="239" y="2139"/>
                      </a:cubicBezTo>
                      <a:cubicBezTo>
                        <a:pt x="298" y="2139"/>
                        <a:pt x="423" y="2146"/>
                        <a:pt x="450" y="2159"/>
                      </a:cubicBezTo>
                      <a:cubicBezTo>
                        <a:pt x="483" y="2172"/>
                        <a:pt x="515" y="2172"/>
                        <a:pt x="529" y="2225"/>
                      </a:cubicBezTo>
                      <a:cubicBezTo>
                        <a:pt x="542" y="2278"/>
                        <a:pt x="627" y="2515"/>
                        <a:pt x="627" y="2515"/>
                      </a:cubicBezTo>
                      <a:cubicBezTo>
                        <a:pt x="627" y="2515"/>
                        <a:pt x="693" y="2613"/>
                        <a:pt x="706" y="2732"/>
                      </a:cubicBezTo>
                      <a:cubicBezTo>
                        <a:pt x="766" y="2712"/>
                        <a:pt x="838" y="2686"/>
                        <a:pt x="858" y="2686"/>
                      </a:cubicBezTo>
                      <a:cubicBezTo>
                        <a:pt x="869" y="2686"/>
                        <a:pt x="883" y="2684"/>
                        <a:pt x="899" y="2684"/>
                      </a:cubicBezTo>
                      <a:cubicBezTo>
                        <a:pt x="929" y="2684"/>
                        <a:pt x="963" y="2690"/>
                        <a:pt x="976" y="2725"/>
                      </a:cubicBezTo>
                      <a:cubicBezTo>
                        <a:pt x="989" y="2771"/>
                        <a:pt x="1095" y="2791"/>
                        <a:pt x="1095" y="2791"/>
                      </a:cubicBezTo>
                      <a:cubicBezTo>
                        <a:pt x="1095" y="2791"/>
                        <a:pt x="1120" y="2735"/>
                        <a:pt x="1149" y="2735"/>
                      </a:cubicBezTo>
                      <a:cubicBezTo>
                        <a:pt x="1153" y="2735"/>
                        <a:pt x="1156" y="2736"/>
                        <a:pt x="1160" y="2738"/>
                      </a:cubicBezTo>
                      <a:cubicBezTo>
                        <a:pt x="1164" y="2740"/>
                        <a:pt x="1168" y="2740"/>
                        <a:pt x="1173" y="2740"/>
                      </a:cubicBezTo>
                      <a:cubicBezTo>
                        <a:pt x="1202" y="2740"/>
                        <a:pt x="1245" y="2718"/>
                        <a:pt x="1280" y="2718"/>
                      </a:cubicBezTo>
                      <a:cubicBezTo>
                        <a:pt x="1298" y="2718"/>
                        <a:pt x="1313" y="2723"/>
                        <a:pt x="1325" y="2738"/>
                      </a:cubicBezTo>
                      <a:cubicBezTo>
                        <a:pt x="1364" y="2791"/>
                        <a:pt x="1470" y="2844"/>
                        <a:pt x="1489" y="2850"/>
                      </a:cubicBezTo>
                      <a:cubicBezTo>
                        <a:pt x="1492" y="2852"/>
                        <a:pt x="1497" y="2852"/>
                        <a:pt x="1504" y="2852"/>
                      </a:cubicBezTo>
                      <a:cubicBezTo>
                        <a:pt x="1523" y="2852"/>
                        <a:pt x="1556" y="2848"/>
                        <a:pt x="1590" y="2848"/>
                      </a:cubicBezTo>
                      <a:cubicBezTo>
                        <a:pt x="1602" y="2848"/>
                        <a:pt x="1615" y="2849"/>
                        <a:pt x="1628" y="2850"/>
                      </a:cubicBezTo>
                      <a:cubicBezTo>
                        <a:pt x="1637" y="2851"/>
                        <a:pt x="1649" y="2852"/>
                        <a:pt x="1661" y="2852"/>
                      </a:cubicBezTo>
                      <a:cubicBezTo>
                        <a:pt x="1674" y="2852"/>
                        <a:pt x="1689" y="2851"/>
                        <a:pt x="1704" y="2851"/>
                      </a:cubicBezTo>
                      <a:cubicBezTo>
                        <a:pt x="1749" y="2851"/>
                        <a:pt x="1797" y="2855"/>
                        <a:pt x="1825" y="2883"/>
                      </a:cubicBezTo>
                      <a:cubicBezTo>
                        <a:pt x="1878" y="2923"/>
                        <a:pt x="1898" y="2936"/>
                        <a:pt x="1898" y="2936"/>
                      </a:cubicBezTo>
                      <a:cubicBezTo>
                        <a:pt x="1898" y="2936"/>
                        <a:pt x="1930" y="2927"/>
                        <a:pt x="1969" y="2927"/>
                      </a:cubicBezTo>
                      <a:cubicBezTo>
                        <a:pt x="1988" y="2927"/>
                        <a:pt x="2009" y="2929"/>
                        <a:pt x="2029" y="2936"/>
                      </a:cubicBezTo>
                      <a:cubicBezTo>
                        <a:pt x="2088" y="2955"/>
                        <a:pt x="2233" y="3067"/>
                        <a:pt x="2292" y="3067"/>
                      </a:cubicBezTo>
                      <a:cubicBezTo>
                        <a:pt x="2345" y="3061"/>
                        <a:pt x="2431" y="3067"/>
                        <a:pt x="2431" y="3034"/>
                      </a:cubicBezTo>
                      <a:lnTo>
                        <a:pt x="2431" y="2903"/>
                      </a:lnTo>
                      <a:cubicBezTo>
                        <a:pt x="2431" y="2844"/>
                        <a:pt x="2417" y="2686"/>
                        <a:pt x="2529" y="2686"/>
                      </a:cubicBezTo>
                      <a:lnTo>
                        <a:pt x="2694" y="2686"/>
                      </a:lnTo>
                      <a:cubicBezTo>
                        <a:pt x="2694" y="2686"/>
                        <a:pt x="2747" y="2659"/>
                        <a:pt x="2766" y="2646"/>
                      </a:cubicBezTo>
                      <a:cubicBezTo>
                        <a:pt x="2785" y="2627"/>
                        <a:pt x="2884" y="2547"/>
                        <a:pt x="2914" y="2547"/>
                      </a:cubicBezTo>
                      <a:cubicBezTo>
                        <a:pt x="2916" y="2547"/>
                        <a:pt x="2917" y="2547"/>
                        <a:pt x="2918" y="2547"/>
                      </a:cubicBezTo>
                      <a:cubicBezTo>
                        <a:pt x="2951" y="2554"/>
                        <a:pt x="3010" y="2574"/>
                        <a:pt x="3010" y="2574"/>
                      </a:cubicBezTo>
                      <a:cubicBezTo>
                        <a:pt x="3010" y="2574"/>
                        <a:pt x="3016" y="2561"/>
                        <a:pt x="3102" y="2547"/>
                      </a:cubicBezTo>
                      <a:cubicBezTo>
                        <a:pt x="3187" y="2528"/>
                        <a:pt x="3273" y="2501"/>
                        <a:pt x="3293" y="2501"/>
                      </a:cubicBezTo>
                      <a:cubicBezTo>
                        <a:pt x="3313" y="2501"/>
                        <a:pt x="3418" y="2521"/>
                        <a:pt x="3451" y="2574"/>
                      </a:cubicBezTo>
                      <a:cubicBezTo>
                        <a:pt x="3490" y="2633"/>
                        <a:pt x="3517" y="2659"/>
                        <a:pt x="3543" y="2666"/>
                      </a:cubicBezTo>
                      <a:cubicBezTo>
                        <a:pt x="3561" y="2670"/>
                        <a:pt x="3578" y="2690"/>
                        <a:pt x="3606" y="2690"/>
                      </a:cubicBezTo>
                      <a:cubicBezTo>
                        <a:pt x="3620" y="2690"/>
                        <a:pt x="3636" y="2685"/>
                        <a:pt x="3655" y="2672"/>
                      </a:cubicBezTo>
                      <a:cubicBezTo>
                        <a:pt x="3707" y="2640"/>
                        <a:pt x="3800" y="2561"/>
                        <a:pt x="3846" y="2534"/>
                      </a:cubicBezTo>
                      <a:cubicBezTo>
                        <a:pt x="3869" y="2523"/>
                        <a:pt x="3936" y="2509"/>
                        <a:pt x="4038" y="2509"/>
                      </a:cubicBezTo>
                      <a:cubicBezTo>
                        <a:pt x="4109" y="2509"/>
                        <a:pt x="4197" y="2515"/>
                        <a:pt x="4300" y="2534"/>
                      </a:cubicBezTo>
                      <a:cubicBezTo>
                        <a:pt x="4287" y="2515"/>
                        <a:pt x="4287" y="2495"/>
                        <a:pt x="4287" y="2475"/>
                      </a:cubicBezTo>
                      <a:cubicBezTo>
                        <a:pt x="4300" y="2416"/>
                        <a:pt x="4379" y="2291"/>
                        <a:pt x="4445" y="2245"/>
                      </a:cubicBezTo>
                      <a:cubicBezTo>
                        <a:pt x="4484" y="2212"/>
                        <a:pt x="4629" y="2120"/>
                        <a:pt x="4721" y="2034"/>
                      </a:cubicBezTo>
                      <a:cubicBezTo>
                        <a:pt x="4708" y="2001"/>
                        <a:pt x="4688" y="1968"/>
                        <a:pt x="4662" y="1955"/>
                      </a:cubicBezTo>
                      <a:cubicBezTo>
                        <a:pt x="4622" y="1929"/>
                        <a:pt x="4616" y="1731"/>
                        <a:pt x="4576" y="1731"/>
                      </a:cubicBezTo>
                      <a:lnTo>
                        <a:pt x="4418" y="1731"/>
                      </a:lnTo>
                      <a:cubicBezTo>
                        <a:pt x="4418" y="1731"/>
                        <a:pt x="4373" y="1840"/>
                        <a:pt x="4358" y="1840"/>
                      </a:cubicBezTo>
                      <a:cubicBezTo>
                        <a:pt x="4354" y="1840"/>
                        <a:pt x="4352" y="1835"/>
                        <a:pt x="4352" y="1823"/>
                      </a:cubicBezTo>
                      <a:lnTo>
                        <a:pt x="4352" y="1573"/>
                      </a:lnTo>
                      <a:cubicBezTo>
                        <a:pt x="4352" y="1573"/>
                        <a:pt x="4326" y="1527"/>
                        <a:pt x="4267" y="1527"/>
                      </a:cubicBezTo>
                      <a:cubicBezTo>
                        <a:pt x="4227" y="1527"/>
                        <a:pt x="4144" y="1521"/>
                        <a:pt x="4089" y="1521"/>
                      </a:cubicBezTo>
                      <a:cubicBezTo>
                        <a:pt x="4061" y="1521"/>
                        <a:pt x="4041" y="1523"/>
                        <a:pt x="4036" y="1527"/>
                      </a:cubicBezTo>
                      <a:cubicBezTo>
                        <a:pt x="4032" y="1531"/>
                        <a:pt x="4015" y="1532"/>
                        <a:pt x="3993" y="1532"/>
                      </a:cubicBezTo>
                      <a:cubicBezTo>
                        <a:pt x="3927" y="1532"/>
                        <a:pt x="3813" y="1521"/>
                        <a:pt x="3813" y="1521"/>
                      </a:cubicBezTo>
                      <a:cubicBezTo>
                        <a:pt x="3813" y="1521"/>
                        <a:pt x="3806" y="1455"/>
                        <a:pt x="3813" y="1429"/>
                      </a:cubicBezTo>
                      <a:cubicBezTo>
                        <a:pt x="3819" y="1402"/>
                        <a:pt x="3839" y="1356"/>
                        <a:pt x="3839" y="1317"/>
                      </a:cubicBezTo>
                      <a:cubicBezTo>
                        <a:pt x="3839" y="1284"/>
                        <a:pt x="3859" y="1238"/>
                        <a:pt x="3813" y="1192"/>
                      </a:cubicBezTo>
                      <a:cubicBezTo>
                        <a:pt x="3767" y="1152"/>
                        <a:pt x="3688" y="1047"/>
                        <a:pt x="3661" y="1001"/>
                      </a:cubicBezTo>
                      <a:cubicBezTo>
                        <a:pt x="3635" y="961"/>
                        <a:pt x="3602" y="863"/>
                        <a:pt x="3602" y="823"/>
                      </a:cubicBezTo>
                      <a:cubicBezTo>
                        <a:pt x="3602" y="777"/>
                        <a:pt x="3635" y="659"/>
                        <a:pt x="3602" y="593"/>
                      </a:cubicBezTo>
                      <a:cubicBezTo>
                        <a:pt x="3563" y="527"/>
                        <a:pt x="3457" y="323"/>
                        <a:pt x="3418" y="310"/>
                      </a:cubicBezTo>
                      <a:cubicBezTo>
                        <a:pt x="3390" y="293"/>
                        <a:pt x="3284" y="244"/>
                        <a:pt x="3223" y="244"/>
                      </a:cubicBezTo>
                      <a:cubicBezTo>
                        <a:pt x="3212" y="244"/>
                        <a:pt x="3202" y="246"/>
                        <a:pt x="3194" y="251"/>
                      </a:cubicBezTo>
                      <a:cubicBezTo>
                        <a:pt x="3141" y="283"/>
                        <a:pt x="2970" y="323"/>
                        <a:pt x="2970" y="323"/>
                      </a:cubicBezTo>
                      <a:lnTo>
                        <a:pt x="2714" y="251"/>
                      </a:lnTo>
                      <a:cubicBezTo>
                        <a:pt x="2714" y="251"/>
                        <a:pt x="2654" y="158"/>
                        <a:pt x="2628" y="158"/>
                      </a:cubicBezTo>
                      <a:cubicBezTo>
                        <a:pt x="2602" y="158"/>
                        <a:pt x="2187" y="93"/>
                        <a:pt x="2187" y="93"/>
                      </a:cubicBezTo>
                      <a:lnTo>
                        <a:pt x="1990" y="33"/>
                      </a:lnTo>
                      <a:cubicBezTo>
                        <a:pt x="1990" y="33"/>
                        <a:pt x="1884" y="0"/>
                        <a:pt x="1838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E98AAC"/>
                    </a:solidFill>
                  </a:endParaRPr>
                </a:p>
              </p:txBody>
            </p:sp>
            <p:sp>
              <p:nvSpPr>
                <p:cNvPr id="264" name="Google Shape;1572;p19">
                  <a:extLst>
                    <a:ext uri="{FF2B5EF4-FFF2-40B4-BE49-F238E27FC236}">
                      <a16:creationId xmlns:a16="http://schemas.microsoft.com/office/drawing/2014/main" id="{7B80945F-B071-889C-B5A6-435864B195C8}"/>
                    </a:ext>
                  </a:extLst>
                </p:cNvPr>
                <p:cNvSpPr/>
                <p:nvPr/>
              </p:nvSpPr>
              <p:spPr>
                <a:xfrm>
                  <a:off x="6827849" y="3901333"/>
                  <a:ext cx="615673" cy="5267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1" h="4826" extrusionOk="0">
                      <a:moveTo>
                        <a:pt x="3104" y="0"/>
                      </a:moveTo>
                      <a:cubicBezTo>
                        <a:pt x="3038" y="0"/>
                        <a:pt x="2988" y="2"/>
                        <a:pt x="2975" y="4"/>
                      </a:cubicBezTo>
                      <a:cubicBezTo>
                        <a:pt x="2964" y="7"/>
                        <a:pt x="2934" y="7"/>
                        <a:pt x="2895" y="7"/>
                      </a:cubicBezTo>
                      <a:cubicBezTo>
                        <a:pt x="2816" y="7"/>
                        <a:pt x="2699" y="4"/>
                        <a:pt x="2620" y="4"/>
                      </a:cubicBezTo>
                      <a:lnTo>
                        <a:pt x="2606" y="11"/>
                      </a:lnTo>
                      <a:cubicBezTo>
                        <a:pt x="2560" y="37"/>
                        <a:pt x="2508" y="70"/>
                        <a:pt x="2475" y="97"/>
                      </a:cubicBezTo>
                      <a:cubicBezTo>
                        <a:pt x="2416" y="149"/>
                        <a:pt x="2205" y="189"/>
                        <a:pt x="2179" y="202"/>
                      </a:cubicBezTo>
                      <a:cubicBezTo>
                        <a:pt x="2159" y="215"/>
                        <a:pt x="2001" y="294"/>
                        <a:pt x="1817" y="426"/>
                      </a:cubicBezTo>
                      <a:cubicBezTo>
                        <a:pt x="1626" y="557"/>
                        <a:pt x="1461" y="669"/>
                        <a:pt x="1349" y="768"/>
                      </a:cubicBezTo>
                      <a:cubicBezTo>
                        <a:pt x="1244" y="873"/>
                        <a:pt x="1343" y="860"/>
                        <a:pt x="1316" y="893"/>
                      </a:cubicBezTo>
                      <a:cubicBezTo>
                        <a:pt x="1306" y="903"/>
                        <a:pt x="1294" y="906"/>
                        <a:pt x="1280" y="906"/>
                      </a:cubicBezTo>
                      <a:cubicBezTo>
                        <a:pt x="1264" y="906"/>
                        <a:pt x="1247" y="902"/>
                        <a:pt x="1229" y="902"/>
                      </a:cubicBezTo>
                      <a:cubicBezTo>
                        <a:pt x="1212" y="902"/>
                        <a:pt x="1194" y="906"/>
                        <a:pt x="1178" y="919"/>
                      </a:cubicBezTo>
                      <a:cubicBezTo>
                        <a:pt x="1132" y="959"/>
                        <a:pt x="1060" y="1044"/>
                        <a:pt x="1007" y="1090"/>
                      </a:cubicBezTo>
                      <a:cubicBezTo>
                        <a:pt x="955" y="1130"/>
                        <a:pt x="652" y="1492"/>
                        <a:pt x="546" y="1591"/>
                      </a:cubicBezTo>
                      <a:cubicBezTo>
                        <a:pt x="448" y="1696"/>
                        <a:pt x="92" y="2091"/>
                        <a:pt x="53" y="2150"/>
                      </a:cubicBezTo>
                      <a:cubicBezTo>
                        <a:pt x="13" y="2203"/>
                        <a:pt x="0" y="2222"/>
                        <a:pt x="53" y="2249"/>
                      </a:cubicBezTo>
                      <a:cubicBezTo>
                        <a:pt x="62" y="2254"/>
                        <a:pt x="75" y="2256"/>
                        <a:pt x="92" y="2256"/>
                      </a:cubicBezTo>
                      <a:cubicBezTo>
                        <a:pt x="163" y="2256"/>
                        <a:pt x="289" y="2216"/>
                        <a:pt x="316" y="2189"/>
                      </a:cubicBezTo>
                      <a:cubicBezTo>
                        <a:pt x="335" y="2165"/>
                        <a:pt x="376" y="2124"/>
                        <a:pt x="437" y="2124"/>
                      </a:cubicBezTo>
                      <a:cubicBezTo>
                        <a:pt x="460" y="2124"/>
                        <a:pt x="485" y="2129"/>
                        <a:pt x="514" y="2143"/>
                      </a:cubicBezTo>
                      <a:cubicBezTo>
                        <a:pt x="619" y="2196"/>
                        <a:pt x="744" y="2249"/>
                        <a:pt x="797" y="2328"/>
                      </a:cubicBezTo>
                      <a:cubicBezTo>
                        <a:pt x="856" y="2407"/>
                        <a:pt x="1007" y="2571"/>
                        <a:pt x="1047" y="2630"/>
                      </a:cubicBezTo>
                      <a:cubicBezTo>
                        <a:pt x="1086" y="2696"/>
                        <a:pt x="1099" y="2782"/>
                        <a:pt x="1132" y="2821"/>
                      </a:cubicBezTo>
                      <a:cubicBezTo>
                        <a:pt x="1142" y="2833"/>
                        <a:pt x="1165" y="2840"/>
                        <a:pt x="1191" y="2840"/>
                      </a:cubicBezTo>
                      <a:cubicBezTo>
                        <a:pt x="1236" y="2840"/>
                        <a:pt x="1288" y="2821"/>
                        <a:pt x="1297" y="2775"/>
                      </a:cubicBezTo>
                      <a:cubicBezTo>
                        <a:pt x="1307" y="2716"/>
                        <a:pt x="1314" y="2653"/>
                        <a:pt x="1348" y="2653"/>
                      </a:cubicBezTo>
                      <a:cubicBezTo>
                        <a:pt x="1356" y="2653"/>
                        <a:pt x="1365" y="2656"/>
                        <a:pt x="1376" y="2663"/>
                      </a:cubicBezTo>
                      <a:cubicBezTo>
                        <a:pt x="1435" y="2696"/>
                        <a:pt x="1474" y="2762"/>
                        <a:pt x="1573" y="2854"/>
                      </a:cubicBezTo>
                      <a:cubicBezTo>
                        <a:pt x="1665" y="2953"/>
                        <a:pt x="1659" y="2953"/>
                        <a:pt x="1771" y="2999"/>
                      </a:cubicBezTo>
                      <a:cubicBezTo>
                        <a:pt x="1882" y="3052"/>
                        <a:pt x="1889" y="3019"/>
                        <a:pt x="1955" y="3078"/>
                      </a:cubicBezTo>
                      <a:cubicBezTo>
                        <a:pt x="2027" y="3144"/>
                        <a:pt x="2152" y="3177"/>
                        <a:pt x="2179" y="3190"/>
                      </a:cubicBezTo>
                      <a:cubicBezTo>
                        <a:pt x="2205" y="3203"/>
                        <a:pt x="2205" y="3183"/>
                        <a:pt x="2291" y="3295"/>
                      </a:cubicBezTo>
                      <a:cubicBezTo>
                        <a:pt x="2376" y="3414"/>
                        <a:pt x="2547" y="3453"/>
                        <a:pt x="2547" y="3453"/>
                      </a:cubicBezTo>
                      <a:cubicBezTo>
                        <a:pt x="2547" y="3453"/>
                        <a:pt x="2620" y="3519"/>
                        <a:pt x="2679" y="3578"/>
                      </a:cubicBezTo>
                      <a:cubicBezTo>
                        <a:pt x="2738" y="3644"/>
                        <a:pt x="2817" y="3710"/>
                        <a:pt x="2817" y="3762"/>
                      </a:cubicBezTo>
                      <a:cubicBezTo>
                        <a:pt x="2817" y="3815"/>
                        <a:pt x="2857" y="3887"/>
                        <a:pt x="2903" y="3914"/>
                      </a:cubicBezTo>
                      <a:cubicBezTo>
                        <a:pt x="2949" y="3940"/>
                        <a:pt x="3061" y="3953"/>
                        <a:pt x="3093" y="3986"/>
                      </a:cubicBezTo>
                      <a:cubicBezTo>
                        <a:pt x="3120" y="4026"/>
                        <a:pt x="3192" y="4098"/>
                        <a:pt x="3159" y="4151"/>
                      </a:cubicBezTo>
                      <a:cubicBezTo>
                        <a:pt x="3120" y="4197"/>
                        <a:pt x="3041" y="4249"/>
                        <a:pt x="3021" y="4276"/>
                      </a:cubicBezTo>
                      <a:cubicBezTo>
                        <a:pt x="2995" y="4309"/>
                        <a:pt x="2936" y="4302"/>
                        <a:pt x="2903" y="4374"/>
                      </a:cubicBezTo>
                      <a:cubicBezTo>
                        <a:pt x="2870" y="4447"/>
                        <a:pt x="2857" y="4467"/>
                        <a:pt x="2870" y="4585"/>
                      </a:cubicBezTo>
                      <a:cubicBezTo>
                        <a:pt x="2883" y="4657"/>
                        <a:pt x="2863" y="4796"/>
                        <a:pt x="2968" y="4822"/>
                      </a:cubicBezTo>
                      <a:cubicBezTo>
                        <a:pt x="2976" y="4825"/>
                        <a:pt x="2984" y="4826"/>
                        <a:pt x="2992" y="4826"/>
                      </a:cubicBezTo>
                      <a:cubicBezTo>
                        <a:pt x="3087" y="4826"/>
                        <a:pt x="3204" y="4659"/>
                        <a:pt x="3271" y="4605"/>
                      </a:cubicBezTo>
                      <a:cubicBezTo>
                        <a:pt x="3317" y="4565"/>
                        <a:pt x="3376" y="4559"/>
                        <a:pt x="3416" y="4519"/>
                      </a:cubicBezTo>
                      <a:cubicBezTo>
                        <a:pt x="3515" y="4414"/>
                        <a:pt x="3574" y="4249"/>
                        <a:pt x="3620" y="4111"/>
                      </a:cubicBezTo>
                      <a:cubicBezTo>
                        <a:pt x="3653" y="4012"/>
                        <a:pt x="3679" y="3907"/>
                        <a:pt x="3752" y="3828"/>
                      </a:cubicBezTo>
                      <a:cubicBezTo>
                        <a:pt x="3791" y="3789"/>
                        <a:pt x="3850" y="3762"/>
                        <a:pt x="3896" y="3723"/>
                      </a:cubicBezTo>
                      <a:cubicBezTo>
                        <a:pt x="3982" y="3657"/>
                        <a:pt x="4002" y="3545"/>
                        <a:pt x="4087" y="3479"/>
                      </a:cubicBezTo>
                      <a:cubicBezTo>
                        <a:pt x="4173" y="3414"/>
                        <a:pt x="4272" y="3361"/>
                        <a:pt x="4364" y="3308"/>
                      </a:cubicBezTo>
                      <a:cubicBezTo>
                        <a:pt x="4502" y="3236"/>
                        <a:pt x="4805" y="2979"/>
                        <a:pt x="4857" y="2894"/>
                      </a:cubicBezTo>
                      <a:cubicBezTo>
                        <a:pt x="4910" y="2802"/>
                        <a:pt x="5318" y="2071"/>
                        <a:pt x="5417" y="1874"/>
                      </a:cubicBezTo>
                      <a:cubicBezTo>
                        <a:pt x="5436" y="1834"/>
                        <a:pt x="5469" y="1788"/>
                        <a:pt x="5509" y="1735"/>
                      </a:cubicBezTo>
                      <a:cubicBezTo>
                        <a:pt x="5515" y="1722"/>
                        <a:pt x="5522" y="1716"/>
                        <a:pt x="5529" y="1709"/>
                      </a:cubicBezTo>
                      <a:cubicBezTo>
                        <a:pt x="5548" y="1683"/>
                        <a:pt x="5568" y="1656"/>
                        <a:pt x="5588" y="1637"/>
                      </a:cubicBezTo>
                      <a:cubicBezTo>
                        <a:pt x="5561" y="1584"/>
                        <a:pt x="5542" y="1551"/>
                        <a:pt x="5542" y="1544"/>
                      </a:cubicBezTo>
                      <a:cubicBezTo>
                        <a:pt x="5522" y="1512"/>
                        <a:pt x="5496" y="1479"/>
                        <a:pt x="5496" y="1479"/>
                      </a:cubicBezTo>
                      <a:cubicBezTo>
                        <a:pt x="5496" y="1479"/>
                        <a:pt x="5459" y="1490"/>
                        <a:pt x="5432" y="1490"/>
                      </a:cubicBezTo>
                      <a:cubicBezTo>
                        <a:pt x="5423" y="1490"/>
                        <a:pt x="5415" y="1489"/>
                        <a:pt x="5410" y="1485"/>
                      </a:cubicBezTo>
                      <a:cubicBezTo>
                        <a:pt x="5408" y="1484"/>
                        <a:pt x="5406" y="1483"/>
                        <a:pt x="5403" y="1483"/>
                      </a:cubicBezTo>
                      <a:cubicBezTo>
                        <a:pt x="5389" y="1483"/>
                        <a:pt x="5368" y="1503"/>
                        <a:pt x="5343" y="1503"/>
                      </a:cubicBezTo>
                      <a:cubicBezTo>
                        <a:pt x="5331" y="1503"/>
                        <a:pt x="5318" y="1499"/>
                        <a:pt x="5305" y="1485"/>
                      </a:cubicBezTo>
                      <a:cubicBezTo>
                        <a:pt x="5285" y="1465"/>
                        <a:pt x="5280" y="1460"/>
                        <a:pt x="5283" y="1460"/>
                      </a:cubicBezTo>
                      <a:cubicBezTo>
                        <a:pt x="5285" y="1460"/>
                        <a:pt x="5293" y="1464"/>
                        <a:pt x="5301" y="1464"/>
                      </a:cubicBezTo>
                      <a:cubicBezTo>
                        <a:pt x="5308" y="1464"/>
                        <a:pt x="5314" y="1462"/>
                        <a:pt x="5318" y="1452"/>
                      </a:cubicBezTo>
                      <a:cubicBezTo>
                        <a:pt x="5338" y="1419"/>
                        <a:pt x="5410" y="1347"/>
                        <a:pt x="5436" y="1288"/>
                      </a:cubicBezTo>
                      <a:cubicBezTo>
                        <a:pt x="5463" y="1229"/>
                        <a:pt x="5436" y="1169"/>
                        <a:pt x="5456" y="1156"/>
                      </a:cubicBezTo>
                      <a:cubicBezTo>
                        <a:pt x="5476" y="1136"/>
                        <a:pt x="5555" y="1117"/>
                        <a:pt x="5608" y="1005"/>
                      </a:cubicBezTo>
                      <a:cubicBezTo>
                        <a:pt x="5640" y="943"/>
                        <a:pt x="5603" y="930"/>
                        <a:pt x="5560" y="930"/>
                      </a:cubicBezTo>
                      <a:cubicBezTo>
                        <a:pt x="5525" y="930"/>
                        <a:pt x="5485" y="939"/>
                        <a:pt x="5476" y="939"/>
                      </a:cubicBezTo>
                      <a:cubicBezTo>
                        <a:pt x="5456" y="939"/>
                        <a:pt x="5226" y="972"/>
                        <a:pt x="5153" y="972"/>
                      </a:cubicBezTo>
                      <a:cubicBezTo>
                        <a:pt x="5081" y="972"/>
                        <a:pt x="4910" y="880"/>
                        <a:pt x="4851" y="801"/>
                      </a:cubicBezTo>
                      <a:cubicBezTo>
                        <a:pt x="4798" y="722"/>
                        <a:pt x="4337" y="373"/>
                        <a:pt x="4324" y="334"/>
                      </a:cubicBezTo>
                      <a:cubicBezTo>
                        <a:pt x="4311" y="301"/>
                        <a:pt x="4239" y="287"/>
                        <a:pt x="4239" y="287"/>
                      </a:cubicBezTo>
                      <a:cubicBezTo>
                        <a:pt x="4239" y="287"/>
                        <a:pt x="3995" y="241"/>
                        <a:pt x="3923" y="222"/>
                      </a:cubicBezTo>
                      <a:cubicBezTo>
                        <a:pt x="3857" y="195"/>
                        <a:pt x="3673" y="90"/>
                        <a:pt x="3528" y="44"/>
                      </a:cubicBezTo>
                      <a:cubicBezTo>
                        <a:pt x="3431" y="9"/>
                        <a:pt x="3235" y="0"/>
                        <a:pt x="310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E98AAC"/>
                    </a:solidFill>
                  </a:endParaRPr>
                </a:p>
              </p:txBody>
            </p:sp>
            <p:sp>
              <p:nvSpPr>
                <p:cNvPr id="265" name="Google Shape;1573;p19">
                  <a:extLst>
                    <a:ext uri="{FF2B5EF4-FFF2-40B4-BE49-F238E27FC236}">
                      <a16:creationId xmlns:a16="http://schemas.microsoft.com/office/drawing/2014/main" id="{C38210FD-1A2A-1C80-E003-65676574A3C2}"/>
                    </a:ext>
                  </a:extLst>
                </p:cNvPr>
                <p:cNvSpPr/>
                <p:nvPr/>
              </p:nvSpPr>
              <p:spPr>
                <a:xfrm>
                  <a:off x="6717180" y="1512208"/>
                  <a:ext cx="1000728" cy="993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9" h="9107" extrusionOk="0">
                      <a:moveTo>
                        <a:pt x="2771" y="0"/>
                      </a:moveTo>
                      <a:cubicBezTo>
                        <a:pt x="2711" y="0"/>
                        <a:pt x="2636" y="9"/>
                        <a:pt x="2594" y="51"/>
                      </a:cubicBezTo>
                      <a:cubicBezTo>
                        <a:pt x="2535" y="110"/>
                        <a:pt x="2484" y="125"/>
                        <a:pt x="2450" y="125"/>
                      </a:cubicBezTo>
                      <a:cubicBezTo>
                        <a:pt x="2442" y="125"/>
                        <a:pt x="2435" y="125"/>
                        <a:pt x="2429" y="123"/>
                      </a:cubicBezTo>
                      <a:cubicBezTo>
                        <a:pt x="2396" y="117"/>
                        <a:pt x="2179" y="25"/>
                        <a:pt x="2179" y="25"/>
                      </a:cubicBezTo>
                      <a:cubicBezTo>
                        <a:pt x="2179" y="25"/>
                        <a:pt x="2054" y="183"/>
                        <a:pt x="2094" y="202"/>
                      </a:cubicBezTo>
                      <a:cubicBezTo>
                        <a:pt x="2140" y="229"/>
                        <a:pt x="2199" y="321"/>
                        <a:pt x="2199" y="341"/>
                      </a:cubicBezTo>
                      <a:cubicBezTo>
                        <a:pt x="2199" y="341"/>
                        <a:pt x="2225" y="498"/>
                        <a:pt x="2153" y="525"/>
                      </a:cubicBezTo>
                      <a:cubicBezTo>
                        <a:pt x="2140" y="529"/>
                        <a:pt x="2126" y="531"/>
                        <a:pt x="2112" y="531"/>
                      </a:cubicBezTo>
                      <a:cubicBezTo>
                        <a:pt x="2043" y="531"/>
                        <a:pt x="1957" y="487"/>
                        <a:pt x="1903" y="466"/>
                      </a:cubicBezTo>
                      <a:cubicBezTo>
                        <a:pt x="1856" y="452"/>
                        <a:pt x="1757" y="438"/>
                        <a:pt x="1694" y="438"/>
                      </a:cubicBezTo>
                      <a:cubicBezTo>
                        <a:pt x="1667" y="438"/>
                        <a:pt x="1647" y="440"/>
                        <a:pt x="1639" y="446"/>
                      </a:cubicBezTo>
                      <a:cubicBezTo>
                        <a:pt x="1610" y="463"/>
                        <a:pt x="1565" y="486"/>
                        <a:pt x="1504" y="486"/>
                      </a:cubicBezTo>
                      <a:cubicBezTo>
                        <a:pt x="1497" y="486"/>
                        <a:pt x="1489" y="486"/>
                        <a:pt x="1481" y="485"/>
                      </a:cubicBezTo>
                      <a:cubicBezTo>
                        <a:pt x="1409" y="479"/>
                        <a:pt x="1291" y="426"/>
                        <a:pt x="1284" y="426"/>
                      </a:cubicBezTo>
                      <a:cubicBezTo>
                        <a:pt x="1281" y="426"/>
                        <a:pt x="1273" y="420"/>
                        <a:pt x="1255" y="420"/>
                      </a:cubicBezTo>
                      <a:cubicBezTo>
                        <a:pt x="1238" y="420"/>
                        <a:pt x="1212" y="426"/>
                        <a:pt x="1172" y="452"/>
                      </a:cubicBezTo>
                      <a:cubicBezTo>
                        <a:pt x="1100" y="505"/>
                        <a:pt x="1027" y="617"/>
                        <a:pt x="994" y="630"/>
                      </a:cubicBezTo>
                      <a:cubicBezTo>
                        <a:pt x="992" y="631"/>
                        <a:pt x="989" y="631"/>
                        <a:pt x="985" y="631"/>
                      </a:cubicBezTo>
                      <a:cubicBezTo>
                        <a:pt x="955" y="631"/>
                        <a:pt x="890" y="617"/>
                        <a:pt x="837" y="617"/>
                      </a:cubicBezTo>
                      <a:cubicBezTo>
                        <a:pt x="810" y="617"/>
                        <a:pt x="787" y="620"/>
                        <a:pt x="771" y="630"/>
                      </a:cubicBezTo>
                      <a:cubicBezTo>
                        <a:pt x="711" y="656"/>
                        <a:pt x="751" y="755"/>
                        <a:pt x="679" y="762"/>
                      </a:cubicBezTo>
                      <a:cubicBezTo>
                        <a:pt x="675" y="762"/>
                        <a:pt x="672" y="762"/>
                        <a:pt x="669" y="762"/>
                      </a:cubicBezTo>
                      <a:cubicBezTo>
                        <a:pt x="598" y="762"/>
                        <a:pt x="520" y="701"/>
                        <a:pt x="483" y="701"/>
                      </a:cubicBezTo>
                      <a:cubicBezTo>
                        <a:pt x="480" y="701"/>
                        <a:pt x="477" y="701"/>
                        <a:pt x="475" y="703"/>
                      </a:cubicBezTo>
                      <a:cubicBezTo>
                        <a:pt x="448" y="709"/>
                        <a:pt x="389" y="814"/>
                        <a:pt x="369" y="847"/>
                      </a:cubicBezTo>
                      <a:cubicBezTo>
                        <a:pt x="349" y="880"/>
                        <a:pt x="159" y="926"/>
                        <a:pt x="145" y="926"/>
                      </a:cubicBezTo>
                      <a:cubicBezTo>
                        <a:pt x="139" y="926"/>
                        <a:pt x="119" y="926"/>
                        <a:pt x="86" y="920"/>
                      </a:cubicBezTo>
                      <a:lnTo>
                        <a:pt x="40" y="1677"/>
                      </a:lnTo>
                      <a:cubicBezTo>
                        <a:pt x="40" y="1677"/>
                        <a:pt x="1" y="1933"/>
                        <a:pt x="40" y="2025"/>
                      </a:cubicBezTo>
                      <a:cubicBezTo>
                        <a:pt x="80" y="2117"/>
                        <a:pt x="159" y="2131"/>
                        <a:pt x="185" y="2203"/>
                      </a:cubicBezTo>
                      <a:cubicBezTo>
                        <a:pt x="211" y="2275"/>
                        <a:pt x="211" y="2400"/>
                        <a:pt x="284" y="2499"/>
                      </a:cubicBezTo>
                      <a:cubicBezTo>
                        <a:pt x="356" y="2598"/>
                        <a:pt x="336" y="2572"/>
                        <a:pt x="402" y="2624"/>
                      </a:cubicBezTo>
                      <a:cubicBezTo>
                        <a:pt x="468" y="2683"/>
                        <a:pt x="507" y="2716"/>
                        <a:pt x="507" y="2716"/>
                      </a:cubicBezTo>
                      <a:lnTo>
                        <a:pt x="738" y="2716"/>
                      </a:lnTo>
                      <a:cubicBezTo>
                        <a:pt x="738" y="2716"/>
                        <a:pt x="705" y="2789"/>
                        <a:pt x="738" y="2855"/>
                      </a:cubicBezTo>
                      <a:cubicBezTo>
                        <a:pt x="771" y="2920"/>
                        <a:pt x="777" y="2927"/>
                        <a:pt x="922" y="2999"/>
                      </a:cubicBezTo>
                      <a:cubicBezTo>
                        <a:pt x="1073" y="3072"/>
                        <a:pt x="1192" y="3098"/>
                        <a:pt x="1231" y="3124"/>
                      </a:cubicBezTo>
                      <a:cubicBezTo>
                        <a:pt x="1240" y="3130"/>
                        <a:pt x="1250" y="3131"/>
                        <a:pt x="1263" y="3131"/>
                      </a:cubicBezTo>
                      <a:cubicBezTo>
                        <a:pt x="1276" y="3131"/>
                        <a:pt x="1291" y="3130"/>
                        <a:pt x="1307" y="3130"/>
                      </a:cubicBezTo>
                      <a:cubicBezTo>
                        <a:pt x="1346" y="3130"/>
                        <a:pt x="1389" y="3140"/>
                        <a:pt x="1422" y="3210"/>
                      </a:cubicBezTo>
                      <a:cubicBezTo>
                        <a:pt x="1475" y="3342"/>
                        <a:pt x="1508" y="3381"/>
                        <a:pt x="1534" y="3394"/>
                      </a:cubicBezTo>
                      <a:cubicBezTo>
                        <a:pt x="1558" y="3400"/>
                        <a:pt x="1597" y="3463"/>
                        <a:pt x="1698" y="3463"/>
                      </a:cubicBezTo>
                      <a:cubicBezTo>
                        <a:pt x="1710" y="3463"/>
                        <a:pt x="1724" y="3462"/>
                        <a:pt x="1738" y="3460"/>
                      </a:cubicBezTo>
                      <a:cubicBezTo>
                        <a:pt x="1870" y="3434"/>
                        <a:pt x="2008" y="3342"/>
                        <a:pt x="2008" y="3342"/>
                      </a:cubicBezTo>
                      <a:lnTo>
                        <a:pt x="2061" y="3427"/>
                      </a:lnTo>
                      <a:cubicBezTo>
                        <a:pt x="2061" y="3427"/>
                        <a:pt x="1955" y="3493"/>
                        <a:pt x="1890" y="3546"/>
                      </a:cubicBezTo>
                      <a:cubicBezTo>
                        <a:pt x="1824" y="3605"/>
                        <a:pt x="1784" y="3579"/>
                        <a:pt x="1778" y="3710"/>
                      </a:cubicBezTo>
                      <a:cubicBezTo>
                        <a:pt x="1771" y="3842"/>
                        <a:pt x="1811" y="3921"/>
                        <a:pt x="1738" y="4052"/>
                      </a:cubicBezTo>
                      <a:cubicBezTo>
                        <a:pt x="1666" y="4184"/>
                        <a:pt x="1297" y="4875"/>
                        <a:pt x="1218" y="5092"/>
                      </a:cubicBezTo>
                      <a:cubicBezTo>
                        <a:pt x="1133" y="5309"/>
                        <a:pt x="705" y="6185"/>
                        <a:pt x="632" y="6356"/>
                      </a:cubicBezTo>
                      <a:cubicBezTo>
                        <a:pt x="554" y="6520"/>
                        <a:pt x="356" y="6711"/>
                        <a:pt x="356" y="6757"/>
                      </a:cubicBezTo>
                      <a:cubicBezTo>
                        <a:pt x="356" y="6810"/>
                        <a:pt x="396" y="6889"/>
                        <a:pt x="428" y="6909"/>
                      </a:cubicBezTo>
                      <a:cubicBezTo>
                        <a:pt x="461" y="6922"/>
                        <a:pt x="593" y="7231"/>
                        <a:pt x="593" y="7231"/>
                      </a:cubicBezTo>
                      <a:cubicBezTo>
                        <a:pt x="692" y="7264"/>
                        <a:pt x="790" y="7369"/>
                        <a:pt x="790" y="7369"/>
                      </a:cubicBezTo>
                      <a:cubicBezTo>
                        <a:pt x="790" y="7369"/>
                        <a:pt x="758" y="7494"/>
                        <a:pt x="790" y="7600"/>
                      </a:cubicBezTo>
                      <a:cubicBezTo>
                        <a:pt x="823" y="7712"/>
                        <a:pt x="830" y="7738"/>
                        <a:pt x="876" y="7804"/>
                      </a:cubicBezTo>
                      <a:cubicBezTo>
                        <a:pt x="922" y="7863"/>
                        <a:pt x="929" y="7995"/>
                        <a:pt x="929" y="8021"/>
                      </a:cubicBezTo>
                      <a:cubicBezTo>
                        <a:pt x="929" y="8054"/>
                        <a:pt x="988" y="8232"/>
                        <a:pt x="994" y="8258"/>
                      </a:cubicBezTo>
                      <a:cubicBezTo>
                        <a:pt x="1008" y="8291"/>
                        <a:pt x="1073" y="8278"/>
                        <a:pt x="1093" y="8324"/>
                      </a:cubicBezTo>
                      <a:cubicBezTo>
                        <a:pt x="1120" y="8363"/>
                        <a:pt x="1152" y="8436"/>
                        <a:pt x="1179" y="8475"/>
                      </a:cubicBezTo>
                      <a:cubicBezTo>
                        <a:pt x="1205" y="8508"/>
                        <a:pt x="1330" y="8488"/>
                        <a:pt x="1350" y="8521"/>
                      </a:cubicBezTo>
                      <a:cubicBezTo>
                        <a:pt x="1370" y="8561"/>
                        <a:pt x="1429" y="8686"/>
                        <a:pt x="1429" y="8686"/>
                      </a:cubicBezTo>
                      <a:lnTo>
                        <a:pt x="1600" y="8765"/>
                      </a:lnTo>
                      <a:lnTo>
                        <a:pt x="1837" y="8765"/>
                      </a:lnTo>
                      <a:lnTo>
                        <a:pt x="5259" y="9015"/>
                      </a:lnTo>
                      <a:lnTo>
                        <a:pt x="6232" y="9080"/>
                      </a:lnTo>
                      <a:lnTo>
                        <a:pt x="6232" y="9080"/>
                      </a:lnTo>
                      <a:cubicBezTo>
                        <a:pt x="6262" y="9011"/>
                        <a:pt x="6314" y="8893"/>
                        <a:pt x="6325" y="8870"/>
                      </a:cubicBezTo>
                      <a:cubicBezTo>
                        <a:pt x="6339" y="8837"/>
                        <a:pt x="6424" y="8686"/>
                        <a:pt x="6470" y="8561"/>
                      </a:cubicBezTo>
                      <a:cubicBezTo>
                        <a:pt x="6516" y="8442"/>
                        <a:pt x="6589" y="8462"/>
                        <a:pt x="6641" y="8429"/>
                      </a:cubicBezTo>
                      <a:cubicBezTo>
                        <a:pt x="6694" y="8396"/>
                        <a:pt x="6707" y="8337"/>
                        <a:pt x="6747" y="8278"/>
                      </a:cubicBezTo>
                      <a:cubicBezTo>
                        <a:pt x="6779" y="8218"/>
                        <a:pt x="6852" y="8172"/>
                        <a:pt x="6924" y="8087"/>
                      </a:cubicBezTo>
                      <a:cubicBezTo>
                        <a:pt x="6990" y="8001"/>
                        <a:pt x="7030" y="7731"/>
                        <a:pt x="7016" y="7666"/>
                      </a:cubicBezTo>
                      <a:cubicBezTo>
                        <a:pt x="7010" y="7600"/>
                        <a:pt x="6891" y="7514"/>
                        <a:pt x="6872" y="7468"/>
                      </a:cubicBezTo>
                      <a:cubicBezTo>
                        <a:pt x="6858" y="7429"/>
                        <a:pt x="6832" y="7356"/>
                        <a:pt x="6839" y="7323"/>
                      </a:cubicBezTo>
                      <a:cubicBezTo>
                        <a:pt x="6845" y="7297"/>
                        <a:pt x="6918" y="7205"/>
                        <a:pt x="6931" y="7080"/>
                      </a:cubicBezTo>
                      <a:cubicBezTo>
                        <a:pt x="6937" y="6961"/>
                        <a:pt x="6970" y="7021"/>
                        <a:pt x="6997" y="6961"/>
                      </a:cubicBezTo>
                      <a:cubicBezTo>
                        <a:pt x="7016" y="6896"/>
                        <a:pt x="7095" y="6869"/>
                        <a:pt x="7135" y="6823"/>
                      </a:cubicBezTo>
                      <a:cubicBezTo>
                        <a:pt x="7181" y="6784"/>
                        <a:pt x="7280" y="6790"/>
                        <a:pt x="7326" y="6764"/>
                      </a:cubicBezTo>
                      <a:cubicBezTo>
                        <a:pt x="7365" y="6731"/>
                        <a:pt x="7510" y="6547"/>
                        <a:pt x="7576" y="6461"/>
                      </a:cubicBezTo>
                      <a:cubicBezTo>
                        <a:pt x="7642" y="6382"/>
                        <a:pt x="7628" y="6349"/>
                        <a:pt x="7628" y="6303"/>
                      </a:cubicBezTo>
                      <a:cubicBezTo>
                        <a:pt x="7628" y="6264"/>
                        <a:pt x="7628" y="6218"/>
                        <a:pt x="7655" y="6198"/>
                      </a:cubicBezTo>
                      <a:cubicBezTo>
                        <a:pt x="7681" y="6172"/>
                        <a:pt x="7734" y="6119"/>
                        <a:pt x="7747" y="6079"/>
                      </a:cubicBezTo>
                      <a:cubicBezTo>
                        <a:pt x="7760" y="6047"/>
                        <a:pt x="7694" y="5948"/>
                        <a:pt x="7681" y="5935"/>
                      </a:cubicBezTo>
                      <a:cubicBezTo>
                        <a:pt x="7661" y="5922"/>
                        <a:pt x="7569" y="5823"/>
                        <a:pt x="7543" y="5816"/>
                      </a:cubicBezTo>
                      <a:cubicBezTo>
                        <a:pt x="7517" y="5810"/>
                        <a:pt x="7372" y="5803"/>
                        <a:pt x="7332" y="5790"/>
                      </a:cubicBezTo>
                      <a:cubicBezTo>
                        <a:pt x="7286" y="5777"/>
                        <a:pt x="7438" y="5717"/>
                        <a:pt x="7477" y="5678"/>
                      </a:cubicBezTo>
                      <a:cubicBezTo>
                        <a:pt x="7503" y="5652"/>
                        <a:pt x="7569" y="5612"/>
                        <a:pt x="7622" y="5546"/>
                      </a:cubicBezTo>
                      <a:cubicBezTo>
                        <a:pt x="7642" y="5527"/>
                        <a:pt x="7655" y="5507"/>
                        <a:pt x="7675" y="5481"/>
                      </a:cubicBezTo>
                      <a:cubicBezTo>
                        <a:pt x="7740" y="5382"/>
                        <a:pt x="7773" y="5388"/>
                        <a:pt x="7819" y="5349"/>
                      </a:cubicBezTo>
                      <a:cubicBezTo>
                        <a:pt x="7859" y="5309"/>
                        <a:pt x="7977" y="5270"/>
                        <a:pt x="8083" y="5211"/>
                      </a:cubicBezTo>
                      <a:cubicBezTo>
                        <a:pt x="8135" y="5178"/>
                        <a:pt x="8181" y="5125"/>
                        <a:pt x="8221" y="5066"/>
                      </a:cubicBezTo>
                      <a:cubicBezTo>
                        <a:pt x="8254" y="5026"/>
                        <a:pt x="8280" y="4980"/>
                        <a:pt x="8313" y="4941"/>
                      </a:cubicBezTo>
                      <a:cubicBezTo>
                        <a:pt x="8379" y="4855"/>
                        <a:pt x="8392" y="4816"/>
                        <a:pt x="8445" y="4730"/>
                      </a:cubicBezTo>
                      <a:cubicBezTo>
                        <a:pt x="8504" y="4645"/>
                        <a:pt x="8477" y="4625"/>
                        <a:pt x="8497" y="4566"/>
                      </a:cubicBezTo>
                      <a:cubicBezTo>
                        <a:pt x="8517" y="4513"/>
                        <a:pt x="8596" y="4447"/>
                        <a:pt x="8662" y="4362"/>
                      </a:cubicBezTo>
                      <a:cubicBezTo>
                        <a:pt x="8721" y="4276"/>
                        <a:pt x="8747" y="4217"/>
                        <a:pt x="8767" y="4151"/>
                      </a:cubicBezTo>
                      <a:cubicBezTo>
                        <a:pt x="8793" y="4085"/>
                        <a:pt x="8793" y="3973"/>
                        <a:pt x="8820" y="3881"/>
                      </a:cubicBezTo>
                      <a:cubicBezTo>
                        <a:pt x="8839" y="3796"/>
                        <a:pt x="8938" y="3664"/>
                        <a:pt x="8997" y="3559"/>
                      </a:cubicBezTo>
                      <a:cubicBezTo>
                        <a:pt x="9050" y="3460"/>
                        <a:pt x="9142" y="3124"/>
                        <a:pt x="9162" y="2953"/>
                      </a:cubicBezTo>
                      <a:cubicBezTo>
                        <a:pt x="9169" y="2855"/>
                        <a:pt x="9169" y="2683"/>
                        <a:pt x="9169" y="2552"/>
                      </a:cubicBezTo>
                      <a:lnTo>
                        <a:pt x="9162" y="2552"/>
                      </a:lnTo>
                      <a:cubicBezTo>
                        <a:pt x="9149" y="2545"/>
                        <a:pt x="9129" y="2539"/>
                        <a:pt x="9116" y="2539"/>
                      </a:cubicBezTo>
                      <a:cubicBezTo>
                        <a:pt x="9043" y="2512"/>
                        <a:pt x="8958" y="2486"/>
                        <a:pt x="8879" y="2466"/>
                      </a:cubicBezTo>
                      <a:cubicBezTo>
                        <a:pt x="8866" y="2460"/>
                        <a:pt x="8853" y="2453"/>
                        <a:pt x="8839" y="2453"/>
                      </a:cubicBezTo>
                      <a:cubicBezTo>
                        <a:pt x="8800" y="2440"/>
                        <a:pt x="8760" y="2427"/>
                        <a:pt x="8728" y="2420"/>
                      </a:cubicBezTo>
                      <a:lnTo>
                        <a:pt x="8675" y="2407"/>
                      </a:lnTo>
                      <a:cubicBezTo>
                        <a:pt x="8655" y="2400"/>
                        <a:pt x="8629" y="2394"/>
                        <a:pt x="8609" y="2387"/>
                      </a:cubicBezTo>
                      <a:cubicBezTo>
                        <a:pt x="8576" y="2374"/>
                        <a:pt x="8537" y="2368"/>
                        <a:pt x="8504" y="2354"/>
                      </a:cubicBezTo>
                      <a:cubicBezTo>
                        <a:pt x="8484" y="2348"/>
                        <a:pt x="8464" y="2348"/>
                        <a:pt x="8445" y="2341"/>
                      </a:cubicBezTo>
                      <a:lnTo>
                        <a:pt x="8418" y="2335"/>
                      </a:lnTo>
                      <a:cubicBezTo>
                        <a:pt x="8405" y="2328"/>
                        <a:pt x="8399" y="2328"/>
                        <a:pt x="8385" y="2322"/>
                      </a:cubicBezTo>
                      <a:cubicBezTo>
                        <a:pt x="8359" y="2315"/>
                        <a:pt x="8333" y="2308"/>
                        <a:pt x="8313" y="2308"/>
                      </a:cubicBezTo>
                      <a:cubicBezTo>
                        <a:pt x="8306" y="2308"/>
                        <a:pt x="8300" y="2302"/>
                        <a:pt x="8293" y="2302"/>
                      </a:cubicBezTo>
                      <a:cubicBezTo>
                        <a:pt x="8273" y="2295"/>
                        <a:pt x="8260" y="2295"/>
                        <a:pt x="8254" y="2295"/>
                      </a:cubicBezTo>
                      <a:cubicBezTo>
                        <a:pt x="8077" y="2268"/>
                        <a:pt x="7896" y="2237"/>
                        <a:pt x="7820" y="2237"/>
                      </a:cubicBezTo>
                      <a:cubicBezTo>
                        <a:pt x="7803" y="2237"/>
                        <a:pt x="7791" y="2239"/>
                        <a:pt x="7786" y="2243"/>
                      </a:cubicBezTo>
                      <a:cubicBezTo>
                        <a:pt x="7779" y="2248"/>
                        <a:pt x="7762" y="2250"/>
                        <a:pt x="7741" y="2250"/>
                      </a:cubicBezTo>
                      <a:cubicBezTo>
                        <a:pt x="7685" y="2250"/>
                        <a:pt x="7599" y="2236"/>
                        <a:pt x="7589" y="2236"/>
                      </a:cubicBezTo>
                      <a:cubicBezTo>
                        <a:pt x="7576" y="2236"/>
                        <a:pt x="7451" y="2196"/>
                        <a:pt x="7477" y="2157"/>
                      </a:cubicBezTo>
                      <a:cubicBezTo>
                        <a:pt x="7497" y="2124"/>
                        <a:pt x="7536" y="2071"/>
                        <a:pt x="7536" y="2071"/>
                      </a:cubicBezTo>
                      <a:cubicBezTo>
                        <a:pt x="7536" y="2071"/>
                        <a:pt x="7477" y="1979"/>
                        <a:pt x="7444" y="1979"/>
                      </a:cubicBezTo>
                      <a:cubicBezTo>
                        <a:pt x="7427" y="1979"/>
                        <a:pt x="7374" y="1973"/>
                        <a:pt x="7327" y="1973"/>
                      </a:cubicBezTo>
                      <a:cubicBezTo>
                        <a:pt x="7304" y="1973"/>
                        <a:pt x="7282" y="1975"/>
                        <a:pt x="7267" y="1979"/>
                      </a:cubicBezTo>
                      <a:cubicBezTo>
                        <a:pt x="7214" y="1992"/>
                        <a:pt x="7102" y="1992"/>
                        <a:pt x="7102" y="1992"/>
                      </a:cubicBezTo>
                      <a:cubicBezTo>
                        <a:pt x="7102" y="1992"/>
                        <a:pt x="7003" y="1973"/>
                        <a:pt x="6977" y="1907"/>
                      </a:cubicBezTo>
                      <a:cubicBezTo>
                        <a:pt x="6944" y="1841"/>
                        <a:pt x="6832" y="1709"/>
                        <a:pt x="6826" y="1690"/>
                      </a:cubicBezTo>
                      <a:cubicBezTo>
                        <a:pt x="6812" y="1663"/>
                        <a:pt x="6674" y="1584"/>
                        <a:pt x="6661" y="1584"/>
                      </a:cubicBezTo>
                      <a:lnTo>
                        <a:pt x="6556" y="1584"/>
                      </a:lnTo>
                      <a:cubicBezTo>
                        <a:pt x="6556" y="1584"/>
                        <a:pt x="6437" y="1584"/>
                        <a:pt x="6424" y="1571"/>
                      </a:cubicBezTo>
                      <a:cubicBezTo>
                        <a:pt x="6398" y="1545"/>
                        <a:pt x="6411" y="1492"/>
                        <a:pt x="6411" y="1459"/>
                      </a:cubicBezTo>
                      <a:cubicBezTo>
                        <a:pt x="6411" y="1413"/>
                        <a:pt x="6398" y="1394"/>
                        <a:pt x="6385" y="1354"/>
                      </a:cubicBezTo>
                      <a:cubicBezTo>
                        <a:pt x="6385" y="1347"/>
                        <a:pt x="6385" y="1334"/>
                        <a:pt x="6378" y="1328"/>
                      </a:cubicBezTo>
                      <a:cubicBezTo>
                        <a:pt x="6358" y="1334"/>
                        <a:pt x="6332" y="1341"/>
                        <a:pt x="6312" y="1347"/>
                      </a:cubicBezTo>
                      <a:cubicBezTo>
                        <a:pt x="6246" y="1361"/>
                        <a:pt x="6200" y="1387"/>
                        <a:pt x="6135" y="1407"/>
                      </a:cubicBezTo>
                      <a:cubicBezTo>
                        <a:pt x="6082" y="1420"/>
                        <a:pt x="6016" y="1545"/>
                        <a:pt x="5996" y="1584"/>
                      </a:cubicBezTo>
                      <a:cubicBezTo>
                        <a:pt x="5977" y="1617"/>
                        <a:pt x="5924" y="1690"/>
                        <a:pt x="5878" y="1716"/>
                      </a:cubicBezTo>
                      <a:cubicBezTo>
                        <a:pt x="5838" y="1749"/>
                        <a:pt x="5779" y="1756"/>
                        <a:pt x="5720" y="1782"/>
                      </a:cubicBezTo>
                      <a:cubicBezTo>
                        <a:pt x="5667" y="1815"/>
                        <a:pt x="5608" y="1861"/>
                        <a:pt x="5582" y="1913"/>
                      </a:cubicBezTo>
                      <a:cubicBezTo>
                        <a:pt x="5555" y="1960"/>
                        <a:pt x="5503" y="2144"/>
                        <a:pt x="5503" y="2144"/>
                      </a:cubicBezTo>
                      <a:cubicBezTo>
                        <a:pt x="5503" y="2144"/>
                        <a:pt x="5384" y="2236"/>
                        <a:pt x="5351" y="2269"/>
                      </a:cubicBezTo>
                      <a:cubicBezTo>
                        <a:pt x="5312" y="2308"/>
                        <a:pt x="5272" y="2407"/>
                        <a:pt x="5207" y="2598"/>
                      </a:cubicBezTo>
                      <a:cubicBezTo>
                        <a:pt x="5179" y="2684"/>
                        <a:pt x="5134" y="2707"/>
                        <a:pt x="5094" y="2707"/>
                      </a:cubicBezTo>
                      <a:cubicBezTo>
                        <a:pt x="5048" y="2707"/>
                        <a:pt x="5009" y="2677"/>
                        <a:pt x="5009" y="2677"/>
                      </a:cubicBezTo>
                      <a:cubicBezTo>
                        <a:pt x="5009" y="2677"/>
                        <a:pt x="4779" y="2618"/>
                        <a:pt x="4726" y="2598"/>
                      </a:cubicBezTo>
                      <a:cubicBezTo>
                        <a:pt x="4680" y="2572"/>
                        <a:pt x="4673" y="2420"/>
                        <a:pt x="4667" y="2387"/>
                      </a:cubicBezTo>
                      <a:cubicBezTo>
                        <a:pt x="4660" y="2354"/>
                        <a:pt x="4621" y="2328"/>
                        <a:pt x="4601" y="2308"/>
                      </a:cubicBezTo>
                      <a:cubicBezTo>
                        <a:pt x="4581" y="2289"/>
                        <a:pt x="4548" y="2183"/>
                        <a:pt x="4548" y="2124"/>
                      </a:cubicBezTo>
                      <a:cubicBezTo>
                        <a:pt x="4548" y="2065"/>
                        <a:pt x="4292" y="1894"/>
                        <a:pt x="4259" y="1821"/>
                      </a:cubicBezTo>
                      <a:cubicBezTo>
                        <a:pt x="4219" y="1749"/>
                        <a:pt x="4200" y="1703"/>
                        <a:pt x="4213" y="1670"/>
                      </a:cubicBezTo>
                      <a:cubicBezTo>
                        <a:pt x="4233" y="1644"/>
                        <a:pt x="4213" y="1473"/>
                        <a:pt x="4213" y="1413"/>
                      </a:cubicBezTo>
                      <a:cubicBezTo>
                        <a:pt x="4213" y="1347"/>
                        <a:pt x="4160" y="1308"/>
                        <a:pt x="4121" y="1262"/>
                      </a:cubicBezTo>
                      <a:cubicBezTo>
                        <a:pt x="4088" y="1222"/>
                        <a:pt x="4002" y="1143"/>
                        <a:pt x="4002" y="1117"/>
                      </a:cubicBezTo>
                      <a:cubicBezTo>
                        <a:pt x="4002" y="1091"/>
                        <a:pt x="3897" y="900"/>
                        <a:pt x="3871" y="867"/>
                      </a:cubicBezTo>
                      <a:cubicBezTo>
                        <a:pt x="3851" y="834"/>
                        <a:pt x="3699" y="795"/>
                        <a:pt x="3699" y="795"/>
                      </a:cubicBezTo>
                      <a:cubicBezTo>
                        <a:pt x="3699" y="795"/>
                        <a:pt x="3541" y="755"/>
                        <a:pt x="3502" y="729"/>
                      </a:cubicBezTo>
                      <a:cubicBezTo>
                        <a:pt x="3456" y="703"/>
                        <a:pt x="3324" y="538"/>
                        <a:pt x="3265" y="505"/>
                      </a:cubicBezTo>
                      <a:cubicBezTo>
                        <a:pt x="3255" y="500"/>
                        <a:pt x="3243" y="498"/>
                        <a:pt x="3229" y="498"/>
                      </a:cubicBezTo>
                      <a:cubicBezTo>
                        <a:pt x="3157" y="498"/>
                        <a:pt x="3044" y="558"/>
                        <a:pt x="3000" y="558"/>
                      </a:cubicBezTo>
                      <a:cubicBezTo>
                        <a:pt x="2999" y="558"/>
                        <a:pt x="2997" y="558"/>
                        <a:pt x="2995" y="558"/>
                      </a:cubicBezTo>
                      <a:cubicBezTo>
                        <a:pt x="2949" y="551"/>
                        <a:pt x="2943" y="380"/>
                        <a:pt x="2982" y="314"/>
                      </a:cubicBezTo>
                      <a:cubicBezTo>
                        <a:pt x="3015" y="248"/>
                        <a:pt x="2982" y="117"/>
                        <a:pt x="2982" y="104"/>
                      </a:cubicBezTo>
                      <a:cubicBezTo>
                        <a:pt x="2929" y="51"/>
                        <a:pt x="2870" y="5"/>
                        <a:pt x="2864" y="5"/>
                      </a:cubicBezTo>
                      <a:cubicBezTo>
                        <a:pt x="2852" y="5"/>
                        <a:pt x="2816" y="0"/>
                        <a:pt x="2771" y="0"/>
                      </a:cubicBezTo>
                      <a:close/>
                      <a:moveTo>
                        <a:pt x="6232" y="9080"/>
                      </a:moveTo>
                      <a:lnTo>
                        <a:pt x="6232" y="9080"/>
                      </a:lnTo>
                      <a:cubicBezTo>
                        <a:pt x="6231" y="9082"/>
                        <a:pt x="6231" y="9083"/>
                        <a:pt x="6230" y="9085"/>
                      </a:cubicBezTo>
                      <a:lnTo>
                        <a:pt x="6230" y="9085"/>
                      </a:lnTo>
                      <a:cubicBezTo>
                        <a:pt x="6231" y="9083"/>
                        <a:pt x="6232" y="9082"/>
                        <a:pt x="6233" y="9081"/>
                      </a:cubicBezTo>
                      <a:lnTo>
                        <a:pt x="6232" y="9080"/>
                      </a:lnTo>
                      <a:close/>
                      <a:moveTo>
                        <a:pt x="6230" y="9085"/>
                      </a:moveTo>
                      <a:cubicBezTo>
                        <a:pt x="6228" y="9088"/>
                        <a:pt x="6226" y="9092"/>
                        <a:pt x="6224" y="9097"/>
                      </a:cubicBezTo>
                      <a:lnTo>
                        <a:pt x="6224" y="9097"/>
                      </a:lnTo>
                      <a:cubicBezTo>
                        <a:pt x="6226" y="9093"/>
                        <a:pt x="6228" y="9089"/>
                        <a:pt x="6230" y="9085"/>
                      </a:cubicBezTo>
                      <a:close/>
                      <a:moveTo>
                        <a:pt x="6224" y="9097"/>
                      </a:moveTo>
                      <a:lnTo>
                        <a:pt x="6224" y="9097"/>
                      </a:lnTo>
                      <a:cubicBezTo>
                        <a:pt x="6223" y="9101"/>
                        <a:pt x="6221" y="9104"/>
                        <a:pt x="6220" y="9107"/>
                      </a:cubicBezTo>
                      <a:cubicBezTo>
                        <a:pt x="6222" y="9103"/>
                        <a:pt x="6223" y="9100"/>
                        <a:pt x="6224" y="9097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1574;p19">
                  <a:extLst>
                    <a:ext uri="{FF2B5EF4-FFF2-40B4-BE49-F238E27FC236}">
                      <a16:creationId xmlns:a16="http://schemas.microsoft.com/office/drawing/2014/main" id="{DA02A219-7298-C3B7-C659-BE75D0D89B22}"/>
                    </a:ext>
                  </a:extLst>
                </p:cNvPr>
                <p:cNvSpPr/>
                <p:nvPr/>
              </p:nvSpPr>
              <p:spPr>
                <a:xfrm>
                  <a:off x="8102081" y="2296286"/>
                  <a:ext cx="500746" cy="184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8" h="1687" extrusionOk="0">
                      <a:moveTo>
                        <a:pt x="2815" y="0"/>
                      </a:moveTo>
                      <a:cubicBezTo>
                        <a:pt x="2799" y="0"/>
                        <a:pt x="2782" y="6"/>
                        <a:pt x="2765" y="21"/>
                      </a:cubicBezTo>
                      <a:cubicBezTo>
                        <a:pt x="2706" y="74"/>
                        <a:pt x="2666" y="74"/>
                        <a:pt x="2627" y="139"/>
                      </a:cubicBezTo>
                      <a:cubicBezTo>
                        <a:pt x="2587" y="199"/>
                        <a:pt x="2548" y="245"/>
                        <a:pt x="2488" y="284"/>
                      </a:cubicBezTo>
                      <a:cubicBezTo>
                        <a:pt x="2438" y="322"/>
                        <a:pt x="2252" y="436"/>
                        <a:pt x="2194" y="436"/>
                      </a:cubicBezTo>
                      <a:cubicBezTo>
                        <a:pt x="2191" y="436"/>
                        <a:pt x="2188" y="436"/>
                        <a:pt x="2186" y="435"/>
                      </a:cubicBezTo>
                      <a:cubicBezTo>
                        <a:pt x="2133" y="422"/>
                        <a:pt x="2087" y="376"/>
                        <a:pt x="2074" y="357"/>
                      </a:cubicBezTo>
                      <a:cubicBezTo>
                        <a:pt x="2068" y="340"/>
                        <a:pt x="2053" y="285"/>
                        <a:pt x="2016" y="285"/>
                      </a:cubicBezTo>
                      <a:cubicBezTo>
                        <a:pt x="2010" y="285"/>
                        <a:pt x="2003" y="287"/>
                        <a:pt x="1995" y="291"/>
                      </a:cubicBezTo>
                      <a:cubicBezTo>
                        <a:pt x="1949" y="317"/>
                        <a:pt x="1903" y="337"/>
                        <a:pt x="1896" y="337"/>
                      </a:cubicBezTo>
                      <a:cubicBezTo>
                        <a:pt x="1883" y="337"/>
                        <a:pt x="1791" y="304"/>
                        <a:pt x="1791" y="271"/>
                      </a:cubicBezTo>
                      <a:cubicBezTo>
                        <a:pt x="1791" y="271"/>
                        <a:pt x="1784" y="264"/>
                        <a:pt x="1778" y="258"/>
                      </a:cubicBezTo>
                      <a:cubicBezTo>
                        <a:pt x="1745" y="297"/>
                        <a:pt x="1705" y="317"/>
                        <a:pt x="1672" y="376"/>
                      </a:cubicBezTo>
                      <a:cubicBezTo>
                        <a:pt x="1639" y="421"/>
                        <a:pt x="1634" y="452"/>
                        <a:pt x="1605" y="452"/>
                      </a:cubicBezTo>
                      <a:cubicBezTo>
                        <a:pt x="1599" y="452"/>
                        <a:pt x="1594" y="451"/>
                        <a:pt x="1587" y="449"/>
                      </a:cubicBezTo>
                      <a:cubicBezTo>
                        <a:pt x="1541" y="429"/>
                        <a:pt x="1481" y="422"/>
                        <a:pt x="1422" y="337"/>
                      </a:cubicBezTo>
                      <a:cubicBezTo>
                        <a:pt x="1363" y="245"/>
                        <a:pt x="1350" y="231"/>
                        <a:pt x="1317" y="192"/>
                      </a:cubicBezTo>
                      <a:cubicBezTo>
                        <a:pt x="1291" y="152"/>
                        <a:pt x="1172" y="93"/>
                        <a:pt x="1172" y="93"/>
                      </a:cubicBezTo>
                      <a:cubicBezTo>
                        <a:pt x="1172" y="93"/>
                        <a:pt x="1088" y="76"/>
                        <a:pt x="1031" y="76"/>
                      </a:cubicBezTo>
                      <a:cubicBezTo>
                        <a:pt x="1008" y="76"/>
                        <a:pt x="989" y="79"/>
                        <a:pt x="981" y="87"/>
                      </a:cubicBezTo>
                      <a:cubicBezTo>
                        <a:pt x="948" y="113"/>
                        <a:pt x="876" y="133"/>
                        <a:pt x="843" y="139"/>
                      </a:cubicBezTo>
                      <a:cubicBezTo>
                        <a:pt x="838" y="140"/>
                        <a:pt x="833" y="141"/>
                        <a:pt x="827" y="141"/>
                      </a:cubicBezTo>
                      <a:cubicBezTo>
                        <a:pt x="788" y="141"/>
                        <a:pt x="723" y="125"/>
                        <a:pt x="672" y="120"/>
                      </a:cubicBezTo>
                      <a:cubicBezTo>
                        <a:pt x="646" y="120"/>
                        <a:pt x="553" y="93"/>
                        <a:pt x="455" y="67"/>
                      </a:cubicBezTo>
                      <a:cubicBezTo>
                        <a:pt x="442" y="80"/>
                        <a:pt x="428" y="100"/>
                        <a:pt x="415" y="120"/>
                      </a:cubicBezTo>
                      <a:cubicBezTo>
                        <a:pt x="389" y="172"/>
                        <a:pt x="369" y="238"/>
                        <a:pt x="369" y="264"/>
                      </a:cubicBezTo>
                      <a:cubicBezTo>
                        <a:pt x="369" y="291"/>
                        <a:pt x="395" y="324"/>
                        <a:pt x="428" y="376"/>
                      </a:cubicBezTo>
                      <a:cubicBezTo>
                        <a:pt x="461" y="429"/>
                        <a:pt x="461" y="587"/>
                        <a:pt x="461" y="587"/>
                      </a:cubicBezTo>
                      <a:cubicBezTo>
                        <a:pt x="461" y="587"/>
                        <a:pt x="461" y="593"/>
                        <a:pt x="455" y="607"/>
                      </a:cubicBezTo>
                      <a:cubicBezTo>
                        <a:pt x="442" y="640"/>
                        <a:pt x="409" y="718"/>
                        <a:pt x="376" y="758"/>
                      </a:cubicBezTo>
                      <a:cubicBezTo>
                        <a:pt x="336" y="811"/>
                        <a:pt x="270" y="857"/>
                        <a:pt x="152" y="942"/>
                      </a:cubicBezTo>
                      <a:cubicBezTo>
                        <a:pt x="27" y="1028"/>
                        <a:pt x="14" y="1054"/>
                        <a:pt x="14" y="1054"/>
                      </a:cubicBezTo>
                      <a:lnTo>
                        <a:pt x="1" y="1067"/>
                      </a:lnTo>
                      <a:cubicBezTo>
                        <a:pt x="7" y="1087"/>
                        <a:pt x="27" y="1100"/>
                        <a:pt x="40" y="1120"/>
                      </a:cubicBezTo>
                      <a:cubicBezTo>
                        <a:pt x="119" y="1186"/>
                        <a:pt x="152" y="1166"/>
                        <a:pt x="211" y="1225"/>
                      </a:cubicBezTo>
                      <a:cubicBezTo>
                        <a:pt x="264" y="1278"/>
                        <a:pt x="349" y="1403"/>
                        <a:pt x="356" y="1423"/>
                      </a:cubicBezTo>
                      <a:cubicBezTo>
                        <a:pt x="363" y="1442"/>
                        <a:pt x="382" y="1456"/>
                        <a:pt x="356" y="1482"/>
                      </a:cubicBezTo>
                      <a:cubicBezTo>
                        <a:pt x="330" y="1515"/>
                        <a:pt x="310" y="1554"/>
                        <a:pt x="310" y="1567"/>
                      </a:cubicBezTo>
                      <a:cubicBezTo>
                        <a:pt x="310" y="1587"/>
                        <a:pt x="372" y="1686"/>
                        <a:pt x="400" y="1686"/>
                      </a:cubicBezTo>
                      <a:cubicBezTo>
                        <a:pt x="400" y="1686"/>
                        <a:pt x="401" y="1686"/>
                        <a:pt x="402" y="1686"/>
                      </a:cubicBezTo>
                      <a:cubicBezTo>
                        <a:pt x="422" y="1673"/>
                        <a:pt x="580" y="1574"/>
                        <a:pt x="580" y="1574"/>
                      </a:cubicBezTo>
                      <a:cubicBezTo>
                        <a:pt x="580" y="1574"/>
                        <a:pt x="619" y="1561"/>
                        <a:pt x="639" y="1535"/>
                      </a:cubicBezTo>
                      <a:cubicBezTo>
                        <a:pt x="659" y="1515"/>
                        <a:pt x="692" y="1475"/>
                        <a:pt x="692" y="1423"/>
                      </a:cubicBezTo>
                      <a:cubicBezTo>
                        <a:pt x="692" y="1370"/>
                        <a:pt x="659" y="1350"/>
                        <a:pt x="692" y="1344"/>
                      </a:cubicBezTo>
                      <a:lnTo>
                        <a:pt x="784" y="1344"/>
                      </a:lnTo>
                      <a:cubicBezTo>
                        <a:pt x="810" y="1344"/>
                        <a:pt x="863" y="1324"/>
                        <a:pt x="882" y="1311"/>
                      </a:cubicBezTo>
                      <a:cubicBezTo>
                        <a:pt x="896" y="1298"/>
                        <a:pt x="915" y="1311"/>
                        <a:pt x="948" y="1258"/>
                      </a:cubicBezTo>
                      <a:cubicBezTo>
                        <a:pt x="981" y="1212"/>
                        <a:pt x="1040" y="1153"/>
                        <a:pt x="1080" y="1107"/>
                      </a:cubicBezTo>
                      <a:cubicBezTo>
                        <a:pt x="1119" y="1067"/>
                        <a:pt x="1179" y="1015"/>
                        <a:pt x="1212" y="1001"/>
                      </a:cubicBezTo>
                      <a:cubicBezTo>
                        <a:pt x="1240" y="992"/>
                        <a:pt x="1266" y="947"/>
                        <a:pt x="1296" y="947"/>
                      </a:cubicBezTo>
                      <a:cubicBezTo>
                        <a:pt x="1306" y="947"/>
                        <a:pt x="1318" y="953"/>
                        <a:pt x="1330" y="969"/>
                      </a:cubicBezTo>
                      <a:cubicBezTo>
                        <a:pt x="1369" y="1034"/>
                        <a:pt x="1389" y="1087"/>
                        <a:pt x="1416" y="1107"/>
                      </a:cubicBezTo>
                      <a:cubicBezTo>
                        <a:pt x="1448" y="1120"/>
                        <a:pt x="1422" y="1120"/>
                        <a:pt x="1514" y="1133"/>
                      </a:cubicBezTo>
                      <a:cubicBezTo>
                        <a:pt x="1606" y="1146"/>
                        <a:pt x="1666" y="1140"/>
                        <a:pt x="1679" y="1146"/>
                      </a:cubicBezTo>
                      <a:cubicBezTo>
                        <a:pt x="1692" y="1153"/>
                        <a:pt x="1731" y="1212"/>
                        <a:pt x="1764" y="1232"/>
                      </a:cubicBezTo>
                      <a:cubicBezTo>
                        <a:pt x="1804" y="1252"/>
                        <a:pt x="1850" y="1265"/>
                        <a:pt x="1870" y="1265"/>
                      </a:cubicBezTo>
                      <a:cubicBezTo>
                        <a:pt x="1896" y="1265"/>
                        <a:pt x="1982" y="1265"/>
                        <a:pt x="2028" y="1311"/>
                      </a:cubicBezTo>
                      <a:cubicBezTo>
                        <a:pt x="2074" y="1350"/>
                        <a:pt x="2093" y="1442"/>
                        <a:pt x="2093" y="1462"/>
                      </a:cubicBezTo>
                      <a:cubicBezTo>
                        <a:pt x="2093" y="1475"/>
                        <a:pt x="2100" y="1489"/>
                        <a:pt x="2113" y="1521"/>
                      </a:cubicBezTo>
                      <a:cubicBezTo>
                        <a:pt x="2113" y="1521"/>
                        <a:pt x="2199" y="1482"/>
                        <a:pt x="2218" y="1442"/>
                      </a:cubicBezTo>
                      <a:cubicBezTo>
                        <a:pt x="2232" y="1410"/>
                        <a:pt x="2251" y="1396"/>
                        <a:pt x="2258" y="1390"/>
                      </a:cubicBezTo>
                      <a:cubicBezTo>
                        <a:pt x="2265" y="1390"/>
                        <a:pt x="2324" y="1377"/>
                        <a:pt x="2337" y="1363"/>
                      </a:cubicBezTo>
                      <a:cubicBezTo>
                        <a:pt x="2344" y="1357"/>
                        <a:pt x="2363" y="1337"/>
                        <a:pt x="2376" y="1324"/>
                      </a:cubicBezTo>
                      <a:lnTo>
                        <a:pt x="2376" y="1317"/>
                      </a:lnTo>
                      <a:cubicBezTo>
                        <a:pt x="2376" y="1311"/>
                        <a:pt x="2383" y="1311"/>
                        <a:pt x="2383" y="1304"/>
                      </a:cubicBezTo>
                      <a:cubicBezTo>
                        <a:pt x="2390" y="1298"/>
                        <a:pt x="2390" y="1291"/>
                        <a:pt x="2396" y="1284"/>
                      </a:cubicBezTo>
                      <a:cubicBezTo>
                        <a:pt x="2409" y="1259"/>
                        <a:pt x="2457" y="1198"/>
                        <a:pt x="2473" y="1198"/>
                      </a:cubicBezTo>
                      <a:cubicBezTo>
                        <a:pt x="2474" y="1198"/>
                        <a:pt x="2475" y="1199"/>
                        <a:pt x="2475" y="1199"/>
                      </a:cubicBezTo>
                      <a:cubicBezTo>
                        <a:pt x="2482" y="1199"/>
                        <a:pt x="2574" y="1278"/>
                        <a:pt x="2580" y="1284"/>
                      </a:cubicBezTo>
                      <a:cubicBezTo>
                        <a:pt x="2587" y="1291"/>
                        <a:pt x="2611" y="1357"/>
                        <a:pt x="2631" y="1357"/>
                      </a:cubicBezTo>
                      <a:cubicBezTo>
                        <a:pt x="2631" y="1357"/>
                        <a:pt x="2632" y="1357"/>
                        <a:pt x="2633" y="1357"/>
                      </a:cubicBezTo>
                      <a:cubicBezTo>
                        <a:pt x="2637" y="1355"/>
                        <a:pt x="2647" y="1354"/>
                        <a:pt x="2660" y="1354"/>
                      </a:cubicBezTo>
                      <a:cubicBezTo>
                        <a:pt x="2696" y="1354"/>
                        <a:pt x="2755" y="1360"/>
                        <a:pt x="2765" y="1370"/>
                      </a:cubicBezTo>
                      <a:cubicBezTo>
                        <a:pt x="2771" y="1390"/>
                        <a:pt x="2844" y="1429"/>
                        <a:pt x="2857" y="1449"/>
                      </a:cubicBezTo>
                      <a:cubicBezTo>
                        <a:pt x="2870" y="1475"/>
                        <a:pt x="2916" y="1515"/>
                        <a:pt x="2936" y="1521"/>
                      </a:cubicBezTo>
                      <a:cubicBezTo>
                        <a:pt x="2952" y="1527"/>
                        <a:pt x="2955" y="1536"/>
                        <a:pt x="2980" y="1536"/>
                      </a:cubicBezTo>
                      <a:cubicBezTo>
                        <a:pt x="2986" y="1536"/>
                        <a:pt x="2993" y="1536"/>
                        <a:pt x="3002" y="1535"/>
                      </a:cubicBezTo>
                      <a:cubicBezTo>
                        <a:pt x="3032" y="1535"/>
                        <a:pt x="3075" y="1543"/>
                        <a:pt x="3107" y="1543"/>
                      </a:cubicBezTo>
                      <a:cubicBezTo>
                        <a:pt x="3124" y="1543"/>
                        <a:pt x="3138" y="1541"/>
                        <a:pt x="3146" y="1535"/>
                      </a:cubicBezTo>
                      <a:cubicBezTo>
                        <a:pt x="3173" y="1521"/>
                        <a:pt x="3272" y="1475"/>
                        <a:pt x="3298" y="1475"/>
                      </a:cubicBezTo>
                      <a:cubicBezTo>
                        <a:pt x="3303" y="1474"/>
                        <a:pt x="3309" y="1474"/>
                        <a:pt x="3315" y="1474"/>
                      </a:cubicBezTo>
                      <a:cubicBezTo>
                        <a:pt x="3334" y="1474"/>
                        <a:pt x="3359" y="1478"/>
                        <a:pt x="3382" y="1478"/>
                      </a:cubicBezTo>
                      <a:cubicBezTo>
                        <a:pt x="3399" y="1478"/>
                        <a:pt x="3415" y="1476"/>
                        <a:pt x="3429" y="1469"/>
                      </a:cubicBezTo>
                      <a:cubicBezTo>
                        <a:pt x="3476" y="1442"/>
                        <a:pt x="3515" y="1436"/>
                        <a:pt x="3541" y="1403"/>
                      </a:cubicBezTo>
                      <a:cubicBezTo>
                        <a:pt x="3568" y="1363"/>
                        <a:pt x="3614" y="1324"/>
                        <a:pt x="3640" y="1291"/>
                      </a:cubicBezTo>
                      <a:cubicBezTo>
                        <a:pt x="3673" y="1265"/>
                        <a:pt x="3686" y="1232"/>
                        <a:pt x="3732" y="1225"/>
                      </a:cubicBezTo>
                      <a:cubicBezTo>
                        <a:pt x="3778" y="1219"/>
                        <a:pt x="3838" y="1219"/>
                        <a:pt x="3844" y="1219"/>
                      </a:cubicBezTo>
                      <a:cubicBezTo>
                        <a:pt x="3857" y="1219"/>
                        <a:pt x="3969" y="1179"/>
                        <a:pt x="3969" y="1179"/>
                      </a:cubicBezTo>
                      <a:cubicBezTo>
                        <a:pt x="3969" y="1179"/>
                        <a:pt x="4035" y="1133"/>
                        <a:pt x="4068" y="1133"/>
                      </a:cubicBezTo>
                      <a:cubicBezTo>
                        <a:pt x="4101" y="1133"/>
                        <a:pt x="4186" y="1159"/>
                        <a:pt x="4193" y="1173"/>
                      </a:cubicBezTo>
                      <a:cubicBezTo>
                        <a:pt x="4206" y="1179"/>
                        <a:pt x="4311" y="1219"/>
                        <a:pt x="4311" y="1219"/>
                      </a:cubicBezTo>
                      <a:lnTo>
                        <a:pt x="4364" y="1284"/>
                      </a:lnTo>
                      <a:cubicBezTo>
                        <a:pt x="4417" y="1199"/>
                        <a:pt x="4456" y="1133"/>
                        <a:pt x="4463" y="1113"/>
                      </a:cubicBezTo>
                      <a:cubicBezTo>
                        <a:pt x="4489" y="1061"/>
                        <a:pt x="4588" y="442"/>
                        <a:pt x="4588" y="251"/>
                      </a:cubicBezTo>
                      <a:cubicBezTo>
                        <a:pt x="4542" y="231"/>
                        <a:pt x="4482" y="205"/>
                        <a:pt x="4476" y="205"/>
                      </a:cubicBezTo>
                      <a:cubicBezTo>
                        <a:pt x="4469" y="205"/>
                        <a:pt x="4305" y="120"/>
                        <a:pt x="4305" y="120"/>
                      </a:cubicBezTo>
                      <a:cubicBezTo>
                        <a:pt x="4305" y="120"/>
                        <a:pt x="4287" y="108"/>
                        <a:pt x="4260" y="108"/>
                      </a:cubicBezTo>
                      <a:cubicBezTo>
                        <a:pt x="4246" y="108"/>
                        <a:pt x="4230" y="111"/>
                        <a:pt x="4213" y="120"/>
                      </a:cubicBezTo>
                      <a:cubicBezTo>
                        <a:pt x="4160" y="146"/>
                        <a:pt x="4088" y="179"/>
                        <a:pt x="4081" y="199"/>
                      </a:cubicBezTo>
                      <a:cubicBezTo>
                        <a:pt x="4074" y="212"/>
                        <a:pt x="4088" y="231"/>
                        <a:pt x="4061" y="284"/>
                      </a:cubicBezTo>
                      <a:cubicBezTo>
                        <a:pt x="4028" y="337"/>
                        <a:pt x="3963" y="343"/>
                        <a:pt x="3949" y="343"/>
                      </a:cubicBezTo>
                      <a:cubicBezTo>
                        <a:pt x="3943" y="343"/>
                        <a:pt x="3831" y="363"/>
                        <a:pt x="3805" y="376"/>
                      </a:cubicBezTo>
                      <a:cubicBezTo>
                        <a:pt x="3772" y="396"/>
                        <a:pt x="3739" y="396"/>
                        <a:pt x="3699" y="396"/>
                      </a:cubicBezTo>
                      <a:cubicBezTo>
                        <a:pt x="3677" y="396"/>
                        <a:pt x="3641" y="402"/>
                        <a:pt x="3597" y="402"/>
                      </a:cubicBezTo>
                      <a:cubicBezTo>
                        <a:pt x="3576" y="402"/>
                        <a:pt x="3552" y="400"/>
                        <a:pt x="3528" y="396"/>
                      </a:cubicBezTo>
                      <a:cubicBezTo>
                        <a:pt x="3495" y="389"/>
                        <a:pt x="3474" y="384"/>
                        <a:pt x="3457" y="384"/>
                      </a:cubicBezTo>
                      <a:cubicBezTo>
                        <a:pt x="3439" y="384"/>
                        <a:pt x="3426" y="389"/>
                        <a:pt x="3410" y="403"/>
                      </a:cubicBezTo>
                      <a:cubicBezTo>
                        <a:pt x="3377" y="435"/>
                        <a:pt x="3357" y="442"/>
                        <a:pt x="3331" y="482"/>
                      </a:cubicBezTo>
                      <a:cubicBezTo>
                        <a:pt x="3304" y="514"/>
                        <a:pt x="3278" y="561"/>
                        <a:pt x="3278" y="607"/>
                      </a:cubicBezTo>
                      <a:cubicBezTo>
                        <a:pt x="3278" y="653"/>
                        <a:pt x="3212" y="705"/>
                        <a:pt x="3193" y="705"/>
                      </a:cubicBezTo>
                      <a:cubicBezTo>
                        <a:pt x="3179" y="705"/>
                        <a:pt x="3152" y="697"/>
                        <a:pt x="3127" y="697"/>
                      </a:cubicBezTo>
                      <a:cubicBezTo>
                        <a:pt x="3114" y="697"/>
                        <a:pt x="3103" y="699"/>
                        <a:pt x="3094" y="705"/>
                      </a:cubicBezTo>
                      <a:cubicBezTo>
                        <a:pt x="3067" y="725"/>
                        <a:pt x="3048" y="758"/>
                        <a:pt x="3008" y="758"/>
                      </a:cubicBezTo>
                      <a:cubicBezTo>
                        <a:pt x="2969" y="758"/>
                        <a:pt x="2916" y="732"/>
                        <a:pt x="2903" y="718"/>
                      </a:cubicBezTo>
                      <a:cubicBezTo>
                        <a:pt x="2896" y="699"/>
                        <a:pt x="2896" y="593"/>
                        <a:pt x="2877" y="574"/>
                      </a:cubicBezTo>
                      <a:cubicBezTo>
                        <a:pt x="2850" y="554"/>
                        <a:pt x="2811" y="514"/>
                        <a:pt x="2804" y="508"/>
                      </a:cubicBezTo>
                      <a:cubicBezTo>
                        <a:pt x="2804" y="495"/>
                        <a:pt x="2817" y="442"/>
                        <a:pt x="2844" y="422"/>
                      </a:cubicBezTo>
                      <a:cubicBezTo>
                        <a:pt x="2877" y="396"/>
                        <a:pt x="2910" y="383"/>
                        <a:pt x="2910" y="357"/>
                      </a:cubicBezTo>
                      <a:cubicBezTo>
                        <a:pt x="2910" y="337"/>
                        <a:pt x="2890" y="310"/>
                        <a:pt x="2910" y="284"/>
                      </a:cubicBezTo>
                      <a:cubicBezTo>
                        <a:pt x="2929" y="258"/>
                        <a:pt x="2982" y="231"/>
                        <a:pt x="2995" y="231"/>
                      </a:cubicBezTo>
                      <a:cubicBezTo>
                        <a:pt x="3008" y="225"/>
                        <a:pt x="3028" y="199"/>
                        <a:pt x="3028" y="172"/>
                      </a:cubicBezTo>
                      <a:cubicBezTo>
                        <a:pt x="3028" y="139"/>
                        <a:pt x="2982" y="41"/>
                        <a:pt x="2936" y="34"/>
                      </a:cubicBezTo>
                      <a:cubicBezTo>
                        <a:pt x="2898" y="34"/>
                        <a:pt x="2857" y="0"/>
                        <a:pt x="2815" y="0"/>
                      </a:cubicBezTo>
                      <a:close/>
                    </a:path>
                  </a:pathLst>
                </a:custGeom>
                <a:solidFill>
                  <a:srgbClr val="7E0000"/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1575;p19">
                  <a:extLst>
                    <a:ext uri="{FF2B5EF4-FFF2-40B4-BE49-F238E27FC236}">
                      <a16:creationId xmlns:a16="http://schemas.microsoft.com/office/drawing/2014/main" id="{4FD7E1CC-464D-4C3B-179B-7EFE85A990EC}"/>
                    </a:ext>
                  </a:extLst>
                </p:cNvPr>
                <p:cNvSpPr/>
                <p:nvPr/>
              </p:nvSpPr>
              <p:spPr>
                <a:xfrm>
                  <a:off x="8093459" y="1939609"/>
                  <a:ext cx="322625" cy="406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6" h="3720" extrusionOk="0">
                      <a:moveTo>
                        <a:pt x="662" y="0"/>
                      </a:moveTo>
                      <a:cubicBezTo>
                        <a:pt x="617" y="0"/>
                        <a:pt x="575" y="2"/>
                        <a:pt x="540" y="5"/>
                      </a:cubicBezTo>
                      <a:cubicBezTo>
                        <a:pt x="527" y="5"/>
                        <a:pt x="507" y="5"/>
                        <a:pt x="494" y="11"/>
                      </a:cubicBezTo>
                      <a:lnTo>
                        <a:pt x="468" y="11"/>
                      </a:lnTo>
                      <a:cubicBezTo>
                        <a:pt x="448" y="18"/>
                        <a:pt x="428" y="18"/>
                        <a:pt x="409" y="25"/>
                      </a:cubicBezTo>
                      <a:cubicBezTo>
                        <a:pt x="389" y="25"/>
                        <a:pt x="363" y="31"/>
                        <a:pt x="343" y="31"/>
                      </a:cubicBezTo>
                      <a:cubicBezTo>
                        <a:pt x="330" y="38"/>
                        <a:pt x="316" y="38"/>
                        <a:pt x="303" y="38"/>
                      </a:cubicBezTo>
                      <a:cubicBezTo>
                        <a:pt x="277" y="44"/>
                        <a:pt x="251" y="51"/>
                        <a:pt x="224" y="51"/>
                      </a:cubicBezTo>
                      <a:cubicBezTo>
                        <a:pt x="211" y="57"/>
                        <a:pt x="198" y="57"/>
                        <a:pt x="178" y="64"/>
                      </a:cubicBezTo>
                      <a:cubicBezTo>
                        <a:pt x="145" y="64"/>
                        <a:pt x="119" y="71"/>
                        <a:pt x="86" y="77"/>
                      </a:cubicBezTo>
                      <a:lnTo>
                        <a:pt x="60" y="77"/>
                      </a:lnTo>
                      <a:cubicBezTo>
                        <a:pt x="53" y="117"/>
                        <a:pt x="47" y="150"/>
                        <a:pt x="40" y="176"/>
                      </a:cubicBezTo>
                      <a:cubicBezTo>
                        <a:pt x="27" y="222"/>
                        <a:pt x="1" y="452"/>
                        <a:pt x="1" y="544"/>
                      </a:cubicBezTo>
                      <a:cubicBezTo>
                        <a:pt x="1" y="630"/>
                        <a:pt x="33" y="709"/>
                        <a:pt x="60" y="762"/>
                      </a:cubicBezTo>
                      <a:cubicBezTo>
                        <a:pt x="86" y="814"/>
                        <a:pt x="145" y="893"/>
                        <a:pt x="185" y="972"/>
                      </a:cubicBezTo>
                      <a:cubicBezTo>
                        <a:pt x="224" y="1045"/>
                        <a:pt x="152" y="1143"/>
                        <a:pt x="119" y="1216"/>
                      </a:cubicBezTo>
                      <a:cubicBezTo>
                        <a:pt x="86" y="1282"/>
                        <a:pt x="73" y="1433"/>
                        <a:pt x="73" y="1453"/>
                      </a:cubicBezTo>
                      <a:cubicBezTo>
                        <a:pt x="80" y="1472"/>
                        <a:pt x="86" y="1591"/>
                        <a:pt x="126" y="1637"/>
                      </a:cubicBezTo>
                      <a:cubicBezTo>
                        <a:pt x="172" y="1683"/>
                        <a:pt x="277" y="1782"/>
                        <a:pt x="310" y="1834"/>
                      </a:cubicBezTo>
                      <a:cubicBezTo>
                        <a:pt x="336" y="1887"/>
                        <a:pt x="303" y="1992"/>
                        <a:pt x="290" y="2071"/>
                      </a:cubicBezTo>
                      <a:cubicBezTo>
                        <a:pt x="277" y="2144"/>
                        <a:pt x="290" y="2249"/>
                        <a:pt x="316" y="2302"/>
                      </a:cubicBezTo>
                      <a:cubicBezTo>
                        <a:pt x="343" y="2348"/>
                        <a:pt x="369" y="2381"/>
                        <a:pt x="369" y="2453"/>
                      </a:cubicBezTo>
                      <a:cubicBezTo>
                        <a:pt x="369" y="2525"/>
                        <a:pt x="395" y="2644"/>
                        <a:pt x="448" y="2776"/>
                      </a:cubicBezTo>
                      <a:cubicBezTo>
                        <a:pt x="494" y="2907"/>
                        <a:pt x="586" y="2848"/>
                        <a:pt x="639" y="2907"/>
                      </a:cubicBezTo>
                      <a:cubicBezTo>
                        <a:pt x="692" y="2973"/>
                        <a:pt x="606" y="3203"/>
                        <a:pt x="599" y="3230"/>
                      </a:cubicBezTo>
                      <a:cubicBezTo>
                        <a:pt x="586" y="3249"/>
                        <a:pt x="560" y="3289"/>
                        <a:pt x="534" y="3328"/>
                      </a:cubicBezTo>
                      <a:cubicBezTo>
                        <a:pt x="626" y="3361"/>
                        <a:pt x="725" y="3388"/>
                        <a:pt x="751" y="3388"/>
                      </a:cubicBezTo>
                      <a:cubicBezTo>
                        <a:pt x="802" y="3393"/>
                        <a:pt x="867" y="3409"/>
                        <a:pt x="906" y="3409"/>
                      </a:cubicBezTo>
                      <a:cubicBezTo>
                        <a:pt x="912" y="3409"/>
                        <a:pt x="917" y="3408"/>
                        <a:pt x="922" y="3407"/>
                      </a:cubicBezTo>
                      <a:cubicBezTo>
                        <a:pt x="948" y="3401"/>
                        <a:pt x="1027" y="3381"/>
                        <a:pt x="1060" y="3355"/>
                      </a:cubicBezTo>
                      <a:cubicBezTo>
                        <a:pt x="1068" y="3347"/>
                        <a:pt x="1087" y="3344"/>
                        <a:pt x="1110" y="3344"/>
                      </a:cubicBezTo>
                      <a:cubicBezTo>
                        <a:pt x="1167" y="3344"/>
                        <a:pt x="1251" y="3361"/>
                        <a:pt x="1251" y="3361"/>
                      </a:cubicBezTo>
                      <a:cubicBezTo>
                        <a:pt x="1251" y="3361"/>
                        <a:pt x="1363" y="3420"/>
                        <a:pt x="1396" y="3460"/>
                      </a:cubicBezTo>
                      <a:cubicBezTo>
                        <a:pt x="1429" y="3499"/>
                        <a:pt x="1442" y="3513"/>
                        <a:pt x="1501" y="3605"/>
                      </a:cubicBezTo>
                      <a:cubicBezTo>
                        <a:pt x="1560" y="3690"/>
                        <a:pt x="1620" y="3697"/>
                        <a:pt x="1666" y="3717"/>
                      </a:cubicBezTo>
                      <a:cubicBezTo>
                        <a:pt x="1673" y="3719"/>
                        <a:pt x="1678" y="3720"/>
                        <a:pt x="1684" y="3720"/>
                      </a:cubicBezTo>
                      <a:cubicBezTo>
                        <a:pt x="1713" y="3720"/>
                        <a:pt x="1718" y="3689"/>
                        <a:pt x="1751" y="3644"/>
                      </a:cubicBezTo>
                      <a:cubicBezTo>
                        <a:pt x="1784" y="3592"/>
                        <a:pt x="1824" y="3565"/>
                        <a:pt x="1857" y="3526"/>
                      </a:cubicBezTo>
                      <a:cubicBezTo>
                        <a:pt x="1857" y="3519"/>
                        <a:pt x="1863" y="3519"/>
                        <a:pt x="1863" y="3513"/>
                      </a:cubicBezTo>
                      <a:cubicBezTo>
                        <a:pt x="1896" y="3467"/>
                        <a:pt x="1936" y="3420"/>
                        <a:pt x="1955" y="3361"/>
                      </a:cubicBezTo>
                      <a:cubicBezTo>
                        <a:pt x="1982" y="3309"/>
                        <a:pt x="1909" y="3190"/>
                        <a:pt x="1876" y="3138"/>
                      </a:cubicBezTo>
                      <a:cubicBezTo>
                        <a:pt x="1850" y="3078"/>
                        <a:pt x="1824" y="3065"/>
                        <a:pt x="1830" y="3032"/>
                      </a:cubicBezTo>
                      <a:cubicBezTo>
                        <a:pt x="1837" y="3006"/>
                        <a:pt x="1876" y="3006"/>
                        <a:pt x="1916" y="2966"/>
                      </a:cubicBezTo>
                      <a:cubicBezTo>
                        <a:pt x="1949" y="2920"/>
                        <a:pt x="1896" y="2914"/>
                        <a:pt x="1896" y="2868"/>
                      </a:cubicBezTo>
                      <a:cubicBezTo>
                        <a:pt x="1889" y="2822"/>
                        <a:pt x="1922" y="2776"/>
                        <a:pt x="1942" y="2729"/>
                      </a:cubicBezTo>
                      <a:cubicBezTo>
                        <a:pt x="1955" y="2683"/>
                        <a:pt x="1949" y="2637"/>
                        <a:pt x="1942" y="2598"/>
                      </a:cubicBezTo>
                      <a:cubicBezTo>
                        <a:pt x="1942" y="2598"/>
                        <a:pt x="1942" y="2591"/>
                        <a:pt x="1942" y="2591"/>
                      </a:cubicBezTo>
                      <a:cubicBezTo>
                        <a:pt x="1936" y="2552"/>
                        <a:pt x="1968" y="2493"/>
                        <a:pt x="2074" y="2420"/>
                      </a:cubicBezTo>
                      <a:cubicBezTo>
                        <a:pt x="2186" y="2348"/>
                        <a:pt x="2172" y="2354"/>
                        <a:pt x="2238" y="2308"/>
                      </a:cubicBezTo>
                      <a:cubicBezTo>
                        <a:pt x="2304" y="2269"/>
                        <a:pt x="2297" y="2229"/>
                        <a:pt x="2337" y="2170"/>
                      </a:cubicBezTo>
                      <a:cubicBezTo>
                        <a:pt x="2376" y="2111"/>
                        <a:pt x="2396" y="2045"/>
                        <a:pt x="2455" y="1940"/>
                      </a:cubicBezTo>
                      <a:cubicBezTo>
                        <a:pt x="2521" y="1834"/>
                        <a:pt x="2554" y="1808"/>
                        <a:pt x="2567" y="1755"/>
                      </a:cubicBezTo>
                      <a:cubicBezTo>
                        <a:pt x="2580" y="1696"/>
                        <a:pt x="2613" y="1611"/>
                        <a:pt x="2640" y="1565"/>
                      </a:cubicBezTo>
                      <a:cubicBezTo>
                        <a:pt x="2654" y="1540"/>
                        <a:pt x="2666" y="1534"/>
                        <a:pt x="2685" y="1534"/>
                      </a:cubicBezTo>
                      <a:cubicBezTo>
                        <a:pt x="2701" y="1534"/>
                        <a:pt x="2721" y="1538"/>
                        <a:pt x="2752" y="1538"/>
                      </a:cubicBezTo>
                      <a:cubicBezTo>
                        <a:pt x="2817" y="1532"/>
                        <a:pt x="2956" y="1505"/>
                        <a:pt x="2956" y="1505"/>
                      </a:cubicBezTo>
                      <a:cubicBezTo>
                        <a:pt x="2910" y="1472"/>
                        <a:pt x="2857" y="1433"/>
                        <a:pt x="2831" y="1400"/>
                      </a:cubicBezTo>
                      <a:cubicBezTo>
                        <a:pt x="2817" y="1380"/>
                        <a:pt x="2785" y="1354"/>
                        <a:pt x="2758" y="1328"/>
                      </a:cubicBezTo>
                      <a:cubicBezTo>
                        <a:pt x="2745" y="1314"/>
                        <a:pt x="2732" y="1301"/>
                        <a:pt x="2719" y="1295"/>
                      </a:cubicBezTo>
                      <a:cubicBezTo>
                        <a:pt x="2712" y="1288"/>
                        <a:pt x="2706" y="1282"/>
                        <a:pt x="2699" y="1275"/>
                      </a:cubicBezTo>
                      <a:cubicBezTo>
                        <a:pt x="2679" y="1255"/>
                        <a:pt x="2659" y="1235"/>
                        <a:pt x="2646" y="1222"/>
                      </a:cubicBezTo>
                      <a:cubicBezTo>
                        <a:pt x="2607" y="1176"/>
                        <a:pt x="2508" y="1104"/>
                        <a:pt x="2436" y="1071"/>
                      </a:cubicBezTo>
                      <a:cubicBezTo>
                        <a:pt x="2357" y="1038"/>
                        <a:pt x="2304" y="1012"/>
                        <a:pt x="2265" y="966"/>
                      </a:cubicBezTo>
                      <a:cubicBezTo>
                        <a:pt x="2219" y="913"/>
                        <a:pt x="2061" y="735"/>
                        <a:pt x="2061" y="735"/>
                      </a:cubicBezTo>
                      <a:cubicBezTo>
                        <a:pt x="2061" y="735"/>
                        <a:pt x="2001" y="656"/>
                        <a:pt x="1982" y="650"/>
                      </a:cubicBezTo>
                      <a:cubicBezTo>
                        <a:pt x="1962" y="643"/>
                        <a:pt x="1857" y="597"/>
                        <a:pt x="1830" y="577"/>
                      </a:cubicBezTo>
                      <a:cubicBezTo>
                        <a:pt x="1797" y="558"/>
                        <a:pt x="1593" y="393"/>
                        <a:pt x="1455" y="308"/>
                      </a:cubicBezTo>
                      <a:cubicBezTo>
                        <a:pt x="1310" y="215"/>
                        <a:pt x="1060" y="18"/>
                        <a:pt x="1008" y="18"/>
                      </a:cubicBezTo>
                      <a:cubicBezTo>
                        <a:pt x="968" y="13"/>
                        <a:pt x="802" y="0"/>
                        <a:pt x="662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1576;p19">
                  <a:extLst>
                    <a:ext uri="{FF2B5EF4-FFF2-40B4-BE49-F238E27FC236}">
                      <a16:creationId xmlns:a16="http://schemas.microsoft.com/office/drawing/2014/main" id="{2C98E532-F0E1-6025-9C06-3F2573FEFA99}"/>
                    </a:ext>
                  </a:extLst>
                </p:cNvPr>
                <p:cNvSpPr/>
                <p:nvPr/>
              </p:nvSpPr>
              <p:spPr>
                <a:xfrm>
                  <a:off x="5554273" y="2292794"/>
                  <a:ext cx="559683" cy="315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" h="2894" extrusionOk="0">
                      <a:moveTo>
                        <a:pt x="99" y="0"/>
                      </a:moveTo>
                      <a:lnTo>
                        <a:pt x="99" y="0"/>
                      </a:lnTo>
                      <a:cubicBezTo>
                        <a:pt x="93" y="40"/>
                        <a:pt x="125" y="59"/>
                        <a:pt x="66" y="112"/>
                      </a:cubicBezTo>
                      <a:cubicBezTo>
                        <a:pt x="14" y="165"/>
                        <a:pt x="0" y="191"/>
                        <a:pt x="0" y="244"/>
                      </a:cubicBezTo>
                      <a:cubicBezTo>
                        <a:pt x="0" y="296"/>
                        <a:pt x="73" y="395"/>
                        <a:pt x="112" y="421"/>
                      </a:cubicBezTo>
                      <a:cubicBezTo>
                        <a:pt x="152" y="454"/>
                        <a:pt x="158" y="514"/>
                        <a:pt x="158" y="553"/>
                      </a:cubicBezTo>
                      <a:cubicBezTo>
                        <a:pt x="158" y="593"/>
                        <a:pt x="152" y="632"/>
                        <a:pt x="185" y="685"/>
                      </a:cubicBezTo>
                      <a:cubicBezTo>
                        <a:pt x="211" y="744"/>
                        <a:pt x="251" y="843"/>
                        <a:pt x="270" y="876"/>
                      </a:cubicBezTo>
                      <a:cubicBezTo>
                        <a:pt x="290" y="915"/>
                        <a:pt x="382" y="961"/>
                        <a:pt x="402" y="987"/>
                      </a:cubicBezTo>
                      <a:cubicBezTo>
                        <a:pt x="428" y="1020"/>
                        <a:pt x="547" y="1119"/>
                        <a:pt x="606" y="1211"/>
                      </a:cubicBezTo>
                      <a:cubicBezTo>
                        <a:pt x="665" y="1297"/>
                        <a:pt x="705" y="1336"/>
                        <a:pt x="659" y="1409"/>
                      </a:cubicBezTo>
                      <a:cubicBezTo>
                        <a:pt x="619" y="1474"/>
                        <a:pt x="501" y="1560"/>
                        <a:pt x="534" y="1599"/>
                      </a:cubicBezTo>
                      <a:cubicBezTo>
                        <a:pt x="566" y="1632"/>
                        <a:pt x="757" y="1626"/>
                        <a:pt x="856" y="1646"/>
                      </a:cubicBezTo>
                      <a:cubicBezTo>
                        <a:pt x="955" y="1665"/>
                        <a:pt x="1086" y="1639"/>
                        <a:pt x="1126" y="1718"/>
                      </a:cubicBezTo>
                      <a:cubicBezTo>
                        <a:pt x="1165" y="1790"/>
                        <a:pt x="1172" y="2027"/>
                        <a:pt x="1244" y="2060"/>
                      </a:cubicBezTo>
                      <a:cubicBezTo>
                        <a:pt x="1290" y="2088"/>
                        <a:pt x="1426" y="2099"/>
                        <a:pt x="1541" y="2099"/>
                      </a:cubicBezTo>
                      <a:cubicBezTo>
                        <a:pt x="1592" y="2099"/>
                        <a:pt x="1638" y="2097"/>
                        <a:pt x="1672" y="2093"/>
                      </a:cubicBezTo>
                      <a:cubicBezTo>
                        <a:pt x="1777" y="2080"/>
                        <a:pt x="1902" y="2034"/>
                        <a:pt x="1955" y="1968"/>
                      </a:cubicBezTo>
                      <a:cubicBezTo>
                        <a:pt x="2001" y="1902"/>
                        <a:pt x="2126" y="1810"/>
                        <a:pt x="2185" y="1764"/>
                      </a:cubicBezTo>
                      <a:cubicBezTo>
                        <a:pt x="2238" y="1718"/>
                        <a:pt x="2324" y="1639"/>
                        <a:pt x="2357" y="1639"/>
                      </a:cubicBezTo>
                      <a:cubicBezTo>
                        <a:pt x="2383" y="1639"/>
                        <a:pt x="2409" y="1678"/>
                        <a:pt x="2409" y="1718"/>
                      </a:cubicBezTo>
                      <a:cubicBezTo>
                        <a:pt x="2409" y="1764"/>
                        <a:pt x="2363" y="1784"/>
                        <a:pt x="2363" y="1856"/>
                      </a:cubicBezTo>
                      <a:cubicBezTo>
                        <a:pt x="2370" y="1929"/>
                        <a:pt x="2403" y="1961"/>
                        <a:pt x="2396" y="2021"/>
                      </a:cubicBezTo>
                      <a:cubicBezTo>
                        <a:pt x="2383" y="2087"/>
                        <a:pt x="2357" y="2159"/>
                        <a:pt x="2357" y="2291"/>
                      </a:cubicBezTo>
                      <a:cubicBezTo>
                        <a:pt x="2357" y="2429"/>
                        <a:pt x="2363" y="2685"/>
                        <a:pt x="2376" y="2731"/>
                      </a:cubicBezTo>
                      <a:cubicBezTo>
                        <a:pt x="2389" y="2784"/>
                        <a:pt x="2561" y="2797"/>
                        <a:pt x="2613" y="2797"/>
                      </a:cubicBezTo>
                      <a:cubicBezTo>
                        <a:pt x="2628" y="2797"/>
                        <a:pt x="2641" y="2798"/>
                        <a:pt x="2653" y="2798"/>
                      </a:cubicBezTo>
                      <a:cubicBezTo>
                        <a:pt x="2684" y="2798"/>
                        <a:pt x="2711" y="2792"/>
                        <a:pt x="2758" y="2745"/>
                      </a:cubicBezTo>
                      <a:cubicBezTo>
                        <a:pt x="2804" y="2689"/>
                        <a:pt x="2857" y="2676"/>
                        <a:pt x="2888" y="2676"/>
                      </a:cubicBezTo>
                      <a:cubicBezTo>
                        <a:pt x="2897" y="2676"/>
                        <a:pt x="2905" y="2677"/>
                        <a:pt x="2909" y="2679"/>
                      </a:cubicBezTo>
                      <a:cubicBezTo>
                        <a:pt x="2929" y="2685"/>
                        <a:pt x="3015" y="2718"/>
                        <a:pt x="3048" y="2738"/>
                      </a:cubicBezTo>
                      <a:cubicBezTo>
                        <a:pt x="3053" y="2742"/>
                        <a:pt x="3063" y="2743"/>
                        <a:pt x="3074" y="2743"/>
                      </a:cubicBezTo>
                      <a:cubicBezTo>
                        <a:pt x="3128" y="2743"/>
                        <a:pt x="3228" y="2712"/>
                        <a:pt x="3238" y="2712"/>
                      </a:cubicBezTo>
                      <a:cubicBezTo>
                        <a:pt x="3248" y="2712"/>
                        <a:pt x="3270" y="2710"/>
                        <a:pt x="3293" y="2710"/>
                      </a:cubicBezTo>
                      <a:cubicBezTo>
                        <a:pt x="3316" y="2710"/>
                        <a:pt x="3340" y="2712"/>
                        <a:pt x="3357" y="2718"/>
                      </a:cubicBezTo>
                      <a:cubicBezTo>
                        <a:pt x="3383" y="2738"/>
                        <a:pt x="3489" y="2797"/>
                        <a:pt x="3508" y="2797"/>
                      </a:cubicBezTo>
                      <a:cubicBezTo>
                        <a:pt x="3524" y="2797"/>
                        <a:pt x="3586" y="2750"/>
                        <a:pt x="3626" y="2750"/>
                      </a:cubicBezTo>
                      <a:cubicBezTo>
                        <a:pt x="3638" y="2750"/>
                        <a:pt x="3647" y="2754"/>
                        <a:pt x="3653" y="2764"/>
                      </a:cubicBezTo>
                      <a:cubicBezTo>
                        <a:pt x="3677" y="2805"/>
                        <a:pt x="3585" y="2894"/>
                        <a:pt x="3677" y="2894"/>
                      </a:cubicBezTo>
                      <a:cubicBezTo>
                        <a:pt x="3688" y="2894"/>
                        <a:pt x="3702" y="2892"/>
                        <a:pt x="3719" y="2889"/>
                      </a:cubicBezTo>
                      <a:cubicBezTo>
                        <a:pt x="3877" y="2870"/>
                        <a:pt x="4101" y="2685"/>
                        <a:pt x="4107" y="2646"/>
                      </a:cubicBezTo>
                      <a:cubicBezTo>
                        <a:pt x="4107" y="2606"/>
                        <a:pt x="4061" y="2508"/>
                        <a:pt x="4134" y="2495"/>
                      </a:cubicBezTo>
                      <a:cubicBezTo>
                        <a:pt x="4206" y="2481"/>
                        <a:pt x="4318" y="2468"/>
                        <a:pt x="4344" y="2468"/>
                      </a:cubicBezTo>
                      <a:cubicBezTo>
                        <a:pt x="4357" y="2468"/>
                        <a:pt x="4379" y="2480"/>
                        <a:pt x="4400" y="2480"/>
                      </a:cubicBezTo>
                      <a:cubicBezTo>
                        <a:pt x="4411" y="2480"/>
                        <a:pt x="4421" y="2477"/>
                        <a:pt x="4430" y="2468"/>
                      </a:cubicBezTo>
                      <a:cubicBezTo>
                        <a:pt x="4456" y="2442"/>
                        <a:pt x="4509" y="2409"/>
                        <a:pt x="4528" y="2370"/>
                      </a:cubicBezTo>
                      <a:cubicBezTo>
                        <a:pt x="4555" y="2330"/>
                        <a:pt x="4588" y="2291"/>
                        <a:pt x="4627" y="2284"/>
                      </a:cubicBezTo>
                      <a:cubicBezTo>
                        <a:pt x="4660" y="2284"/>
                        <a:pt x="4831" y="2277"/>
                        <a:pt x="4844" y="2271"/>
                      </a:cubicBezTo>
                      <a:cubicBezTo>
                        <a:pt x="4851" y="2264"/>
                        <a:pt x="4963" y="2192"/>
                        <a:pt x="4983" y="2165"/>
                      </a:cubicBezTo>
                      <a:cubicBezTo>
                        <a:pt x="4983" y="2165"/>
                        <a:pt x="4983" y="2165"/>
                        <a:pt x="4983" y="2159"/>
                      </a:cubicBezTo>
                      <a:cubicBezTo>
                        <a:pt x="5002" y="2133"/>
                        <a:pt x="5042" y="2093"/>
                        <a:pt x="5075" y="2034"/>
                      </a:cubicBezTo>
                      <a:cubicBezTo>
                        <a:pt x="5094" y="2014"/>
                        <a:pt x="5108" y="2001"/>
                        <a:pt x="5127" y="1981"/>
                      </a:cubicBezTo>
                      <a:lnTo>
                        <a:pt x="5042" y="1942"/>
                      </a:lnTo>
                      <a:lnTo>
                        <a:pt x="4910" y="1876"/>
                      </a:lnTo>
                      <a:cubicBezTo>
                        <a:pt x="4910" y="1876"/>
                        <a:pt x="4601" y="1764"/>
                        <a:pt x="4390" y="1665"/>
                      </a:cubicBezTo>
                      <a:cubicBezTo>
                        <a:pt x="4186" y="1573"/>
                        <a:pt x="3265" y="1191"/>
                        <a:pt x="3094" y="1040"/>
                      </a:cubicBezTo>
                      <a:cubicBezTo>
                        <a:pt x="2923" y="889"/>
                        <a:pt x="2580" y="737"/>
                        <a:pt x="2488" y="658"/>
                      </a:cubicBezTo>
                      <a:cubicBezTo>
                        <a:pt x="2396" y="579"/>
                        <a:pt x="1995" y="520"/>
                        <a:pt x="1810" y="500"/>
                      </a:cubicBezTo>
                      <a:cubicBezTo>
                        <a:pt x="1633" y="474"/>
                        <a:pt x="915" y="310"/>
                        <a:pt x="823" y="257"/>
                      </a:cubicBezTo>
                      <a:cubicBezTo>
                        <a:pt x="731" y="211"/>
                        <a:pt x="99" y="0"/>
                        <a:pt x="99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1577;p19">
                  <a:extLst>
                    <a:ext uri="{FF2B5EF4-FFF2-40B4-BE49-F238E27FC236}">
                      <a16:creationId xmlns:a16="http://schemas.microsoft.com/office/drawing/2014/main" id="{E0C6B444-80F6-20E1-5195-A9C45132D4FE}"/>
                    </a:ext>
                  </a:extLst>
                </p:cNvPr>
                <p:cNvSpPr/>
                <p:nvPr/>
              </p:nvSpPr>
              <p:spPr>
                <a:xfrm>
                  <a:off x="7037511" y="1366176"/>
                  <a:ext cx="388002" cy="441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5" h="4041" extrusionOk="0">
                      <a:moveTo>
                        <a:pt x="40" y="1435"/>
                      </a:moveTo>
                      <a:lnTo>
                        <a:pt x="40" y="1442"/>
                      </a:lnTo>
                      <a:cubicBezTo>
                        <a:pt x="42" y="1443"/>
                        <a:pt x="43" y="1443"/>
                        <a:pt x="44" y="1444"/>
                      </a:cubicBezTo>
                      <a:lnTo>
                        <a:pt x="44" y="1444"/>
                      </a:lnTo>
                      <a:cubicBezTo>
                        <a:pt x="42" y="1440"/>
                        <a:pt x="41" y="1437"/>
                        <a:pt x="40" y="1435"/>
                      </a:cubicBezTo>
                      <a:close/>
                      <a:moveTo>
                        <a:pt x="2403" y="0"/>
                      </a:moveTo>
                      <a:cubicBezTo>
                        <a:pt x="2403" y="0"/>
                        <a:pt x="2337" y="13"/>
                        <a:pt x="2331" y="86"/>
                      </a:cubicBezTo>
                      <a:cubicBezTo>
                        <a:pt x="2324" y="158"/>
                        <a:pt x="2252" y="336"/>
                        <a:pt x="2193" y="382"/>
                      </a:cubicBezTo>
                      <a:cubicBezTo>
                        <a:pt x="2133" y="435"/>
                        <a:pt x="1844" y="843"/>
                        <a:pt x="1798" y="1034"/>
                      </a:cubicBezTo>
                      <a:cubicBezTo>
                        <a:pt x="1745" y="1231"/>
                        <a:pt x="1613" y="1369"/>
                        <a:pt x="1561" y="1435"/>
                      </a:cubicBezTo>
                      <a:cubicBezTo>
                        <a:pt x="1502" y="1501"/>
                        <a:pt x="1251" y="1580"/>
                        <a:pt x="1225" y="1580"/>
                      </a:cubicBezTo>
                      <a:cubicBezTo>
                        <a:pt x="1199" y="1580"/>
                        <a:pt x="1028" y="1534"/>
                        <a:pt x="1028" y="1534"/>
                      </a:cubicBezTo>
                      <a:cubicBezTo>
                        <a:pt x="1028" y="1534"/>
                        <a:pt x="899" y="1520"/>
                        <a:pt x="813" y="1520"/>
                      </a:cubicBezTo>
                      <a:cubicBezTo>
                        <a:pt x="781" y="1520"/>
                        <a:pt x="755" y="1522"/>
                        <a:pt x="745" y="1527"/>
                      </a:cubicBezTo>
                      <a:cubicBezTo>
                        <a:pt x="705" y="1540"/>
                        <a:pt x="462" y="1573"/>
                        <a:pt x="435" y="1580"/>
                      </a:cubicBezTo>
                      <a:cubicBezTo>
                        <a:pt x="434" y="1580"/>
                        <a:pt x="432" y="1580"/>
                        <a:pt x="429" y="1580"/>
                      </a:cubicBezTo>
                      <a:cubicBezTo>
                        <a:pt x="384" y="1580"/>
                        <a:pt x="139" y="1534"/>
                        <a:pt x="139" y="1534"/>
                      </a:cubicBezTo>
                      <a:cubicBezTo>
                        <a:pt x="139" y="1534"/>
                        <a:pt x="95" y="1490"/>
                        <a:pt x="44" y="1444"/>
                      </a:cubicBezTo>
                      <a:lnTo>
                        <a:pt x="44" y="1444"/>
                      </a:lnTo>
                      <a:cubicBezTo>
                        <a:pt x="54" y="1479"/>
                        <a:pt x="75" y="1593"/>
                        <a:pt x="40" y="1646"/>
                      </a:cubicBezTo>
                      <a:cubicBezTo>
                        <a:pt x="1" y="1718"/>
                        <a:pt x="14" y="1889"/>
                        <a:pt x="60" y="1896"/>
                      </a:cubicBezTo>
                      <a:cubicBezTo>
                        <a:pt x="99" y="1896"/>
                        <a:pt x="216" y="1836"/>
                        <a:pt x="288" y="1836"/>
                      </a:cubicBezTo>
                      <a:cubicBezTo>
                        <a:pt x="302" y="1836"/>
                        <a:pt x="314" y="1838"/>
                        <a:pt x="323" y="1843"/>
                      </a:cubicBezTo>
                      <a:cubicBezTo>
                        <a:pt x="389" y="1876"/>
                        <a:pt x="521" y="2041"/>
                        <a:pt x="567" y="2060"/>
                      </a:cubicBezTo>
                      <a:cubicBezTo>
                        <a:pt x="606" y="2087"/>
                        <a:pt x="764" y="2133"/>
                        <a:pt x="764" y="2133"/>
                      </a:cubicBezTo>
                      <a:cubicBezTo>
                        <a:pt x="764" y="2133"/>
                        <a:pt x="909" y="2172"/>
                        <a:pt x="936" y="2205"/>
                      </a:cubicBezTo>
                      <a:cubicBezTo>
                        <a:pt x="962" y="2231"/>
                        <a:pt x="1067" y="2429"/>
                        <a:pt x="1067" y="2455"/>
                      </a:cubicBezTo>
                      <a:cubicBezTo>
                        <a:pt x="1067" y="2475"/>
                        <a:pt x="1153" y="2554"/>
                        <a:pt x="1186" y="2600"/>
                      </a:cubicBezTo>
                      <a:cubicBezTo>
                        <a:pt x="1225" y="2639"/>
                        <a:pt x="1278" y="2685"/>
                        <a:pt x="1278" y="2745"/>
                      </a:cubicBezTo>
                      <a:cubicBezTo>
                        <a:pt x="1278" y="2804"/>
                        <a:pt x="1298" y="2975"/>
                        <a:pt x="1278" y="3008"/>
                      </a:cubicBezTo>
                      <a:cubicBezTo>
                        <a:pt x="1258" y="3041"/>
                        <a:pt x="1284" y="3080"/>
                        <a:pt x="1324" y="3153"/>
                      </a:cubicBezTo>
                      <a:cubicBezTo>
                        <a:pt x="1357" y="3225"/>
                        <a:pt x="1613" y="3396"/>
                        <a:pt x="1613" y="3462"/>
                      </a:cubicBezTo>
                      <a:cubicBezTo>
                        <a:pt x="1613" y="3521"/>
                        <a:pt x="1646" y="3627"/>
                        <a:pt x="1659" y="3640"/>
                      </a:cubicBezTo>
                      <a:cubicBezTo>
                        <a:pt x="1679" y="3660"/>
                        <a:pt x="1725" y="3692"/>
                        <a:pt x="1732" y="3725"/>
                      </a:cubicBezTo>
                      <a:cubicBezTo>
                        <a:pt x="1732" y="3752"/>
                        <a:pt x="1745" y="3903"/>
                        <a:pt x="1791" y="3929"/>
                      </a:cubicBezTo>
                      <a:cubicBezTo>
                        <a:pt x="1837" y="3956"/>
                        <a:pt x="2068" y="4008"/>
                        <a:pt x="2068" y="4008"/>
                      </a:cubicBezTo>
                      <a:cubicBezTo>
                        <a:pt x="2068" y="4008"/>
                        <a:pt x="2110" y="4041"/>
                        <a:pt x="2158" y="4041"/>
                      </a:cubicBezTo>
                      <a:cubicBezTo>
                        <a:pt x="2199" y="4041"/>
                        <a:pt x="2244" y="4017"/>
                        <a:pt x="2272" y="3929"/>
                      </a:cubicBezTo>
                      <a:cubicBezTo>
                        <a:pt x="2331" y="3738"/>
                        <a:pt x="2377" y="3640"/>
                        <a:pt x="2410" y="3607"/>
                      </a:cubicBezTo>
                      <a:cubicBezTo>
                        <a:pt x="2449" y="3567"/>
                        <a:pt x="2561" y="3482"/>
                        <a:pt x="2561" y="3482"/>
                      </a:cubicBezTo>
                      <a:cubicBezTo>
                        <a:pt x="2561" y="3482"/>
                        <a:pt x="2620" y="3298"/>
                        <a:pt x="2647" y="3245"/>
                      </a:cubicBezTo>
                      <a:cubicBezTo>
                        <a:pt x="2666" y="3199"/>
                        <a:pt x="2732" y="3153"/>
                        <a:pt x="2785" y="3120"/>
                      </a:cubicBezTo>
                      <a:cubicBezTo>
                        <a:pt x="2838" y="3087"/>
                        <a:pt x="2903" y="3080"/>
                        <a:pt x="2943" y="3054"/>
                      </a:cubicBezTo>
                      <a:cubicBezTo>
                        <a:pt x="2989" y="3021"/>
                        <a:pt x="3042" y="2955"/>
                        <a:pt x="3061" y="2916"/>
                      </a:cubicBezTo>
                      <a:cubicBezTo>
                        <a:pt x="3074" y="2883"/>
                        <a:pt x="3147" y="2758"/>
                        <a:pt x="3200" y="2738"/>
                      </a:cubicBezTo>
                      <a:cubicBezTo>
                        <a:pt x="3259" y="2718"/>
                        <a:pt x="3311" y="2692"/>
                        <a:pt x="3371" y="2685"/>
                      </a:cubicBezTo>
                      <a:cubicBezTo>
                        <a:pt x="3397" y="2679"/>
                        <a:pt x="3423" y="2672"/>
                        <a:pt x="3443" y="2666"/>
                      </a:cubicBezTo>
                      <a:cubicBezTo>
                        <a:pt x="3436" y="2587"/>
                        <a:pt x="3489" y="2534"/>
                        <a:pt x="3509" y="2455"/>
                      </a:cubicBezTo>
                      <a:cubicBezTo>
                        <a:pt x="3509" y="2455"/>
                        <a:pt x="3555" y="2225"/>
                        <a:pt x="3548" y="2152"/>
                      </a:cubicBezTo>
                      <a:cubicBezTo>
                        <a:pt x="3535" y="2080"/>
                        <a:pt x="3522" y="1929"/>
                        <a:pt x="3489" y="1909"/>
                      </a:cubicBezTo>
                      <a:cubicBezTo>
                        <a:pt x="3463" y="1883"/>
                        <a:pt x="3325" y="1823"/>
                        <a:pt x="3311" y="1817"/>
                      </a:cubicBezTo>
                      <a:cubicBezTo>
                        <a:pt x="3305" y="1817"/>
                        <a:pt x="3296" y="1827"/>
                        <a:pt x="3286" y="1827"/>
                      </a:cubicBezTo>
                      <a:cubicBezTo>
                        <a:pt x="3274" y="1827"/>
                        <a:pt x="3260" y="1814"/>
                        <a:pt x="3246" y="1758"/>
                      </a:cubicBezTo>
                      <a:cubicBezTo>
                        <a:pt x="3213" y="1659"/>
                        <a:pt x="3206" y="1573"/>
                        <a:pt x="3186" y="1553"/>
                      </a:cubicBezTo>
                      <a:cubicBezTo>
                        <a:pt x="3160" y="1534"/>
                        <a:pt x="3088" y="1507"/>
                        <a:pt x="3068" y="1507"/>
                      </a:cubicBezTo>
                      <a:cubicBezTo>
                        <a:pt x="3058" y="1507"/>
                        <a:pt x="3035" y="1509"/>
                        <a:pt x="3012" y="1509"/>
                      </a:cubicBezTo>
                      <a:cubicBezTo>
                        <a:pt x="2989" y="1509"/>
                        <a:pt x="2966" y="1507"/>
                        <a:pt x="2956" y="1501"/>
                      </a:cubicBezTo>
                      <a:cubicBezTo>
                        <a:pt x="2943" y="1488"/>
                        <a:pt x="2923" y="1409"/>
                        <a:pt x="2910" y="1363"/>
                      </a:cubicBezTo>
                      <a:cubicBezTo>
                        <a:pt x="2897" y="1317"/>
                        <a:pt x="2831" y="1264"/>
                        <a:pt x="2831" y="1218"/>
                      </a:cubicBezTo>
                      <a:cubicBezTo>
                        <a:pt x="2831" y="1178"/>
                        <a:pt x="2739" y="1001"/>
                        <a:pt x="2726" y="856"/>
                      </a:cubicBezTo>
                      <a:cubicBezTo>
                        <a:pt x="2706" y="718"/>
                        <a:pt x="2680" y="586"/>
                        <a:pt x="2680" y="540"/>
                      </a:cubicBezTo>
                      <a:cubicBezTo>
                        <a:pt x="2680" y="487"/>
                        <a:pt x="2686" y="415"/>
                        <a:pt x="2686" y="375"/>
                      </a:cubicBezTo>
                      <a:cubicBezTo>
                        <a:pt x="2686" y="336"/>
                        <a:pt x="2666" y="237"/>
                        <a:pt x="2666" y="237"/>
                      </a:cubicBezTo>
                      <a:lnTo>
                        <a:pt x="2640" y="165"/>
                      </a:lnTo>
                      <a:lnTo>
                        <a:pt x="2403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1578;p19">
                  <a:extLst>
                    <a:ext uri="{FF2B5EF4-FFF2-40B4-BE49-F238E27FC236}">
                      <a16:creationId xmlns:a16="http://schemas.microsoft.com/office/drawing/2014/main" id="{B99BF972-3EEE-3704-E17E-FA35C1014344}"/>
                    </a:ext>
                  </a:extLst>
                </p:cNvPr>
                <p:cNvSpPr/>
                <p:nvPr/>
              </p:nvSpPr>
              <p:spPr>
                <a:xfrm>
                  <a:off x="6253872" y="1294251"/>
                  <a:ext cx="472805" cy="545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2" h="4998" extrusionOk="0">
                      <a:moveTo>
                        <a:pt x="3253" y="1"/>
                      </a:moveTo>
                      <a:cubicBezTo>
                        <a:pt x="3227" y="1"/>
                        <a:pt x="3206" y="3"/>
                        <a:pt x="3199" y="8"/>
                      </a:cubicBezTo>
                      <a:cubicBezTo>
                        <a:pt x="3180" y="21"/>
                        <a:pt x="3087" y="34"/>
                        <a:pt x="3074" y="41"/>
                      </a:cubicBezTo>
                      <a:cubicBezTo>
                        <a:pt x="3061" y="47"/>
                        <a:pt x="3041" y="93"/>
                        <a:pt x="3054" y="113"/>
                      </a:cubicBezTo>
                      <a:cubicBezTo>
                        <a:pt x="3068" y="133"/>
                        <a:pt x="3094" y="159"/>
                        <a:pt x="3094" y="185"/>
                      </a:cubicBezTo>
                      <a:cubicBezTo>
                        <a:pt x="3094" y="218"/>
                        <a:pt x="3081" y="258"/>
                        <a:pt x="3048" y="284"/>
                      </a:cubicBezTo>
                      <a:cubicBezTo>
                        <a:pt x="3015" y="310"/>
                        <a:pt x="2837" y="422"/>
                        <a:pt x="2824" y="455"/>
                      </a:cubicBezTo>
                      <a:cubicBezTo>
                        <a:pt x="2818" y="488"/>
                        <a:pt x="2850" y="541"/>
                        <a:pt x="2785" y="547"/>
                      </a:cubicBezTo>
                      <a:cubicBezTo>
                        <a:pt x="2725" y="561"/>
                        <a:pt x="2594" y="561"/>
                        <a:pt x="2574" y="574"/>
                      </a:cubicBezTo>
                      <a:cubicBezTo>
                        <a:pt x="2548" y="587"/>
                        <a:pt x="2416" y="620"/>
                        <a:pt x="2396" y="659"/>
                      </a:cubicBezTo>
                      <a:cubicBezTo>
                        <a:pt x="2377" y="692"/>
                        <a:pt x="2311" y="738"/>
                        <a:pt x="2278" y="745"/>
                      </a:cubicBezTo>
                      <a:cubicBezTo>
                        <a:pt x="2245" y="758"/>
                        <a:pt x="2120" y="797"/>
                        <a:pt x="2087" y="817"/>
                      </a:cubicBezTo>
                      <a:cubicBezTo>
                        <a:pt x="2071" y="824"/>
                        <a:pt x="2031" y="825"/>
                        <a:pt x="1996" y="825"/>
                      </a:cubicBezTo>
                      <a:cubicBezTo>
                        <a:pt x="1960" y="825"/>
                        <a:pt x="1929" y="824"/>
                        <a:pt x="1929" y="824"/>
                      </a:cubicBezTo>
                      <a:cubicBezTo>
                        <a:pt x="1929" y="824"/>
                        <a:pt x="1804" y="797"/>
                        <a:pt x="1766" y="797"/>
                      </a:cubicBezTo>
                      <a:cubicBezTo>
                        <a:pt x="1763" y="797"/>
                        <a:pt x="1760" y="797"/>
                        <a:pt x="1758" y="797"/>
                      </a:cubicBezTo>
                      <a:cubicBezTo>
                        <a:pt x="1732" y="811"/>
                        <a:pt x="1567" y="890"/>
                        <a:pt x="1567" y="923"/>
                      </a:cubicBezTo>
                      <a:cubicBezTo>
                        <a:pt x="1574" y="949"/>
                        <a:pt x="1587" y="1133"/>
                        <a:pt x="1560" y="1146"/>
                      </a:cubicBezTo>
                      <a:cubicBezTo>
                        <a:pt x="1556" y="1148"/>
                        <a:pt x="1551" y="1149"/>
                        <a:pt x="1546" y="1149"/>
                      </a:cubicBezTo>
                      <a:cubicBezTo>
                        <a:pt x="1520" y="1149"/>
                        <a:pt x="1487" y="1127"/>
                        <a:pt x="1482" y="1127"/>
                      </a:cubicBezTo>
                      <a:cubicBezTo>
                        <a:pt x="1475" y="1133"/>
                        <a:pt x="1435" y="1153"/>
                        <a:pt x="1429" y="1166"/>
                      </a:cubicBezTo>
                      <a:cubicBezTo>
                        <a:pt x="1416" y="1186"/>
                        <a:pt x="1376" y="1206"/>
                        <a:pt x="1376" y="1206"/>
                      </a:cubicBezTo>
                      <a:cubicBezTo>
                        <a:pt x="1376" y="1206"/>
                        <a:pt x="1337" y="1166"/>
                        <a:pt x="1330" y="1133"/>
                      </a:cubicBezTo>
                      <a:cubicBezTo>
                        <a:pt x="1324" y="1107"/>
                        <a:pt x="1199" y="995"/>
                        <a:pt x="1192" y="988"/>
                      </a:cubicBezTo>
                      <a:cubicBezTo>
                        <a:pt x="1180" y="977"/>
                        <a:pt x="1148" y="934"/>
                        <a:pt x="1122" y="934"/>
                      </a:cubicBezTo>
                      <a:cubicBezTo>
                        <a:pt x="1119" y="934"/>
                        <a:pt x="1116" y="934"/>
                        <a:pt x="1113" y="936"/>
                      </a:cubicBezTo>
                      <a:cubicBezTo>
                        <a:pt x="1087" y="942"/>
                        <a:pt x="1001" y="1008"/>
                        <a:pt x="981" y="1015"/>
                      </a:cubicBezTo>
                      <a:cubicBezTo>
                        <a:pt x="962" y="1015"/>
                        <a:pt x="876" y="1002"/>
                        <a:pt x="863" y="995"/>
                      </a:cubicBezTo>
                      <a:cubicBezTo>
                        <a:pt x="851" y="995"/>
                        <a:pt x="743" y="947"/>
                        <a:pt x="707" y="947"/>
                      </a:cubicBezTo>
                      <a:cubicBezTo>
                        <a:pt x="703" y="947"/>
                        <a:pt x="700" y="948"/>
                        <a:pt x="698" y="949"/>
                      </a:cubicBezTo>
                      <a:cubicBezTo>
                        <a:pt x="686" y="955"/>
                        <a:pt x="636" y="983"/>
                        <a:pt x="617" y="983"/>
                      </a:cubicBezTo>
                      <a:cubicBezTo>
                        <a:pt x="616" y="983"/>
                        <a:pt x="614" y="982"/>
                        <a:pt x="613" y="982"/>
                      </a:cubicBezTo>
                      <a:cubicBezTo>
                        <a:pt x="606" y="975"/>
                        <a:pt x="514" y="883"/>
                        <a:pt x="514" y="876"/>
                      </a:cubicBezTo>
                      <a:cubicBezTo>
                        <a:pt x="507" y="863"/>
                        <a:pt x="514" y="824"/>
                        <a:pt x="448" y="824"/>
                      </a:cubicBezTo>
                      <a:cubicBezTo>
                        <a:pt x="382" y="824"/>
                        <a:pt x="303" y="817"/>
                        <a:pt x="244" y="797"/>
                      </a:cubicBezTo>
                      <a:cubicBezTo>
                        <a:pt x="192" y="778"/>
                        <a:pt x="47" y="686"/>
                        <a:pt x="47" y="686"/>
                      </a:cubicBezTo>
                      <a:lnTo>
                        <a:pt x="47" y="686"/>
                      </a:lnTo>
                      <a:cubicBezTo>
                        <a:pt x="47" y="686"/>
                        <a:pt x="1" y="732"/>
                        <a:pt x="86" y="817"/>
                      </a:cubicBezTo>
                      <a:cubicBezTo>
                        <a:pt x="172" y="909"/>
                        <a:pt x="277" y="982"/>
                        <a:pt x="350" y="1041"/>
                      </a:cubicBezTo>
                      <a:cubicBezTo>
                        <a:pt x="415" y="1094"/>
                        <a:pt x="534" y="1179"/>
                        <a:pt x="540" y="1199"/>
                      </a:cubicBezTo>
                      <a:cubicBezTo>
                        <a:pt x="547" y="1219"/>
                        <a:pt x="547" y="1252"/>
                        <a:pt x="534" y="1285"/>
                      </a:cubicBezTo>
                      <a:cubicBezTo>
                        <a:pt x="514" y="1311"/>
                        <a:pt x="481" y="1324"/>
                        <a:pt x="481" y="1350"/>
                      </a:cubicBezTo>
                      <a:cubicBezTo>
                        <a:pt x="481" y="1370"/>
                        <a:pt x="488" y="1449"/>
                        <a:pt x="488" y="1456"/>
                      </a:cubicBezTo>
                      <a:cubicBezTo>
                        <a:pt x="488" y="1462"/>
                        <a:pt x="488" y="1574"/>
                        <a:pt x="534" y="1614"/>
                      </a:cubicBezTo>
                      <a:cubicBezTo>
                        <a:pt x="580" y="1653"/>
                        <a:pt x="646" y="1699"/>
                        <a:pt x="652" y="1745"/>
                      </a:cubicBezTo>
                      <a:cubicBezTo>
                        <a:pt x="665" y="1791"/>
                        <a:pt x="672" y="1844"/>
                        <a:pt x="659" y="1870"/>
                      </a:cubicBezTo>
                      <a:cubicBezTo>
                        <a:pt x="646" y="1897"/>
                        <a:pt x="646" y="1969"/>
                        <a:pt x="652" y="1989"/>
                      </a:cubicBezTo>
                      <a:lnTo>
                        <a:pt x="659" y="1989"/>
                      </a:lnTo>
                      <a:cubicBezTo>
                        <a:pt x="659" y="1989"/>
                        <a:pt x="659" y="1995"/>
                        <a:pt x="659" y="1995"/>
                      </a:cubicBezTo>
                      <a:cubicBezTo>
                        <a:pt x="659" y="1995"/>
                        <a:pt x="659" y="2002"/>
                        <a:pt x="665" y="2002"/>
                      </a:cubicBezTo>
                      <a:cubicBezTo>
                        <a:pt x="665" y="2008"/>
                        <a:pt x="665" y="2008"/>
                        <a:pt x="672" y="2008"/>
                      </a:cubicBezTo>
                      <a:cubicBezTo>
                        <a:pt x="672" y="2015"/>
                        <a:pt x="679" y="2022"/>
                        <a:pt x="685" y="2028"/>
                      </a:cubicBezTo>
                      <a:cubicBezTo>
                        <a:pt x="692" y="2028"/>
                        <a:pt x="692" y="2035"/>
                        <a:pt x="692" y="2035"/>
                      </a:cubicBezTo>
                      <a:lnTo>
                        <a:pt x="698" y="2035"/>
                      </a:lnTo>
                      <a:cubicBezTo>
                        <a:pt x="698" y="2035"/>
                        <a:pt x="705" y="2041"/>
                        <a:pt x="705" y="2041"/>
                      </a:cubicBezTo>
                      <a:lnTo>
                        <a:pt x="711" y="2041"/>
                      </a:lnTo>
                      <a:cubicBezTo>
                        <a:pt x="711" y="2041"/>
                        <a:pt x="718" y="2048"/>
                        <a:pt x="718" y="2048"/>
                      </a:cubicBezTo>
                      <a:lnTo>
                        <a:pt x="725" y="2048"/>
                      </a:lnTo>
                      <a:cubicBezTo>
                        <a:pt x="731" y="2048"/>
                        <a:pt x="738" y="2055"/>
                        <a:pt x="744" y="2055"/>
                      </a:cubicBezTo>
                      <a:cubicBezTo>
                        <a:pt x="789" y="2059"/>
                        <a:pt x="853" y="2070"/>
                        <a:pt x="895" y="2070"/>
                      </a:cubicBezTo>
                      <a:cubicBezTo>
                        <a:pt x="914" y="2070"/>
                        <a:pt x="929" y="2067"/>
                        <a:pt x="935" y="2061"/>
                      </a:cubicBezTo>
                      <a:cubicBezTo>
                        <a:pt x="958" y="2044"/>
                        <a:pt x="1030" y="2027"/>
                        <a:pt x="1053" y="2027"/>
                      </a:cubicBezTo>
                      <a:cubicBezTo>
                        <a:pt x="1057" y="2027"/>
                        <a:pt x="1059" y="2027"/>
                        <a:pt x="1060" y="2028"/>
                      </a:cubicBezTo>
                      <a:cubicBezTo>
                        <a:pt x="1067" y="2035"/>
                        <a:pt x="1120" y="2068"/>
                        <a:pt x="1113" y="2094"/>
                      </a:cubicBezTo>
                      <a:cubicBezTo>
                        <a:pt x="1106" y="2114"/>
                        <a:pt x="1100" y="2173"/>
                        <a:pt x="1093" y="2219"/>
                      </a:cubicBezTo>
                      <a:cubicBezTo>
                        <a:pt x="1113" y="2219"/>
                        <a:pt x="1212" y="2272"/>
                        <a:pt x="1212" y="2272"/>
                      </a:cubicBezTo>
                      <a:cubicBezTo>
                        <a:pt x="1212" y="2272"/>
                        <a:pt x="1337" y="2311"/>
                        <a:pt x="1356" y="2311"/>
                      </a:cubicBezTo>
                      <a:cubicBezTo>
                        <a:pt x="1383" y="2318"/>
                        <a:pt x="1488" y="2370"/>
                        <a:pt x="1528" y="2410"/>
                      </a:cubicBezTo>
                      <a:cubicBezTo>
                        <a:pt x="1574" y="2443"/>
                        <a:pt x="1541" y="2495"/>
                        <a:pt x="1508" y="2574"/>
                      </a:cubicBezTo>
                      <a:cubicBezTo>
                        <a:pt x="1475" y="2653"/>
                        <a:pt x="1468" y="2752"/>
                        <a:pt x="1468" y="2752"/>
                      </a:cubicBezTo>
                      <a:cubicBezTo>
                        <a:pt x="1468" y="2752"/>
                        <a:pt x="1659" y="2904"/>
                        <a:pt x="1679" y="2910"/>
                      </a:cubicBezTo>
                      <a:cubicBezTo>
                        <a:pt x="1705" y="2923"/>
                        <a:pt x="1765" y="3061"/>
                        <a:pt x="1784" y="3094"/>
                      </a:cubicBezTo>
                      <a:cubicBezTo>
                        <a:pt x="1804" y="3127"/>
                        <a:pt x="1732" y="3219"/>
                        <a:pt x="1699" y="3279"/>
                      </a:cubicBezTo>
                      <a:cubicBezTo>
                        <a:pt x="1659" y="3331"/>
                        <a:pt x="1699" y="3410"/>
                        <a:pt x="1699" y="3450"/>
                      </a:cubicBezTo>
                      <a:cubicBezTo>
                        <a:pt x="1692" y="3496"/>
                        <a:pt x="1725" y="3529"/>
                        <a:pt x="1732" y="3595"/>
                      </a:cubicBezTo>
                      <a:cubicBezTo>
                        <a:pt x="1732" y="3660"/>
                        <a:pt x="1804" y="3884"/>
                        <a:pt x="1883" y="3957"/>
                      </a:cubicBezTo>
                      <a:cubicBezTo>
                        <a:pt x="1969" y="4029"/>
                        <a:pt x="1936" y="4114"/>
                        <a:pt x="1936" y="4154"/>
                      </a:cubicBezTo>
                      <a:cubicBezTo>
                        <a:pt x="1936" y="4193"/>
                        <a:pt x="1909" y="4259"/>
                        <a:pt x="1870" y="4292"/>
                      </a:cubicBezTo>
                      <a:cubicBezTo>
                        <a:pt x="1830" y="4319"/>
                        <a:pt x="1712" y="4384"/>
                        <a:pt x="1699" y="4411"/>
                      </a:cubicBezTo>
                      <a:cubicBezTo>
                        <a:pt x="1679" y="4437"/>
                        <a:pt x="1804" y="4490"/>
                        <a:pt x="1883" y="4523"/>
                      </a:cubicBezTo>
                      <a:cubicBezTo>
                        <a:pt x="1955" y="4562"/>
                        <a:pt x="2028" y="4667"/>
                        <a:pt x="2034" y="4680"/>
                      </a:cubicBezTo>
                      <a:cubicBezTo>
                        <a:pt x="2041" y="4694"/>
                        <a:pt x="2126" y="4825"/>
                        <a:pt x="2146" y="4845"/>
                      </a:cubicBezTo>
                      <a:cubicBezTo>
                        <a:pt x="2152" y="4853"/>
                        <a:pt x="2160" y="4856"/>
                        <a:pt x="2172" y="4856"/>
                      </a:cubicBezTo>
                      <a:cubicBezTo>
                        <a:pt x="2189" y="4856"/>
                        <a:pt x="2214" y="4852"/>
                        <a:pt x="2252" y="4852"/>
                      </a:cubicBezTo>
                      <a:cubicBezTo>
                        <a:pt x="2311" y="4852"/>
                        <a:pt x="2324" y="4950"/>
                        <a:pt x="2357" y="4970"/>
                      </a:cubicBezTo>
                      <a:cubicBezTo>
                        <a:pt x="2380" y="4984"/>
                        <a:pt x="2407" y="4998"/>
                        <a:pt x="2430" y="4998"/>
                      </a:cubicBezTo>
                      <a:cubicBezTo>
                        <a:pt x="2439" y="4998"/>
                        <a:pt x="2448" y="4996"/>
                        <a:pt x="2456" y="4990"/>
                      </a:cubicBezTo>
                      <a:cubicBezTo>
                        <a:pt x="2475" y="4970"/>
                        <a:pt x="2442" y="4944"/>
                        <a:pt x="2403" y="4885"/>
                      </a:cubicBezTo>
                      <a:cubicBezTo>
                        <a:pt x="2363" y="4819"/>
                        <a:pt x="2357" y="4806"/>
                        <a:pt x="2357" y="4759"/>
                      </a:cubicBezTo>
                      <a:cubicBezTo>
                        <a:pt x="2357" y="4713"/>
                        <a:pt x="2370" y="4700"/>
                        <a:pt x="2390" y="4674"/>
                      </a:cubicBezTo>
                      <a:cubicBezTo>
                        <a:pt x="2409" y="4648"/>
                        <a:pt x="2429" y="4628"/>
                        <a:pt x="2423" y="4569"/>
                      </a:cubicBezTo>
                      <a:cubicBezTo>
                        <a:pt x="2409" y="4509"/>
                        <a:pt x="2377" y="4470"/>
                        <a:pt x="2390" y="4397"/>
                      </a:cubicBezTo>
                      <a:cubicBezTo>
                        <a:pt x="2409" y="4325"/>
                        <a:pt x="2561" y="4253"/>
                        <a:pt x="2594" y="4226"/>
                      </a:cubicBezTo>
                      <a:cubicBezTo>
                        <a:pt x="2598" y="4221"/>
                        <a:pt x="2608" y="4218"/>
                        <a:pt x="2620" y="4218"/>
                      </a:cubicBezTo>
                      <a:cubicBezTo>
                        <a:pt x="2684" y="4218"/>
                        <a:pt x="2832" y="4277"/>
                        <a:pt x="2870" y="4299"/>
                      </a:cubicBezTo>
                      <a:cubicBezTo>
                        <a:pt x="2916" y="4319"/>
                        <a:pt x="2962" y="4430"/>
                        <a:pt x="2962" y="4430"/>
                      </a:cubicBezTo>
                      <a:cubicBezTo>
                        <a:pt x="2962" y="4430"/>
                        <a:pt x="3041" y="4490"/>
                        <a:pt x="3068" y="4490"/>
                      </a:cubicBezTo>
                      <a:cubicBezTo>
                        <a:pt x="3094" y="4490"/>
                        <a:pt x="3160" y="4463"/>
                        <a:pt x="3199" y="4450"/>
                      </a:cubicBezTo>
                      <a:cubicBezTo>
                        <a:pt x="3232" y="4437"/>
                        <a:pt x="3298" y="4391"/>
                        <a:pt x="3285" y="4358"/>
                      </a:cubicBezTo>
                      <a:cubicBezTo>
                        <a:pt x="3278" y="4325"/>
                        <a:pt x="3232" y="4312"/>
                        <a:pt x="3199" y="4286"/>
                      </a:cubicBezTo>
                      <a:cubicBezTo>
                        <a:pt x="3173" y="4259"/>
                        <a:pt x="3291" y="4068"/>
                        <a:pt x="3337" y="3989"/>
                      </a:cubicBezTo>
                      <a:cubicBezTo>
                        <a:pt x="3390" y="3910"/>
                        <a:pt x="3462" y="3674"/>
                        <a:pt x="3462" y="3674"/>
                      </a:cubicBezTo>
                      <a:cubicBezTo>
                        <a:pt x="3476" y="3621"/>
                        <a:pt x="3601" y="3614"/>
                        <a:pt x="3745" y="3614"/>
                      </a:cubicBezTo>
                      <a:cubicBezTo>
                        <a:pt x="3765" y="3621"/>
                        <a:pt x="3792" y="3621"/>
                        <a:pt x="3811" y="3621"/>
                      </a:cubicBezTo>
                      <a:lnTo>
                        <a:pt x="3838" y="3621"/>
                      </a:lnTo>
                      <a:cubicBezTo>
                        <a:pt x="3851" y="3621"/>
                        <a:pt x="3871" y="3621"/>
                        <a:pt x="3890" y="3627"/>
                      </a:cubicBezTo>
                      <a:lnTo>
                        <a:pt x="3950" y="3627"/>
                      </a:lnTo>
                      <a:cubicBezTo>
                        <a:pt x="3969" y="3634"/>
                        <a:pt x="3989" y="3634"/>
                        <a:pt x="4009" y="3634"/>
                      </a:cubicBezTo>
                      <a:cubicBezTo>
                        <a:pt x="4015" y="3634"/>
                        <a:pt x="4028" y="3641"/>
                        <a:pt x="4035" y="3641"/>
                      </a:cubicBezTo>
                      <a:cubicBezTo>
                        <a:pt x="4101" y="3647"/>
                        <a:pt x="4160" y="3654"/>
                        <a:pt x="4200" y="3660"/>
                      </a:cubicBezTo>
                      <a:lnTo>
                        <a:pt x="4219" y="3660"/>
                      </a:lnTo>
                      <a:cubicBezTo>
                        <a:pt x="4226" y="3660"/>
                        <a:pt x="4226" y="3660"/>
                        <a:pt x="4233" y="3667"/>
                      </a:cubicBezTo>
                      <a:lnTo>
                        <a:pt x="4259" y="3667"/>
                      </a:lnTo>
                      <a:cubicBezTo>
                        <a:pt x="4272" y="3667"/>
                        <a:pt x="4285" y="3674"/>
                        <a:pt x="4285" y="3674"/>
                      </a:cubicBezTo>
                      <a:lnTo>
                        <a:pt x="4331" y="2917"/>
                      </a:lnTo>
                      <a:cubicBezTo>
                        <a:pt x="4279" y="2904"/>
                        <a:pt x="4213" y="2890"/>
                        <a:pt x="4206" y="2890"/>
                      </a:cubicBezTo>
                      <a:cubicBezTo>
                        <a:pt x="4186" y="2884"/>
                        <a:pt x="4061" y="2831"/>
                        <a:pt x="4042" y="2811"/>
                      </a:cubicBezTo>
                      <a:cubicBezTo>
                        <a:pt x="4015" y="2798"/>
                        <a:pt x="3890" y="2713"/>
                        <a:pt x="3877" y="2680"/>
                      </a:cubicBezTo>
                      <a:cubicBezTo>
                        <a:pt x="3857" y="2653"/>
                        <a:pt x="3739" y="2548"/>
                        <a:pt x="3732" y="2528"/>
                      </a:cubicBezTo>
                      <a:cubicBezTo>
                        <a:pt x="3719" y="2502"/>
                        <a:pt x="3653" y="2370"/>
                        <a:pt x="3653" y="2370"/>
                      </a:cubicBezTo>
                      <a:cubicBezTo>
                        <a:pt x="3653" y="2370"/>
                        <a:pt x="3693" y="2265"/>
                        <a:pt x="3673" y="2212"/>
                      </a:cubicBezTo>
                      <a:cubicBezTo>
                        <a:pt x="3653" y="2153"/>
                        <a:pt x="3522" y="2081"/>
                        <a:pt x="3509" y="2041"/>
                      </a:cubicBezTo>
                      <a:cubicBezTo>
                        <a:pt x="3495" y="2002"/>
                        <a:pt x="3482" y="1857"/>
                        <a:pt x="3489" y="1844"/>
                      </a:cubicBezTo>
                      <a:cubicBezTo>
                        <a:pt x="3489" y="1831"/>
                        <a:pt x="3509" y="1594"/>
                        <a:pt x="3522" y="1535"/>
                      </a:cubicBezTo>
                      <a:cubicBezTo>
                        <a:pt x="3535" y="1469"/>
                        <a:pt x="3601" y="1403"/>
                        <a:pt x="3607" y="1363"/>
                      </a:cubicBezTo>
                      <a:cubicBezTo>
                        <a:pt x="3614" y="1317"/>
                        <a:pt x="3601" y="1245"/>
                        <a:pt x="3601" y="1232"/>
                      </a:cubicBezTo>
                      <a:cubicBezTo>
                        <a:pt x="3601" y="1225"/>
                        <a:pt x="3614" y="1113"/>
                        <a:pt x="3614" y="1113"/>
                      </a:cubicBezTo>
                      <a:cubicBezTo>
                        <a:pt x="3614" y="1113"/>
                        <a:pt x="3805" y="1015"/>
                        <a:pt x="3811" y="962"/>
                      </a:cubicBezTo>
                      <a:cubicBezTo>
                        <a:pt x="3811" y="909"/>
                        <a:pt x="3686" y="817"/>
                        <a:pt x="3680" y="784"/>
                      </a:cubicBezTo>
                      <a:cubicBezTo>
                        <a:pt x="3667" y="751"/>
                        <a:pt x="3653" y="679"/>
                        <a:pt x="3653" y="646"/>
                      </a:cubicBezTo>
                      <a:cubicBezTo>
                        <a:pt x="3653" y="613"/>
                        <a:pt x="3653" y="580"/>
                        <a:pt x="3634" y="574"/>
                      </a:cubicBezTo>
                      <a:cubicBezTo>
                        <a:pt x="3620" y="567"/>
                        <a:pt x="3377" y="514"/>
                        <a:pt x="3377" y="514"/>
                      </a:cubicBezTo>
                      <a:cubicBezTo>
                        <a:pt x="3377" y="514"/>
                        <a:pt x="3377" y="449"/>
                        <a:pt x="3410" y="409"/>
                      </a:cubicBezTo>
                      <a:cubicBezTo>
                        <a:pt x="3436" y="363"/>
                        <a:pt x="3482" y="245"/>
                        <a:pt x="3489" y="238"/>
                      </a:cubicBezTo>
                      <a:cubicBezTo>
                        <a:pt x="3489" y="225"/>
                        <a:pt x="3423" y="41"/>
                        <a:pt x="3390" y="21"/>
                      </a:cubicBezTo>
                      <a:cubicBezTo>
                        <a:pt x="3365" y="8"/>
                        <a:pt x="3301" y="1"/>
                        <a:pt x="3253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1579;p19">
                  <a:extLst>
                    <a:ext uri="{FF2B5EF4-FFF2-40B4-BE49-F238E27FC236}">
                      <a16:creationId xmlns:a16="http://schemas.microsoft.com/office/drawing/2014/main" id="{8FD9184A-9C47-59DD-B9F4-0CAD1CC8F4CE}"/>
                    </a:ext>
                  </a:extLst>
                </p:cNvPr>
                <p:cNvSpPr/>
                <p:nvPr/>
              </p:nvSpPr>
              <p:spPr>
                <a:xfrm>
                  <a:off x="7541092" y="2957579"/>
                  <a:ext cx="84913" cy="50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" h="460" extrusionOk="0">
                      <a:moveTo>
                        <a:pt x="415" y="1"/>
                      </a:moveTo>
                      <a:cubicBezTo>
                        <a:pt x="363" y="1"/>
                        <a:pt x="290" y="4"/>
                        <a:pt x="264" y="4"/>
                      </a:cubicBezTo>
                      <a:cubicBezTo>
                        <a:pt x="224" y="4"/>
                        <a:pt x="185" y="56"/>
                        <a:pt x="158" y="96"/>
                      </a:cubicBezTo>
                      <a:cubicBezTo>
                        <a:pt x="132" y="135"/>
                        <a:pt x="152" y="194"/>
                        <a:pt x="152" y="208"/>
                      </a:cubicBezTo>
                      <a:cubicBezTo>
                        <a:pt x="152" y="214"/>
                        <a:pt x="112" y="234"/>
                        <a:pt x="99" y="247"/>
                      </a:cubicBezTo>
                      <a:cubicBezTo>
                        <a:pt x="86" y="260"/>
                        <a:pt x="73" y="267"/>
                        <a:pt x="40" y="306"/>
                      </a:cubicBezTo>
                      <a:cubicBezTo>
                        <a:pt x="1" y="346"/>
                        <a:pt x="40" y="412"/>
                        <a:pt x="66" y="418"/>
                      </a:cubicBezTo>
                      <a:cubicBezTo>
                        <a:pt x="93" y="425"/>
                        <a:pt x="185" y="425"/>
                        <a:pt x="303" y="438"/>
                      </a:cubicBezTo>
                      <a:cubicBezTo>
                        <a:pt x="400" y="449"/>
                        <a:pt x="470" y="459"/>
                        <a:pt x="518" y="459"/>
                      </a:cubicBezTo>
                      <a:cubicBezTo>
                        <a:pt x="529" y="459"/>
                        <a:pt x="538" y="459"/>
                        <a:pt x="547" y="458"/>
                      </a:cubicBezTo>
                      <a:cubicBezTo>
                        <a:pt x="586" y="458"/>
                        <a:pt x="665" y="444"/>
                        <a:pt x="711" y="431"/>
                      </a:cubicBezTo>
                      <a:cubicBezTo>
                        <a:pt x="757" y="418"/>
                        <a:pt x="718" y="392"/>
                        <a:pt x="718" y="372"/>
                      </a:cubicBezTo>
                      <a:cubicBezTo>
                        <a:pt x="718" y="352"/>
                        <a:pt x="718" y="273"/>
                        <a:pt x="738" y="254"/>
                      </a:cubicBezTo>
                      <a:cubicBezTo>
                        <a:pt x="757" y="240"/>
                        <a:pt x="777" y="234"/>
                        <a:pt x="777" y="214"/>
                      </a:cubicBezTo>
                      <a:lnTo>
                        <a:pt x="777" y="115"/>
                      </a:lnTo>
                      <a:lnTo>
                        <a:pt x="698" y="36"/>
                      </a:lnTo>
                      <a:cubicBezTo>
                        <a:pt x="698" y="36"/>
                        <a:pt x="586" y="30"/>
                        <a:pt x="573" y="30"/>
                      </a:cubicBezTo>
                      <a:cubicBezTo>
                        <a:pt x="553" y="30"/>
                        <a:pt x="488" y="10"/>
                        <a:pt x="468" y="4"/>
                      </a:cubicBezTo>
                      <a:cubicBezTo>
                        <a:pt x="461" y="1"/>
                        <a:pt x="441" y="1"/>
                        <a:pt x="415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1580;p19">
                  <a:extLst>
                    <a:ext uri="{FF2B5EF4-FFF2-40B4-BE49-F238E27FC236}">
                      <a16:creationId xmlns:a16="http://schemas.microsoft.com/office/drawing/2014/main" id="{0A9D8A41-6050-C76D-BBF6-C39CFDFA31AB}"/>
                    </a:ext>
                  </a:extLst>
                </p:cNvPr>
                <p:cNvSpPr/>
                <p:nvPr/>
              </p:nvSpPr>
              <p:spPr>
                <a:xfrm>
                  <a:off x="8333353" y="2419944"/>
                  <a:ext cx="245134" cy="1415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6" h="1297" extrusionOk="0">
                      <a:moveTo>
                        <a:pt x="1949" y="0"/>
                      </a:moveTo>
                      <a:cubicBezTo>
                        <a:pt x="1916" y="0"/>
                        <a:pt x="1850" y="53"/>
                        <a:pt x="1850" y="53"/>
                      </a:cubicBezTo>
                      <a:cubicBezTo>
                        <a:pt x="1850" y="53"/>
                        <a:pt x="1738" y="86"/>
                        <a:pt x="1732" y="86"/>
                      </a:cubicBezTo>
                      <a:cubicBezTo>
                        <a:pt x="1719" y="86"/>
                        <a:pt x="1666" y="92"/>
                        <a:pt x="1620" y="99"/>
                      </a:cubicBezTo>
                      <a:cubicBezTo>
                        <a:pt x="1574" y="105"/>
                        <a:pt x="1554" y="132"/>
                        <a:pt x="1528" y="165"/>
                      </a:cubicBezTo>
                      <a:cubicBezTo>
                        <a:pt x="1495" y="191"/>
                        <a:pt x="1449" y="237"/>
                        <a:pt x="1422" y="270"/>
                      </a:cubicBezTo>
                      <a:cubicBezTo>
                        <a:pt x="1396" y="303"/>
                        <a:pt x="1357" y="309"/>
                        <a:pt x="1317" y="336"/>
                      </a:cubicBezTo>
                      <a:cubicBezTo>
                        <a:pt x="1299" y="346"/>
                        <a:pt x="1278" y="349"/>
                        <a:pt x="1258" y="349"/>
                      </a:cubicBezTo>
                      <a:cubicBezTo>
                        <a:pt x="1229" y="349"/>
                        <a:pt x="1201" y="342"/>
                        <a:pt x="1185" y="342"/>
                      </a:cubicBezTo>
                      <a:cubicBezTo>
                        <a:pt x="1153" y="342"/>
                        <a:pt x="1060" y="388"/>
                        <a:pt x="1034" y="408"/>
                      </a:cubicBezTo>
                      <a:cubicBezTo>
                        <a:pt x="1025" y="412"/>
                        <a:pt x="1014" y="413"/>
                        <a:pt x="1001" y="413"/>
                      </a:cubicBezTo>
                      <a:cubicBezTo>
                        <a:pt x="972" y="413"/>
                        <a:pt x="936" y="407"/>
                        <a:pt x="905" y="407"/>
                      </a:cubicBezTo>
                      <a:cubicBezTo>
                        <a:pt x="897" y="407"/>
                        <a:pt x="890" y="407"/>
                        <a:pt x="883" y="408"/>
                      </a:cubicBezTo>
                      <a:cubicBezTo>
                        <a:pt x="837" y="408"/>
                        <a:pt x="837" y="402"/>
                        <a:pt x="817" y="388"/>
                      </a:cubicBezTo>
                      <a:cubicBezTo>
                        <a:pt x="797" y="382"/>
                        <a:pt x="751" y="342"/>
                        <a:pt x="738" y="323"/>
                      </a:cubicBezTo>
                      <a:cubicBezTo>
                        <a:pt x="725" y="296"/>
                        <a:pt x="652" y="257"/>
                        <a:pt x="646" y="244"/>
                      </a:cubicBezTo>
                      <a:cubicBezTo>
                        <a:pt x="637" y="231"/>
                        <a:pt x="595" y="227"/>
                        <a:pt x="559" y="227"/>
                      </a:cubicBezTo>
                      <a:cubicBezTo>
                        <a:pt x="539" y="227"/>
                        <a:pt x="521" y="228"/>
                        <a:pt x="514" y="230"/>
                      </a:cubicBezTo>
                      <a:cubicBezTo>
                        <a:pt x="513" y="231"/>
                        <a:pt x="513" y="231"/>
                        <a:pt x="512" y="231"/>
                      </a:cubicBezTo>
                      <a:cubicBezTo>
                        <a:pt x="493" y="231"/>
                        <a:pt x="474" y="158"/>
                        <a:pt x="461" y="151"/>
                      </a:cubicBezTo>
                      <a:cubicBezTo>
                        <a:pt x="455" y="145"/>
                        <a:pt x="363" y="73"/>
                        <a:pt x="356" y="66"/>
                      </a:cubicBezTo>
                      <a:cubicBezTo>
                        <a:pt x="343" y="66"/>
                        <a:pt x="290" y="132"/>
                        <a:pt x="277" y="158"/>
                      </a:cubicBezTo>
                      <a:cubicBezTo>
                        <a:pt x="277" y="158"/>
                        <a:pt x="271" y="165"/>
                        <a:pt x="271" y="171"/>
                      </a:cubicBezTo>
                      <a:cubicBezTo>
                        <a:pt x="264" y="178"/>
                        <a:pt x="257" y="184"/>
                        <a:pt x="257" y="191"/>
                      </a:cubicBezTo>
                      <a:cubicBezTo>
                        <a:pt x="244" y="211"/>
                        <a:pt x="231" y="230"/>
                        <a:pt x="218" y="237"/>
                      </a:cubicBezTo>
                      <a:cubicBezTo>
                        <a:pt x="211" y="250"/>
                        <a:pt x="146" y="257"/>
                        <a:pt x="139" y="263"/>
                      </a:cubicBezTo>
                      <a:cubicBezTo>
                        <a:pt x="132" y="263"/>
                        <a:pt x="113" y="277"/>
                        <a:pt x="99" y="316"/>
                      </a:cubicBezTo>
                      <a:cubicBezTo>
                        <a:pt x="86" y="349"/>
                        <a:pt x="1" y="388"/>
                        <a:pt x="1" y="388"/>
                      </a:cubicBezTo>
                      <a:cubicBezTo>
                        <a:pt x="1" y="395"/>
                        <a:pt x="7" y="402"/>
                        <a:pt x="14" y="408"/>
                      </a:cubicBezTo>
                      <a:cubicBezTo>
                        <a:pt x="40" y="454"/>
                        <a:pt x="99" y="500"/>
                        <a:pt x="99" y="533"/>
                      </a:cubicBezTo>
                      <a:cubicBezTo>
                        <a:pt x="99" y="540"/>
                        <a:pt x="99" y="540"/>
                        <a:pt x="99" y="546"/>
                      </a:cubicBezTo>
                      <a:cubicBezTo>
                        <a:pt x="178" y="560"/>
                        <a:pt x="277" y="573"/>
                        <a:pt x="336" y="619"/>
                      </a:cubicBezTo>
                      <a:cubicBezTo>
                        <a:pt x="343" y="625"/>
                        <a:pt x="356" y="632"/>
                        <a:pt x="369" y="639"/>
                      </a:cubicBezTo>
                      <a:cubicBezTo>
                        <a:pt x="369" y="639"/>
                        <a:pt x="376" y="645"/>
                        <a:pt x="376" y="645"/>
                      </a:cubicBezTo>
                      <a:cubicBezTo>
                        <a:pt x="389" y="652"/>
                        <a:pt x="402" y="658"/>
                        <a:pt x="415" y="665"/>
                      </a:cubicBezTo>
                      <a:cubicBezTo>
                        <a:pt x="442" y="678"/>
                        <a:pt x="468" y="691"/>
                        <a:pt x="494" y="704"/>
                      </a:cubicBezTo>
                      <a:cubicBezTo>
                        <a:pt x="514" y="711"/>
                        <a:pt x="534" y="717"/>
                        <a:pt x="554" y="731"/>
                      </a:cubicBezTo>
                      <a:cubicBezTo>
                        <a:pt x="567" y="737"/>
                        <a:pt x="573" y="737"/>
                        <a:pt x="587" y="744"/>
                      </a:cubicBezTo>
                      <a:cubicBezTo>
                        <a:pt x="613" y="757"/>
                        <a:pt x="639" y="777"/>
                        <a:pt x="652" y="790"/>
                      </a:cubicBezTo>
                      <a:cubicBezTo>
                        <a:pt x="718" y="849"/>
                        <a:pt x="889" y="922"/>
                        <a:pt x="922" y="948"/>
                      </a:cubicBezTo>
                      <a:cubicBezTo>
                        <a:pt x="955" y="968"/>
                        <a:pt x="1106" y="1053"/>
                        <a:pt x="1120" y="1079"/>
                      </a:cubicBezTo>
                      <a:cubicBezTo>
                        <a:pt x="1133" y="1106"/>
                        <a:pt x="1212" y="1172"/>
                        <a:pt x="1231" y="1205"/>
                      </a:cubicBezTo>
                      <a:cubicBezTo>
                        <a:pt x="1238" y="1218"/>
                        <a:pt x="1278" y="1257"/>
                        <a:pt x="1317" y="1297"/>
                      </a:cubicBezTo>
                      <a:cubicBezTo>
                        <a:pt x="1317" y="1290"/>
                        <a:pt x="1324" y="1283"/>
                        <a:pt x="1330" y="1277"/>
                      </a:cubicBezTo>
                      <a:cubicBezTo>
                        <a:pt x="1416" y="1152"/>
                        <a:pt x="1666" y="849"/>
                        <a:pt x="1719" y="790"/>
                      </a:cubicBezTo>
                      <a:cubicBezTo>
                        <a:pt x="1771" y="737"/>
                        <a:pt x="1995" y="573"/>
                        <a:pt x="2028" y="520"/>
                      </a:cubicBezTo>
                      <a:cubicBezTo>
                        <a:pt x="2048" y="487"/>
                        <a:pt x="2159" y="303"/>
                        <a:pt x="2245" y="151"/>
                      </a:cubicBezTo>
                      <a:lnTo>
                        <a:pt x="2192" y="86"/>
                      </a:lnTo>
                      <a:cubicBezTo>
                        <a:pt x="2192" y="86"/>
                        <a:pt x="2087" y="46"/>
                        <a:pt x="2080" y="40"/>
                      </a:cubicBezTo>
                      <a:cubicBezTo>
                        <a:pt x="2067" y="33"/>
                        <a:pt x="1982" y="0"/>
                        <a:pt x="1949" y="0"/>
                      </a:cubicBezTo>
                      <a:close/>
                    </a:path>
                  </a:pathLst>
                </a:custGeom>
                <a:solidFill>
                  <a:srgbClr val="C93737"/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1581;p19">
                  <a:extLst>
                    <a:ext uri="{FF2B5EF4-FFF2-40B4-BE49-F238E27FC236}">
                      <a16:creationId xmlns:a16="http://schemas.microsoft.com/office/drawing/2014/main" id="{D72F5B69-263E-55DF-E42A-96D4275F2437}"/>
                    </a:ext>
                  </a:extLst>
                </p:cNvPr>
                <p:cNvSpPr/>
                <p:nvPr/>
              </p:nvSpPr>
              <p:spPr>
                <a:xfrm>
                  <a:off x="8293189" y="2195330"/>
                  <a:ext cx="309637" cy="183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1683" extrusionOk="0">
                      <a:moveTo>
                        <a:pt x="1149" y="1"/>
                      </a:moveTo>
                      <a:cubicBezTo>
                        <a:pt x="1143" y="1"/>
                        <a:pt x="1135" y="2"/>
                        <a:pt x="1126" y="5"/>
                      </a:cubicBezTo>
                      <a:cubicBezTo>
                        <a:pt x="1047" y="31"/>
                        <a:pt x="974" y="38"/>
                        <a:pt x="948" y="71"/>
                      </a:cubicBezTo>
                      <a:cubicBezTo>
                        <a:pt x="922" y="110"/>
                        <a:pt x="889" y="110"/>
                        <a:pt x="856" y="130"/>
                      </a:cubicBezTo>
                      <a:cubicBezTo>
                        <a:pt x="829" y="150"/>
                        <a:pt x="770" y="143"/>
                        <a:pt x="737" y="163"/>
                      </a:cubicBezTo>
                      <a:cubicBezTo>
                        <a:pt x="698" y="182"/>
                        <a:pt x="691" y="202"/>
                        <a:pt x="658" y="248"/>
                      </a:cubicBezTo>
                      <a:cubicBezTo>
                        <a:pt x="625" y="294"/>
                        <a:pt x="665" y="281"/>
                        <a:pt x="593" y="327"/>
                      </a:cubicBezTo>
                      <a:cubicBezTo>
                        <a:pt x="527" y="373"/>
                        <a:pt x="467" y="400"/>
                        <a:pt x="448" y="400"/>
                      </a:cubicBezTo>
                      <a:cubicBezTo>
                        <a:pt x="428" y="400"/>
                        <a:pt x="329" y="380"/>
                        <a:pt x="323" y="367"/>
                      </a:cubicBezTo>
                      <a:cubicBezTo>
                        <a:pt x="316" y="360"/>
                        <a:pt x="211" y="261"/>
                        <a:pt x="211" y="261"/>
                      </a:cubicBezTo>
                      <a:cubicBezTo>
                        <a:pt x="211" y="261"/>
                        <a:pt x="202" y="239"/>
                        <a:pt x="172" y="239"/>
                      </a:cubicBezTo>
                      <a:cubicBezTo>
                        <a:pt x="166" y="239"/>
                        <a:pt x="159" y="239"/>
                        <a:pt x="152" y="242"/>
                      </a:cubicBezTo>
                      <a:cubicBezTo>
                        <a:pt x="138" y="248"/>
                        <a:pt x="125" y="248"/>
                        <a:pt x="112" y="248"/>
                      </a:cubicBezTo>
                      <a:cubicBezTo>
                        <a:pt x="112" y="248"/>
                        <a:pt x="112" y="248"/>
                        <a:pt x="112" y="255"/>
                      </a:cubicBezTo>
                      <a:cubicBezTo>
                        <a:pt x="125" y="294"/>
                        <a:pt x="132" y="340"/>
                        <a:pt x="112" y="386"/>
                      </a:cubicBezTo>
                      <a:cubicBezTo>
                        <a:pt x="92" y="433"/>
                        <a:pt x="59" y="479"/>
                        <a:pt x="66" y="525"/>
                      </a:cubicBezTo>
                      <a:cubicBezTo>
                        <a:pt x="66" y="571"/>
                        <a:pt x="125" y="577"/>
                        <a:pt x="86" y="617"/>
                      </a:cubicBezTo>
                      <a:cubicBezTo>
                        <a:pt x="46" y="663"/>
                        <a:pt x="7" y="656"/>
                        <a:pt x="7" y="689"/>
                      </a:cubicBezTo>
                      <a:cubicBezTo>
                        <a:pt x="0" y="722"/>
                        <a:pt x="20" y="729"/>
                        <a:pt x="46" y="788"/>
                      </a:cubicBezTo>
                      <a:cubicBezTo>
                        <a:pt x="79" y="847"/>
                        <a:pt x="152" y="966"/>
                        <a:pt x="132" y="1018"/>
                      </a:cubicBezTo>
                      <a:cubicBezTo>
                        <a:pt x="106" y="1071"/>
                        <a:pt x="73" y="1124"/>
                        <a:pt x="40" y="1170"/>
                      </a:cubicBezTo>
                      <a:cubicBezTo>
                        <a:pt x="33" y="1170"/>
                        <a:pt x="33" y="1176"/>
                        <a:pt x="27" y="1176"/>
                      </a:cubicBezTo>
                      <a:cubicBezTo>
                        <a:pt x="33" y="1189"/>
                        <a:pt x="40" y="1189"/>
                        <a:pt x="40" y="1196"/>
                      </a:cubicBezTo>
                      <a:cubicBezTo>
                        <a:pt x="40" y="1222"/>
                        <a:pt x="132" y="1262"/>
                        <a:pt x="145" y="1262"/>
                      </a:cubicBezTo>
                      <a:cubicBezTo>
                        <a:pt x="152" y="1262"/>
                        <a:pt x="198" y="1242"/>
                        <a:pt x="244" y="1216"/>
                      </a:cubicBezTo>
                      <a:cubicBezTo>
                        <a:pt x="252" y="1212"/>
                        <a:pt x="259" y="1210"/>
                        <a:pt x="265" y="1210"/>
                      </a:cubicBezTo>
                      <a:cubicBezTo>
                        <a:pt x="302" y="1210"/>
                        <a:pt x="317" y="1265"/>
                        <a:pt x="323" y="1282"/>
                      </a:cubicBezTo>
                      <a:cubicBezTo>
                        <a:pt x="336" y="1295"/>
                        <a:pt x="382" y="1347"/>
                        <a:pt x="435" y="1360"/>
                      </a:cubicBezTo>
                      <a:cubicBezTo>
                        <a:pt x="437" y="1361"/>
                        <a:pt x="440" y="1361"/>
                        <a:pt x="443" y="1361"/>
                      </a:cubicBezTo>
                      <a:cubicBezTo>
                        <a:pt x="501" y="1361"/>
                        <a:pt x="687" y="1247"/>
                        <a:pt x="737" y="1209"/>
                      </a:cubicBezTo>
                      <a:cubicBezTo>
                        <a:pt x="797" y="1170"/>
                        <a:pt x="836" y="1124"/>
                        <a:pt x="876" y="1058"/>
                      </a:cubicBezTo>
                      <a:cubicBezTo>
                        <a:pt x="915" y="999"/>
                        <a:pt x="955" y="999"/>
                        <a:pt x="1014" y="946"/>
                      </a:cubicBezTo>
                      <a:cubicBezTo>
                        <a:pt x="1031" y="929"/>
                        <a:pt x="1048" y="923"/>
                        <a:pt x="1065" y="923"/>
                      </a:cubicBezTo>
                      <a:cubicBezTo>
                        <a:pt x="1107" y="923"/>
                        <a:pt x="1147" y="959"/>
                        <a:pt x="1185" y="959"/>
                      </a:cubicBezTo>
                      <a:cubicBezTo>
                        <a:pt x="1231" y="959"/>
                        <a:pt x="1277" y="1064"/>
                        <a:pt x="1277" y="1091"/>
                      </a:cubicBezTo>
                      <a:cubicBezTo>
                        <a:pt x="1277" y="1124"/>
                        <a:pt x="1257" y="1143"/>
                        <a:pt x="1244" y="1150"/>
                      </a:cubicBezTo>
                      <a:cubicBezTo>
                        <a:pt x="1231" y="1156"/>
                        <a:pt x="1178" y="1183"/>
                        <a:pt x="1159" y="1209"/>
                      </a:cubicBezTo>
                      <a:cubicBezTo>
                        <a:pt x="1139" y="1235"/>
                        <a:pt x="1159" y="1255"/>
                        <a:pt x="1159" y="1282"/>
                      </a:cubicBezTo>
                      <a:cubicBezTo>
                        <a:pt x="1159" y="1308"/>
                        <a:pt x="1126" y="1321"/>
                        <a:pt x="1093" y="1341"/>
                      </a:cubicBezTo>
                      <a:cubicBezTo>
                        <a:pt x="1066" y="1367"/>
                        <a:pt x="1053" y="1420"/>
                        <a:pt x="1053" y="1426"/>
                      </a:cubicBezTo>
                      <a:cubicBezTo>
                        <a:pt x="1060" y="1439"/>
                        <a:pt x="1106" y="1479"/>
                        <a:pt x="1126" y="1499"/>
                      </a:cubicBezTo>
                      <a:cubicBezTo>
                        <a:pt x="1145" y="1512"/>
                        <a:pt x="1145" y="1624"/>
                        <a:pt x="1152" y="1637"/>
                      </a:cubicBezTo>
                      <a:cubicBezTo>
                        <a:pt x="1165" y="1657"/>
                        <a:pt x="1218" y="1683"/>
                        <a:pt x="1257" y="1683"/>
                      </a:cubicBezTo>
                      <a:cubicBezTo>
                        <a:pt x="1297" y="1683"/>
                        <a:pt x="1316" y="1643"/>
                        <a:pt x="1343" y="1630"/>
                      </a:cubicBezTo>
                      <a:cubicBezTo>
                        <a:pt x="1352" y="1624"/>
                        <a:pt x="1363" y="1622"/>
                        <a:pt x="1376" y="1622"/>
                      </a:cubicBezTo>
                      <a:cubicBezTo>
                        <a:pt x="1401" y="1622"/>
                        <a:pt x="1428" y="1630"/>
                        <a:pt x="1442" y="1630"/>
                      </a:cubicBezTo>
                      <a:cubicBezTo>
                        <a:pt x="1461" y="1630"/>
                        <a:pt x="1527" y="1578"/>
                        <a:pt x="1527" y="1532"/>
                      </a:cubicBezTo>
                      <a:cubicBezTo>
                        <a:pt x="1527" y="1486"/>
                        <a:pt x="1553" y="1439"/>
                        <a:pt x="1580" y="1400"/>
                      </a:cubicBezTo>
                      <a:cubicBezTo>
                        <a:pt x="1606" y="1367"/>
                        <a:pt x="1626" y="1354"/>
                        <a:pt x="1659" y="1328"/>
                      </a:cubicBezTo>
                      <a:cubicBezTo>
                        <a:pt x="1674" y="1312"/>
                        <a:pt x="1687" y="1307"/>
                        <a:pt x="1702" y="1307"/>
                      </a:cubicBezTo>
                      <a:cubicBezTo>
                        <a:pt x="1720" y="1307"/>
                        <a:pt x="1742" y="1314"/>
                        <a:pt x="1777" y="1321"/>
                      </a:cubicBezTo>
                      <a:cubicBezTo>
                        <a:pt x="1801" y="1325"/>
                        <a:pt x="1825" y="1327"/>
                        <a:pt x="1846" y="1327"/>
                      </a:cubicBezTo>
                      <a:cubicBezTo>
                        <a:pt x="1890" y="1327"/>
                        <a:pt x="1926" y="1321"/>
                        <a:pt x="1948" y="1321"/>
                      </a:cubicBezTo>
                      <a:cubicBezTo>
                        <a:pt x="1988" y="1321"/>
                        <a:pt x="2021" y="1314"/>
                        <a:pt x="2054" y="1301"/>
                      </a:cubicBezTo>
                      <a:cubicBezTo>
                        <a:pt x="2080" y="1288"/>
                        <a:pt x="2192" y="1268"/>
                        <a:pt x="2198" y="1268"/>
                      </a:cubicBezTo>
                      <a:cubicBezTo>
                        <a:pt x="2212" y="1268"/>
                        <a:pt x="2277" y="1262"/>
                        <a:pt x="2310" y="1209"/>
                      </a:cubicBezTo>
                      <a:cubicBezTo>
                        <a:pt x="2337" y="1156"/>
                        <a:pt x="2323" y="1137"/>
                        <a:pt x="2330" y="1117"/>
                      </a:cubicBezTo>
                      <a:cubicBezTo>
                        <a:pt x="2337" y="1104"/>
                        <a:pt x="2409" y="1064"/>
                        <a:pt x="2462" y="1045"/>
                      </a:cubicBezTo>
                      <a:cubicBezTo>
                        <a:pt x="2479" y="1036"/>
                        <a:pt x="2495" y="1033"/>
                        <a:pt x="2509" y="1033"/>
                      </a:cubicBezTo>
                      <a:cubicBezTo>
                        <a:pt x="2536" y="1033"/>
                        <a:pt x="2554" y="1045"/>
                        <a:pt x="2554" y="1045"/>
                      </a:cubicBezTo>
                      <a:cubicBezTo>
                        <a:pt x="2554" y="1045"/>
                        <a:pt x="2718" y="1130"/>
                        <a:pt x="2725" y="1130"/>
                      </a:cubicBezTo>
                      <a:cubicBezTo>
                        <a:pt x="2731" y="1130"/>
                        <a:pt x="2784" y="1156"/>
                        <a:pt x="2837" y="1176"/>
                      </a:cubicBezTo>
                      <a:cubicBezTo>
                        <a:pt x="2837" y="1156"/>
                        <a:pt x="2837" y="1143"/>
                        <a:pt x="2837" y="1137"/>
                      </a:cubicBezTo>
                      <a:cubicBezTo>
                        <a:pt x="2824" y="1012"/>
                        <a:pt x="2824" y="860"/>
                        <a:pt x="2791" y="689"/>
                      </a:cubicBezTo>
                      <a:cubicBezTo>
                        <a:pt x="2771" y="617"/>
                        <a:pt x="2745" y="505"/>
                        <a:pt x="2712" y="386"/>
                      </a:cubicBezTo>
                      <a:cubicBezTo>
                        <a:pt x="2666" y="400"/>
                        <a:pt x="2613" y="419"/>
                        <a:pt x="2567" y="419"/>
                      </a:cubicBezTo>
                      <a:cubicBezTo>
                        <a:pt x="2488" y="426"/>
                        <a:pt x="2416" y="433"/>
                        <a:pt x="2416" y="433"/>
                      </a:cubicBezTo>
                      <a:cubicBezTo>
                        <a:pt x="2416" y="433"/>
                        <a:pt x="2324" y="353"/>
                        <a:pt x="2305" y="353"/>
                      </a:cubicBezTo>
                      <a:cubicBezTo>
                        <a:pt x="2305" y="353"/>
                        <a:pt x="2304" y="353"/>
                        <a:pt x="2304" y="354"/>
                      </a:cubicBezTo>
                      <a:cubicBezTo>
                        <a:pt x="2303" y="355"/>
                        <a:pt x="2300" y="355"/>
                        <a:pt x="2297" y="355"/>
                      </a:cubicBezTo>
                      <a:cubicBezTo>
                        <a:pt x="2284" y="355"/>
                        <a:pt x="2257" y="349"/>
                        <a:pt x="2237" y="349"/>
                      </a:cubicBezTo>
                      <a:cubicBezTo>
                        <a:pt x="2229" y="349"/>
                        <a:pt x="2222" y="350"/>
                        <a:pt x="2218" y="354"/>
                      </a:cubicBezTo>
                      <a:cubicBezTo>
                        <a:pt x="2212" y="360"/>
                        <a:pt x="2174" y="362"/>
                        <a:pt x="2135" y="362"/>
                      </a:cubicBezTo>
                      <a:cubicBezTo>
                        <a:pt x="2096" y="362"/>
                        <a:pt x="2057" y="360"/>
                        <a:pt x="2047" y="360"/>
                      </a:cubicBezTo>
                      <a:cubicBezTo>
                        <a:pt x="2034" y="360"/>
                        <a:pt x="1948" y="314"/>
                        <a:pt x="1948" y="314"/>
                      </a:cubicBezTo>
                      <a:cubicBezTo>
                        <a:pt x="1948" y="314"/>
                        <a:pt x="1942" y="317"/>
                        <a:pt x="1927" y="317"/>
                      </a:cubicBezTo>
                      <a:cubicBezTo>
                        <a:pt x="1919" y="317"/>
                        <a:pt x="1909" y="316"/>
                        <a:pt x="1896" y="314"/>
                      </a:cubicBezTo>
                      <a:lnTo>
                        <a:pt x="1804" y="314"/>
                      </a:lnTo>
                      <a:cubicBezTo>
                        <a:pt x="1804" y="314"/>
                        <a:pt x="1784" y="307"/>
                        <a:pt x="1764" y="288"/>
                      </a:cubicBezTo>
                      <a:cubicBezTo>
                        <a:pt x="1745" y="269"/>
                        <a:pt x="1709" y="221"/>
                        <a:pt x="1678" y="221"/>
                      </a:cubicBezTo>
                      <a:cubicBezTo>
                        <a:pt x="1676" y="221"/>
                        <a:pt x="1674" y="222"/>
                        <a:pt x="1672" y="222"/>
                      </a:cubicBezTo>
                      <a:cubicBezTo>
                        <a:pt x="1646" y="229"/>
                        <a:pt x="1606" y="222"/>
                        <a:pt x="1593" y="268"/>
                      </a:cubicBezTo>
                      <a:cubicBezTo>
                        <a:pt x="1586" y="307"/>
                        <a:pt x="1573" y="321"/>
                        <a:pt x="1593" y="354"/>
                      </a:cubicBezTo>
                      <a:cubicBezTo>
                        <a:pt x="1603" y="360"/>
                        <a:pt x="1606" y="362"/>
                        <a:pt x="1607" y="362"/>
                      </a:cubicBezTo>
                      <a:cubicBezTo>
                        <a:pt x="1608" y="362"/>
                        <a:pt x="1606" y="360"/>
                        <a:pt x="1606" y="360"/>
                      </a:cubicBezTo>
                      <a:lnTo>
                        <a:pt x="1606" y="360"/>
                      </a:lnTo>
                      <a:cubicBezTo>
                        <a:pt x="1606" y="360"/>
                        <a:pt x="1613" y="367"/>
                        <a:pt x="1619" y="380"/>
                      </a:cubicBezTo>
                      <a:cubicBezTo>
                        <a:pt x="1646" y="419"/>
                        <a:pt x="1659" y="433"/>
                        <a:pt x="1646" y="452"/>
                      </a:cubicBezTo>
                      <a:cubicBezTo>
                        <a:pt x="1639" y="472"/>
                        <a:pt x="1613" y="479"/>
                        <a:pt x="1606" y="498"/>
                      </a:cubicBezTo>
                      <a:cubicBezTo>
                        <a:pt x="1606" y="518"/>
                        <a:pt x="1626" y="577"/>
                        <a:pt x="1632" y="584"/>
                      </a:cubicBezTo>
                      <a:cubicBezTo>
                        <a:pt x="1639" y="590"/>
                        <a:pt x="1659" y="610"/>
                        <a:pt x="1639" y="630"/>
                      </a:cubicBezTo>
                      <a:cubicBezTo>
                        <a:pt x="1626" y="650"/>
                        <a:pt x="1593" y="656"/>
                        <a:pt x="1580" y="676"/>
                      </a:cubicBezTo>
                      <a:cubicBezTo>
                        <a:pt x="1573" y="696"/>
                        <a:pt x="1534" y="735"/>
                        <a:pt x="1514" y="735"/>
                      </a:cubicBezTo>
                      <a:cubicBezTo>
                        <a:pt x="1501" y="735"/>
                        <a:pt x="1448" y="722"/>
                        <a:pt x="1442" y="696"/>
                      </a:cubicBezTo>
                      <a:cubicBezTo>
                        <a:pt x="1435" y="663"/>
                        <a:pt x="1448" y="584"/>
                        <a:pt x="1422" y="571"/>
                      </a:cubicBezTo>
                      <a:cubicBezTo>
                        <a:pt x="1401" y="560"/>
                        <a:pt x="1388" y="532"/>
                        <a:pt x="1367" y="532"/>
                      </a:cubicBezTo>
                      <a:cubicBezTo>
                        <a:pt x="1361" y="532"/>
                        <a:pt x="1356" y="534"/>
                        <a:pt x="1349" y="538"/>
                      </a:cubicBezTo>
                      <a:cubicBezTo>
                        <a:pt x="1310" y="564"/>
                        <a:pt x="1297" y="597"/>
                        <a:pt x="1277" y="597"/>
                      </a:cubicBezTo>
                      <a:cubicBezTo>
                        <a:pt x="1275" y="597"/>
                        <a:pt x="1274" y="598"/>
                        <a:pt x="1272" y="598"/>
                      </a:cubicBezTo>
                      <a:cubicBezTo>
                        <a:pt x="1243" y="598"/>
                        <a:pt x="1184" y="551"/>
                        <a:pt x="1172" y="551"/>
                      </a:cubicBezTo>
                      <a:cubicBezTo>
                        <a:pt x="1159" y="551"/>
                        <a:pt x="1066" y="584"/>
                        <a:pt x="1066" y="584"/>
                      </a:cubicBezTo>
                      <a:cubicBezTo>
                        <a:pt x="1066" y="584"/>
                        <a:pt x="1055" y="590"/>
                        <a:pt x="1041" y="590"/>
                      </a:cubicBezTo>
                      <a:cubicBezTo>
                        <a:pt x="1034" y="590"/>
                        <a:pt x="1027" y="588"/>
                        <a:pt x="1020" y="584"/>
                      </a:cubicBezTo>
                      <a:cubicBezTo>
                        <a:pt x="1007" y="571"/>
                        <a:pt x="974" y="485"/>
                        <a:pt x="968" y="479"/>
                      </a:cubicBezTo>
                      <a:cubicBezTo>
                        <a:pt x="955" y="472"/>
                        <a:pt x="948" y="393"/>
                        <a:pt x="948" y="373"/>
                      </a:cubicBezTo>
                      <a:cubicBezTo>
                        <a:pt x="948" y="354"/>
                        <a:pt x="935" y="360"/>
                        <a:pt x="974" y="314"/>
                      </a:cubicBezTo>
                      <a:cubicBezTo>
                        <a:pt x="1014" y="261"/>
                        <a:pt x="994" y="229"/>
                        <a:pt x="1020" y="222"/>
                      </a:cubicBezTo>
                      <a:cubicBezTo>
                        <a:pt x="1047" y="209"/>
                        <a:pt x="1126" y="215"/>
                        <a:pt x="1126" y="196"/>
                      </a:cubicBezTo>
                      <a:cubicBezTo>
                        <a:pt x="1126" y="169"/>
                        <a:pt x="1145" y="103"/>
                        <a:pt x="1145" y="97"/>
                      </a:cubicBezTo>
                      <a:cubicBezTo>
                        <a:pt x="1145" y="85"/>
                        <a:pt x="1197" y="1"/>
                        <a:pt x="1149" y="1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1582;p19">
                  <a:extLst>
                    <a:ext uri="{FF2B5EF4-FFF2-40B4-BE49-F238E27FC236}">
                      <a16:creationId xmlns:a16="http://schemas.microsoft.com/office/drawing/2014/main" id="{937DAB0B-60E9-C591-371E-B525E37CACE3}"/>
                    </a:ext>
                  </a:extLst>
                </p:cNvPr>
                <p:cNvSpPr/>
                <p:nvPr/>
              </p:nvSpPr>
              <p:spPr>
                <a:xfrm>
                  <a:off x="8304649" y="2103868"/>
                  <a:ext cx="283880" cy="172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1" h="1580" extrusionOk="0">
                      <a:moveTo>
                        <a:pt x="1021" y="0"/>
                      </a:moveTo>
                      <a:cubicBezTo>
                        <a:pt x="1021" y="0"/>
                        <a:pt x="882" y="27"/>
                        <a:pt x="817" y="33"/>
                      </a:cubicBezTo>
                      <a:cubicBezTo>
                        <a:pt x="780" y="33"/>
                        <a:pt x="759" y="27"/>
                        <a:pt x="743" y="27"/>
                      </a:cubicBezTo>
                      <a:cubicBezTo>
                        <a:pt x="728" y="27"/>
                        <a:pt x="718" y="33"/>
                        <a:pt x="705" y="60"/>
                      </a:cubicBezTo>
                      <a:cubicBezTo>
                        <a:pt x="678" y="106"/>
                        <a:pt x="645" y="191"/>
                        <a:pt x="632" y="244"/>
                      </a:cubicBezTo>
                      <a:cubicBezTo>
                        <a:pt x="619" y="303"/>
                        <a:pt x="586" y="329"/>
                        <a:pt x="520" y="435"/>
                      </a:cubicBezTo>
                      <a:cubicBezTo>
                        <a:pt x="461" y="533"/>
                        <a:pt x="435" y="606"/>
                        <a:pt x="402" y="665"/>
                      </a:cubicBezTo>
                      <a:cubicBezTo>
                        <a:pt x="362" y="724"/>
                        <a:pt x="369" y="764"/>
                        <a:pt x="303" y="803"/>
                      </a:cubicBezTo>
                      <a:cubicBezTo>
                        <a:pt x="237" y="849"/>
                        <a:pt x="244" y="836"/>
                        <a:pt x="139" y="915"/>
                      </a:cubicBezTo>
                      <a:cubicBezTo>
                        <a:pt x="33" y="988"/>
                        <a:pt x="1" y="1047"/>
                        <a:pt x="7" y="1086"/>
                      </a:cubicBezTo>
                      <a:cubicBezTo>
                        <a:pt x="14" y="1086"/>
                        <a:pt x="27" y="1086"/>
                        <a:pt x="47" y="1080"/>
                      </a:cubicBezTo>
                      <a:cubicBezTo>
                        <a:pt x="53" y="1077"/>
                        <a:pt x="59" y="1077"/>
                        <a:pt x="64" y="1077"/>
                      </a:cubicBezTo>
                      <a:cubicBezTo>
                        <a:pt x="90" y="1077"/>
                        <a:pt x="99" y="1099"/>
                        <a:pt x="99" y="1099"/>
                      </a:cubicBezTo>
                      <a:cubicBezTo>
                        <a:pt x="99" y="1099"/>
                        <a:pt x="205" y="1198"/>
                        <a:pt x="211" y="1205"/>
                      </a:cubicBezTo>
                      <a:cubicBezTo>
                        <a:pt x="218" y="1218"/>
                        <a:pt x="323" y="1238"/>
                        <a:pt x="336" y="1238"/>
                      </a:cubicBezTo>
                      <a:cubicBezTo>
                        <a:pt x="356" y="1238"/>
                        <a:pt x="415" y="1211"/>
                        <a:pt x="488" y="1165"/>
                      </a:cubicBezTo>
                      <a:cubicBezTo>
                        <a:pt x="553" y="1119"/>
                        <a:pt x="520" y="1132"/>
                        <a:pt x="547" y="1086"/>
                      </a:cubicBezTo>
                      <a:cubicBezTo>
                        <a:pt x="580" y="1040"/>
                        <a:pt x="593" y="1020"/>
                        <a:pt x="626" y="1001"/>
                      </a:cubicBezTo>
                      <a:cubicBezTo>
                        <a:pt x="659" y="988"/>
                        <a:pt x="718" y="988"/>
                        <a:pt x="751" y="968"/>
                      </a:cubicBezTo>
                      <a:cubicBezTo>
                        <a:pt x="784" y="948"/>
                        <a:pt x="810" y="948"/>
                        <a:pt x="836" y="909"/>
                      </a:cubicBezTo>
                      <a:cubicBezTo>
                        <a:pt x="863" y="876"/>
                        <a:pt x="935" y="869"/>
                        <a:pt x="1021" y="843"/>
                      </a:cubicBezTo>
                      <a:cubicBezTo>
                        <a:pt x="1029" y="840"/>
                        <a:pt x="1036" y="839"/>
                        <a:pt x="1042" y="839"/>
                      </a:cubicBezTo>
                      <a:cubicBezTo>
                        <a:pt x="1087" y="839"/>
                        <a:pt x="1040" y="923"/>
                        <a:pt x="1040" y="935"/>
                      </a:cubicBezTo>
                      <a:cubicBezTo>
                        <a:pt x="1040" y="941"/>
                        <a:pt x="1021" y="1007"/>
                        <a:pt x="1021" y="1034"/>
                      </a:cubicBezTo>
                      <a:cubicBezTo>
                        <a:pt x="1021" y="1053"/>
                        <a:pt x="942" y="1047"/>
                        <a:pt x="915" y="1060"/>
                      </a:cubicBezTo>
                      <a:cubicBezTo>
                        <a:pt x="882" y="1067"/>
                        <a:pt x="902" y="1099"/>
                        <a:pt x="869" y="1152"/>
                      </a:cubicBezTo>
                      <a:cubicBezTo>
                        <a:pt x="830" y="1198"/>
                        <a:pt x="836" y="1192"/>
                        <a:pt x="836" y="1211"/>
                      </a:cubicBezTo>
                      <a:cubicBezTo>
                        <a:pt x="836" y="1231"/>
                        <a:pt x="843" y="1310"/>
                        <a:pt x="856" y="1317"/>
                      </a:cubicBezTo>
                      <a:cubicBezTo>
                        <a:pt x="869" y="1323"/>
                        <a:pt x="896" y="1409"/>
                        <a:pt x="915" y="1422"/>
                      </a:cubicBezTo>
                      <a:cubicBezTo>
                        <a:pt x="922" y="1426"/>
                        <a:pt x="929" y="1428"/>
                        <a:pt x="936" y="1428"/>
                      </a:cubicBezTo>
                      <a:cubicBezTo>
                        <a:pt x="950" y="1428"/>
                        <a:pt x="961" y="1422"/>
                        <a:pt x="961" y="1422"/>
                      </a:cubicBezTo>
                      <a:cubicBezTo>
                        <a:pt x="961" y="1422"/>
                        <a:pt x="1054" y="1389"/>
                        <a:pt x="1067" y="1389"/>
                      </a:cubicBezTo>
                      <a:cubicBezTo>
                        <a:pt x="1079" y="1389"/>
                        <a:pt x="1132" y="1436"/>
                        <a:pt x="1160" y="1436"/>
                      </a:cubicBezTo>
                      <a:cubicBezTo>
                        <a:pt x="1162" y="1436"/>
                        <a:pt x="1164" y="1435"/>
                        <a:pt x="1165" y="1435"/>
                      </a:cubicBezTo>
                      <a:cubicBezTo>
                        <a:pt x="1192" y="1435"/>
                        <a:pt x="1205" y="1402"/>
                        <a:pt x="1238" y="1376"/>
                      </a:cubicBezTo>
                      <a:cubicBezTo>
                        <a:pt x="1245" y="1372"/>
                        <a:pt x="1252" y="1370"/>
                        <a:pt x="1258" y="1370"/>
                      </a:cubicBezTo>
                      <a:cubicBezTo>
                        <a:pt x="1283" y="1370"/>
                        <a:pt x="1296" y="1398"/>
                        <a:pt x="1317" y="1409"/>
                      </a:cubicBezTo>
                      <a:cubicBezTo>
                        <a:pt x="1343" y="1422"/>
                        <a:pt x="1330" y="1501"/>
                        <a:pt x="1337" y="1534"/>
                      </a:cubicBezTo>
                      <a:cubicBezTo>
                        <a:pt x="1343" y="1560"/>
                        <a:pt x="1389" y="1580"/>
                        <a:pt x="1409" y="1580"/>
                      </a:cubicBezTo>
                      <a:cubicBezTo>
                        <a:pt x="1429" y="1580"/>
                        <a:pt x="1462" y="1534"/>
                        <a:pt x="1475" y="1514"/>
                      </a:cubicBezTo>
                      <a:cubicBezTo>
                        <a:pt x="1488" y="1494"/>
                        <a:pt x="1521" y="1488"/>
                        <a:pt x="1534" y="1468"/>
                      </a:cubicBezTo>
                      <a:cubicBezTo>
                        <a:pt x="1547" y="1448"/>
                        <a:pt x="1534" y="1428"/>
                        <a:pt x="1527" y="1422"/>
                      </a:cubicBezTo>
                      <a:cubicBezTo>
                        <a:pt x="1514" y="1415"/>
                        <a:pt x="1494" y="1356"/>
                        <a:pt x="1501" y="1336"/>
                      </a:cubicBezTo>
                      <a:cubicBezTo>
                        <a:pt x="1501" y="1317"/>
                        <a:pt x="1527" y="1310"/>
                        <a:pt x="1541" y="1290"/>
                      </a:cubicBezTo>
                      <a:cubicBezTo>
                        <a:pt x="1547" y="1271"/>
                        <a:pt x="1541" y="1257"/>
                        <a:pt x="1514" y="1218"/>
                      </a:cubicBezTo>
                      <a:cubicBezTo>
                        <a:pt x="1501" y="1205"/>
                        <a:pt x="1501" y="1198"/>
                        <a:pt x="1501" y="1198"/>
                      </a:cubicBezTo>
                      <a:cubicBezTo>
                        <a:pt x="1501" y="1198"/>
                        <a:pt x="1501" y="1200"/>
                        <a:pt x="1499" y="1200"/>
                      </a:cubicBezTo>
                      <a:cubicBezTo>
                        <a:pt x="1498" y="1200"/>
                        <a:pt x="1494" y="1198"/>
                        <a:pt x="1488" y="1192"/>
                      </a:cubicBezTo>
                      <a:cubicBezTo>
                        <a:pt x="1462" y="1165"/>
                        <a:pt x="1481" y="1145"/>
                        <a:pt x="1488" y="1106"/>
                      </a:cubicBezTo>
                      <a:cubicBezTo>
                        <a:pt x="1494" y="1060"/>
                        <a:pt x="1541" y="1067"/>
                        <a:pt x="1567" y="1060"/>
                      </a:cubicBezTo>
                      <a:cubicBezTo>
                        <a:pt x="1568" y="1060"/>
                        <a:pt x="1570" y="1059"/>
                        <a:pt x="1572" y="1059"/>
                      </a:cubicBezTo>
                      <a:cubicBezTo>
                        <a:pt x="1598" y="1059"/>
                        <a:pt x="1634" y="1107"/>
                        <a:pt x="1652" y="1126"/>
                      </a:cubicBezTo>
                      <a:cubicBezTo>
                        <a:pt x="1679" y="1145"/>
                        <a:pt x="1699" y="1159"/>
                        <a:pt x="1699" y="1159"/>
                      </a:cubicBezTo>
                      <a:cubicBezTo>
                        <a:pt x="1699" y="1159"/>
                        <a:pt x="1722" y="1156"/>
                        <a:pt x="1749" y="1156"/>
                      </a:cubicBezTo>
                      <a:cubicBezTo>
                        <a:pt x="1763" y="1156"/>
                        <a:pt x="1777" y="1156"/>
                        <a:pt x="1791" y="1159"/>
                      </a:cubicBezTo>
                      <a:cubicBezTo>
                        <a:pt x="1804" y="1161"/>
                        <a:pt x="1813" y="1162"/>
                        <a:pt x="1820" y="1162"/>
                      </a:cubicBezTo>
                      <a:cubicBezTo>
                        <a:pt x="1834" y="1162"/>
                        <a:pt x="1837" y="1159"/>
                        <a:pt x="1837" y="1159"/>
                      </a:cubicBezTo>
                      <a:cubicBezTo>
                        <a:pt x="1837" y="1159"/>
                        <a:pt x="1929" y="1205"/>
                        <a:pt x="1942" y="1205"/>
                      </a:cubicBezTo>
                      <a:cubicBezTo>
                        <a:pt x="1955" y="1205"/>
                        <a:pt x="2100" y="1205"/>
                        <a:pt x="2107" y="1192"/>
                      </a:cubicBezTo>
                      <a:cubicBezTo>
                        <a:pt x="2110" y="1188"/>
                        <a:pt x="2117" y="1187"/>
                        <a:pt x="2126" y="1187"/>
                      </a:cubicBezTo>
                      <a:cubicBezTo>
                        <a:pt x="2146" y="1187"/>
                        <a:pt x="2174" y="1193"/>
                        <a:pt x="2190" y="1193"/>
                      </a:cubicBezTo>
                      <a:cubicBezTo>
                        <a:pt x="2194" y="1193"/>
                        <a:pt x="2197" y="1193"/>
                        <a:pt x="2199" y="1192"/>
                      </a:cubicBezTo>
                      <a:cubicBezTo>
                        <a:pt x="2199" y="1191"/>
                        <a:pt x="2199" y="1191"/>
                        <a:pt x="2200" y="1191"/>
                      </a:cubicBezTo>
                      <a:cubicBezTo>
                        <a:pt x="2212" y="1191"/>
                        <a:pt x="2304" y="1271"/>
                        <a:pt x="2304" y="1271"/>
                      </a:cubicBezTo>
                      <a:cubicBezTo>
                        <a:pt x="2304" y="1271"/>
                        <a:pt x="2383" y="1264"/>
                        <a:pt x="2462" y="1257"/>
                      </a:cubicBezTo>
                      <a:cubicBezTo>
                        <a:pt x="2501" y="1257"/>
                        <a:pt x="2561" y="1244"/>
                        <a:pt x="2600" y="1224"/>
                      </a:cubicBezTo>
                      <a:cubicBezTo>
                        <a:pt x="2561" y="1067"/>
                        <a:pt x="2508" y="902"/>
                        <a:pt x="2488" y="836"/>
                      </a:cubicBezTo>
                      <a:cubicBezTo>
                        <a:pt x="2449" y="724"/>
                        <a:pt x="2376" y="448"/>
                        <a:pt x="2343" y="395"/>
                      </a:cubicBezTo>
                      <a:cubicBezTo>
                        <a:pt x="2304" y="336"/>
                        <a:pt x="2179" y="158"/>
                        <a:pt x="2120" y="152"/>
                      </a:cubicBezTo>
                      <a:cubicBezTo>
                        <a:pt x="2077" y="142"/>
                        <a:pt x="1977" y="122"/>
                        <a:pt x="1884" y="122"/>
                      </a:cubicBezTo>
                      <a:cubicBezTo>
                        <a:pt x="1849" y="122"/>
                        <a:pt x="1814" y="125"/>
                        <a:pt x="1784" y="132"/>
                      </a:cubicBezTo>
                      <a:cubicBezTo>
                        <a:pt x="1705" y="146"/>
                        <a:pt x="1669" y="160"/>
                        <a:pt x="1610" y="160"/>
                      </a:cubicBezTo>
                      <a:cubicBezTo>
                        <a:pt x="1586" y="160"/>
                        <a:pt x="1557" y="157"/>
                        <a:pt x="1521" y="152"/>
                      </a:cubicBezTo>
                      <a:cubicBezTo>
                        <a:pt x="1389" y="139"/>
                        <a:pt x="1310" y="152"/>
                        <a:pt x="1271" y="112"/>
                      </a:cubicBezTo>
                      <a:cubicBezTo>
                        <a:pt x="1225" y="66"/>
                        <a:pt x="1133" y="60"/>
                        <a:pt x="1093" y="40"/>
                      </a:cubicBezTo>
                      <a:cubicBezTo>
                        <a:pt x="1073" y="33"/>
                        <a:pt x="1047" y="20"/>
                        <a:pt x="1021" y="0"/>
                      </a:cubicBezTo>
                      <a:close/>
                    </a:path>
                  </a:pathLst>
                </a:custGeom>
                <a:solidFill>
                  <a:srgbClr val="C93737"/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1583;p19">
                  <a:extLst>
                    <a:ext uri="{FF2B5EF4-FFF2-40B4-BE49-F238E27FC236}">
                      <a16:creationId xmlns:a16="http://schemas.microsoft.com/office/drawing/2014/main" id="{2997DF95-4AF0-6594-D42A-9EFAF5778975}"/>
                    </a:ext>
                  </a:extLst>
                </p:cNvPr>
                <p:cNvSpPr/>
                <p:nvPr/>
              </p:nvSpPr>
              <p:spPr>
                <a:xfrm>
                  <a:off x="8330515" y="2479536"/>
                  <a:ext cx="146688" cy="163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" h="1501" extrusionOk="0">
                      <a:moveTo>
                        <a:pt x="132" y="0"/>
                      </a:moveTo>
                      <a:lnTo>
                        <a:pt x="132" y="0"/>
                      </a:lnTo>
                      <a:cubicBezTo>
                        <a:pt x="139" y="40"/>
                        <a:pt x="158" y="106"/>
                        <a:pt x="158" y="145"/>
                      </a:cubicBezTo>
                      <a:cubicBezTo>
                        <a:pt x="158" y="185"/>
                        <a:pt x="178" y="270"/>
                        <a:pt x="211" y="290"/>
                      </a:cubicBezTo>
                      <a:cubicBezTo>
                        <a:pt x="224" y="303"/>
                        <a:pt x="264" y="343"/>
                        <a:pt x="290" y="382"/>
                      </a:cubicBezTo>
                      <a:cubicBezTo>
                        <a:pt x="310" y="408"/>
                        <a:pt x="323" y="428"/>
                        <a:pt x="336" y="435"/>
                      </a:cubicBezTo>
                      <a:cubicBezTo>
                        <a:pt x="356" y="461"/>
                        <a:pt x="369" y="487"/>
                        <a:pt x="369" y="514"/>
                      </a:cubicBezTo>
                      <a:cubicBezTo>
                        <a:pt x="369" y="540"/>
                        <a:pt x="316" y="639"/>
                        <a:pt x="316" y="639"/>
                      </a:cubicBezTo>
                      <a:cubicBezTo>
                        <a:pt x="316" y="639"/>
                        <a:pt x="315" y="638"/>
                        <a:pt x="313" y="638"/>
                      </a:cubicBezTo>
                      <a:cubicBezTo>
                        <a:pt x="309" y="638"/>
                        <a:pt x="302" y="645"/>
                        <a:pt x="316" y="698"/>
                      </a:cubicBezTo>
                      <a:cubicBezTo>
                        <a:pt x="336" y="770"/>
                        <a:pt x="349" y="784"/>
                        <a:pt x="349" y="823"/>
                      </a:cubicBezTo>
                      <a:cubicBezTo>
                        <a:pt x="343" y="858"/>
                        <a:pt x="274" y="883"/>
                        <a:pt x="250" y="883"/>
                      </a:cubicBezTo>
                      <a:cubicBezTo>
                        <a:pt x="247" y="883"/>
                        <a:pt x="245" y="883"/>
                        <a:pt x="244" y="882"/>
                      </a:cubicBezTo>
                      <a:cubicBezTo>
                        <a:pt x="231" y="882"/>
                        <a:pt x="172" y="843"/>
                        <a:pt x="172" y="843"/>
                      </a:cubicBezTo>
                      <a:cubicBezTo>
                        <a:pt x="172" y="843"/>
                        <a:pt x="174" y="837"/>
                        <a:pt x="161" y="837"/>
                      </a:cubicBezTo>
                      <a:cubicBezTo>
                        <a:pt x="154" y="837"/>
                        <a:pt x="143" y="838"/>
                        <a:pt x="125" y="843"/>
                      </a:cubicBezTo>
                      <a:cubicBezTo>
                        <a:pt x="112" y="848"/>
                        <a:pt x="98" y="849"/>
                        <a:pt x="84" y="849"/>
                      </a:cubicBezTo>
                      <a:cubicBezTo>
                        <a:pt x="70" y="849"/>
                        <a:pt x="56" y="848"/>
                        <a:pt x="43" y="848"/>
                      </a:cubicBezTo>
                      <a:cubicBezTo>
                        <a:pt x="19" y="848"/>
                        <a:pt x="0" y="853"/>
                        <a:pt x="0" y="882"/>
                      </a:cubicBezTo>
                      <a:cubicBezTo>
                        <a:pt x="0" y="948"/>
                        <a:pt x="27" y="1001"/>
                        <a:pt x="47" y="1047"/>
                      </a:cubicBezTo>
                      <a:cubicBezTo>
                        <a:pt x="73" y="1093"/>
                        <a:pt x="86" y="1093"/>
                        <a:pt x="112" y="1139"/>
                      </a:cubicBezTo>
                      <a:cubicBezTo>
                        <a:pt x="132" y="1192"/>
                        <a:pt x="139" y="1218"/>
                        <a:pt x="152" y="1264"/>
                      </a:cubicBezTo>
                      <a:cubicBezTo>
                        <a:pt x="165" y="1310"/>
                        <a:pt x="145" y="1277"/>
                        <a:pt x="191" y="1356"/>
                      </a:cubicBezTo>
                      <a:cubicBezTo>
                        <a:pt x="237" y="1435"/>
                        <a:pt x="316" y="1488"/>
                        <a:pt x="316" y="1488"/>
                      </a:cubicBezTo>
                      <a:cubicBezTo>
                        <a:pt x="316" y="1488"/>
                        <a:pt x="387" y="1479"/>
                        <a:pt x="437" y="1479"/>
                      </a:cubicBezTo>
                      <a:cubicBezTo>
                        <a:pt x="463" y="1479"/>
                        <a:pt x="483" y="1481"/>
                        <a:pt x="487" y="1488"/>
                      </a:cubicBezTo>
                      <a:cubicBezTo>
                        <a:pt x="492" y="1491"/>
                        <a:pt x="498" y="1492"/>
                        <a:pt x="505" y="1492"/>
                      </a:cubicBezTo>
                      <a:cubicBezTo>
                        <a:pt x="526" y="1492"/>
                        <a:pt x="557" y="1484"/>
                        <a:pt x="585" y="1484"/>
                      </a:cubicBezTo>
                      <a:cubicBezTo>
                        <a:pt x="595" y="1484"/>
                        <a:pt x="604" y="1485"/>
                        <a:pt x="613" y="1488"/>
                      </a:cubicBezTo>
                      <a:cubicBezTo>
                        <a:pt x="619" y="1488"/>
                        <a:pt x="652" y="1494"/>
                        <a:pt x="685" y="1501"/>
                      </a:cubicBezTo>
                      <a:cubicBezTo>
                        <a:pt x="698" y="1481"/>
                        <a:pt x="705" y="1461"/>
                        <a:pt x="718" y="1448"/>
                      </a:cubicBezTo>
                      <a:cubicBezTo>
                        <a:pt x="718" y="1435"/>
                        <a:pt x="724" y="1429"/>
                        <a:pt x="731" y="1415"/>
                      </a:cubicBezTo>
                      <a:cubicBezTo>
                        <a:pt x="744" y="1402"/>
                        <a:pt x="751" y="1382"/>
                        <a:pt x="764" y="1363"/>
                      </a:cubicBezTo>
                      <a:cubicBezTo>
                        <a:pt x="784" y="1323"/>
                        <a:pt x="803" y="1284"/>
                        <a:pt x="817" y="1257"/>
                      </a:cubicBezTo>
                      <a:cubicBezTo>
                        <a:pt x="823" y="1251"/>
                        <a:pt x="823" y="1244"/>
                        <a:pt x="823" y="1244"/>
                      </a:cubicBezTo>
                      <a:cubicBezTo>
                        <a:pt x="823" y="1238"/>
                        <a:pt x="830" y="1238"/>
                        <a:pt x="830" y="1238"/>
                      </a:cubicBezTo>
                      <a:cubicBezTo>
                        <a:pt x="830" y="1231"/>
                        <a:pt x="836" y="1225"/>
                        <a:pt x="836" y="1218"/>
                      </a:cubicBezTo>
                      <a:cubicBezTo>
                        <a:pt x="843" y="1205"/>
                        <a:pt x="849" y="1192"/>
                        <a:pt x="856" y="1185"/>
                      </a:cubicBezTo>
                      <a:cubicBezTo>
                        <a:pt x="869" y="1152"/>
                        <a:pt x="915" y="1073"/>
                        <a:pt x="955" y="1020"/>
                      </a:cubicBezTo>
                      <a:cubicBezTo>
                        <a:pt x="974" y="988"/>
                        <a:pt x="994" y="968"/>
                        <a:pt x="1001" y="961"/>
                      </a:cubicBezTo>
                      <a:cubicBezTo>
                        <a:pt x="1014" y="948"/>
                        <a:pt x="1047" y="922"/>
                        <a:pt x="1080" y="895"/>
                      </a:cubicBezTo>
                      <a:cubicBezTo>
                        <a:pt x="1126" y="849"/>
                        <a:pt x="1179" y="803"/>
                        <a:pt x="1205" y="797"/>
                      </a:cubicBezTo>
                      <a:cubicBezTo>
                        <a:pt x="1212" y="793"/>
                        <a:pt x="1218" y="792"/>
                        <a:pt x="1223" y="792"/>
                      </a:cubicBezTo>
                      <a:cubicBezTo>
                        <a:pt x="1236" y="792"/>
                        <a:pt x="1246" y="798"/>
                        <a:pt x="1260" y="798"/>
                      </a:cubicBezTo>
                      <a:cubicBezTo>
                        <a:pt x="1263" y="798"/>
                        <a:pt x="1267" y="798"/>
                        <a:pt x="1271" y="797"/>
                      </a:cubicBezTo>
                      <a:lnTo>
                        <a:pt x="1290" y="797"/>
                      </a:lnTo>
                      <a:cubicBezTo>
                        <a:pt x="1297" y="790"/>
                        <a:pt x="1304" y="790"/>
                        <a:pt x="1310" y="784"/>
                      </a:cubicBezTo>
                      <a:cubicBezTo>
                        <a:pt x="1310" y="777"/>
                        <a:pt x="1317" y="777"/>
                        <a:pt x="1323" y="770"/>
                      </a:cubicBezTo>
                      <a:cubicBezTo>
                        <a:pt x="1330" y="764"/>
                        <a:pt x="1336" y="757"/>
                        <a:pt x="1343" y="751"/>
                      </a:cubicBezTo>
                      <a:cubicBezTo>
                        <a:pt x="1304" y="711"/>
                        <a:pt x="1264" y="672"/>
                        <a:pt x="1257" y="652"/>
                      </a:cubicBezTo>
                      <a:cubicBezTo>
                        <a:pt x="1238" y="626"/>
                        <a:pt x="1159" y="553"/>
                        <a:pt x="1146" y="533"/>
                      </a:cubicBezTo>
                      <a:cubicBezTo>
                        <a:pt x="1132" y="507"/>
                        <a:pt x="981" y="422"/>
                        <a:pt x="948" y="395"/>
                      </a:cubicBezTo>
                      <a:cubicBezTo>
                        <a:pt x="915" y="376"/>
                        <a:pt x="744" y="303"/>
                        <a:pt x="678" y="244"/>
                      </a:cubicBezTo>
                      <a:cubicBezTo>
                        <a:pt x="665" y="224"/>
                        <a:pt x="639" y="211"/>
                        <a:pt x="613" y="198"/>
                      </a:cubicBezTo>
                      <a:cubicBezTo>
                        <a:pt x="599" y="191"/>
                        <a:pt x="593" y="185"/>
                        <a:pt x="580" y="178"/>
                      </a:cubicBezTo>
                      <a:cubicBezTo>
                        <a:pt x="560" y="171"/>
                        <a:pt x="540" y="165"/>
                        <a:pt x="520" y="152"/>
                      </a:cubicBezTo>
                      <a:cubicBezTo>
                        <a:pt x="494" y="145"/>
                        <a:pt x="468" y="132"/>
                        <a:pt x="441" y="119"/>
                      </a:cubicBezTo>
                      <a:cubicBezTo>
                        <a:pt x="428" y="112"/>
                        <a:pt x="415" y="106"/>
                        <a:pt x="402" y="99"/>
                      </a:cubicBezTo>
                      <a:cubicBezTo>
                        <a:pt x="402" y="93"/>
                        <a:pt x="402" y="93"/>
                        <a:pt x="395" y="93"/>
                      </a:cubicBezTo>
                      <a:cubicBezTo>
                        <a:pt x="382" y="86"/>
                        <a:pt x="369" y="79"/>
                        <a:pt x="362" y="66"/>
                      </a:cubicBezTo>
                      <a:cubicBezTo>
                        <a:pt x="303" y="27"/>
                        <a:pt x="204" y="7"/>
                        <a:pt x="132" y="0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" name="Google Shape;1584;p19">
                  <a:extLst>
                    <a:ext uri="{FF2B5EF4-FFF2-40B4-BE49-F238E27FC236}">
                      <a16:creationId xmlns:a16="http://schemas.microsoft.com/office/drawing/2014/main" id="{DE78C32E-9A8E-0AD8-56E0-297F4BD03929}"/>
                    </a:ext>
                  </a:extLst>
                </p:cNvPr>
                <p:cNvSpPr/>
                <p:nvPr/>
              </p:nvSpPr>
              <p:spPr>
                <a:xfrm>
                  <a:off x="8052531" y="3157637"/>
                  <a:ext cx="176047" cy="2694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2469" extrusionOk="0">
                      <a:moveTo>
                        <a:pt x="915" y="0"/>
                      </a:moveTo>
                      <a:cubicBezTo>
                        <a:pt x="915" y="0"/>
                        <a:pt x="817" y="99"/>
                        <a:pt x="810" y="125"/>
                      </a:cubicBezTo>
                      <a:cubicBezTo>
                        <a:pt x="805" y="147"/>
                        <a:pt x="822" y="160"/>
                        <a:pt x="794" y="160"/>
                      </a:cubicBezTo>
                      <a:cubicBezTo>
                        <a:pt x="788" y="160"/>
                        <a:pt x="781" y="159"/>
                        <a:pt x="770" y="158"/>
                      </a:cubicBezTo>
                      <a:cubicBezTo>
                        <a:pt x="744" y="155"/>
                        <a:pt x="729" y="152"/>
                        <a:pt x="715" y="152"/>
                      </a:cubicBezTo>
                      <a:cubicBezTo>
                        <a:pt x="701" y="152"/>
                        <a:pt x="688" y="155"/>
                        <a:pt x="665" y="165"/>
                      </a:cubicBezTo>
                      <a:cubicBezTo>
                        <a:pt x="613" y="178"/>
                        <a:pt x="507" y="198"/>
                        <a:pt x="507" y="250"/>
                      </a:cubicBezTo>
                      <a:cubicBezTo>
                        <a:pt x="507" y="309"/>
                        <a:pt x="507" y="395"/>
                        <a:pt x="540" y="415"/>
                      </a:cubicBezTo>
                      <a:cubicBezTo>
                        <a:pt x="580" y="435"/>
                        <a:pt x="606" y="474"/>
                        <a:pt x="613" y="514"/>
                      </a:cubicBezTo>
                      <a:cubicBezTo>
                        <a:pt x="619" y="560"/>
                        <a:pt x="665" y="579"/>
                        <a:pt x="619" y="639"/>
                      </a:cubicBezTo>
                      <a:cubicBezTo>
                        <a:pt x="573" y="691"/>
                        <a:pt x="408" y="671"/>
                        <a:pt x="461" y="704"/>
                      </a:cubicBezTo>
                      <a:cubicBezTo>
                        <a:pt x="514" y="737"/>
                        <a:pt x="652" y="810"/>
                        <a:pt x="659" y="856"/>
                      </a:cubicBezTo>
                      <a:cubicBezTo>
                        <a:pt x="665" y="908"/>
                        <a:pt x="738" y="941"/>
                        <a:pt x="665" y="1060"/>
                      </a:cubicBezTo>
                      <a:cubicBezTo>
                        <a:pt x="593" y="1172"/>
                        <a:pt x="527" y="1277"/>
                        <a:pt x="501" y="1323"/>
                      </a:cubicBezTo>
                      <a:cubicBezTo>
                        <a:pt x="468" y="1376"/>
                        <a:pt x="474" y="1494"/>
                        <a:pt x="448" y="1514"/>
                      </a:cubicBezTo>
                      <a:cubicBezTo>
                        <a:pt x="428" y="1534"/>
                        <a:pt x="349" y="1599"/>
                        <a:pt x="310" y="1645"/>
                      </a:cubicBezTo>
                      <a:cubicBezTo>
                        <a:pt x="264" y="1698"/>
                        <a:pt x="237" y="1672"/>
                        <a:pt x="165" y="1705"/>
                      </a:cubicBezTo>
                      <a:cubicBezTo>
                        <a:pt x="93" y="1731"/>
                        <a:pt x="0" y="1744"/>
                        <a:pt x="0" y="1790"/>
                      </a:cubicBezTo>
                      <a:cubicBezTo>
                        <a:pt x="0" y="1830"/>
                        <a:pt x="27" y="1968"/>
                        <a:pt x="40" y="2001"/>
                      </a:cubicBezTo>
                      <a:cubicBezTo>
                        <a:pt x="40" y="2007"/>
                        <a:pt x="40" y="2007"/>
                        <a:pt x="40" y="2007"/>
                      </a:cubicBezTo>
                      <a:cubicBezTo>
                        <a:pt x="53" y="2047"/>
                        <a:pt x="33" y="2113"/>
                        <a:pt x="53" y="2146"/>
                      </a:cubicBezTo>
                      <a:cubicBezTo>
                        <a:pt x="73" y="2172"/>
                        <a:pt x="106" y="2211"/>
                        <a:pt x="106" y="2284"/>
                      </a:cubicBezTo>
                      <a:cubicBezTo>
                        <a:pt x="106" y="2356"/>
                        <a:pt x="99" y="2363"/>
                        <a:pt x="158" y="2389"/>
                      </a:cubicBezTo>
                      <a:cubicBezTo>
                        <a:pt x="198" y="2409"/>
                        <a:pt x="336" y="2416"/>
                        <a:pt x="395" y="2422"/>
                      </a:cubicBezTo>
                      <a:lnTo>
                        <a:pt x="422" y="2422"/>
                      </a:lnTo>
                      <a:lnTo>
                        <a:pt x="586" y="2468"/>
                      </a:lnTo>
                      <a:lnTo>
                        <a:pt x="659" y="2468"/>
                      </a:lnTo>
                      <a:cubicBezTo>
                        <a:pt x="705" y="2350"/>
                        <a:pt x="803" y="2264"/>
                        <a:pt x="803" y="2264"/>
                      </a:cubicBezTo>
                      <a:cubicBezTo>
                        <a:pt x="803" y="2264"/>
                        <a:pt x="810" y="2238"/>
                        <a:pt x="823" y="2198"/>
                      </a:cubicBezTo>
                      <a:cubicBezTo>
                        <a:pt x="830" y="2172"/>
                        <a:pt x="836" y="2146"/>
                        <a:pt x="856" y="2119"/>
                      </a:cubicBezTo>
                      <a:cubicBezTo>
                        <a:pt x="889" y="2067"/>
                        <a:pt x="948" y="2060"/>
                        <a:pt x="1001" y="1975"/>
                      </a:cubicBezTo>
                      <a:cubicBezTo>
                        <a:pt x="1053" y="1896"/>
                        <a:pt x="1126" y="1718"/>
                        <a:pt x="1179" y="1632"/>
                      </a:cubicBezTo>
                      <a:cubicBezTo>
                        <a:pt x="1231" y="1547"/>
                        <a:pt x="1277" y="1435"/>
                        <a:pt x="1317" y="1395"/>
                      </a:cubicBezTo>
                      <a:cubicBezTo>
                        <a:pt x="1356" y="1349"/>
                        <a:pt x="1547" y="1257"/>
                        <a:pt x="1560" y="1224"/>
                      </a:cubicBezTo>
                      <a:cubicBezTo>
                        <a:pt x="1567" y="1198"/>
                        <a:pt x="1593" y="1007"/>
                        <a:pt x="1593" y="1007"/>
                      </a:cubicBezTo>
                      <a:cubicBezTo>
                        <a:pt x="1593" y="1007"/>
                        <a:pt x="1600" y="691"/>
                        <a:pt x="1593" y="625"/>
                      </a:cubicBezTo>
                      <a:cubicBezTo>
                        <a:pt x="1587" y="553"/>
                        <a:pt x="1560" y="441"/>
                        <a:pt x="1593" y="362"/>
                      </a:cubicBezTo>
                      <a:cubicBezTo>
                        <a:pt x="1600" y="349"/>
                        <a:pt x="1606" y="336"/>
                        <a:pt x="1613" y="323"/>
                      </a:cubicBezTo>
                      <a:lnTo>
                        <a:pt x="1573" y="303"/>
                      </a:lnTo>
                      <a:cubicBezTo>
                        <a:pt x="1573" y="303"/>
                        <a:pt x="1376" y="191"/>
                        <a:pt x="1350" y="152"/>
                      </a:cubicBezTo>
                      <a:cubicBezTo>
                        <a:pt x="1330" y="125"/>
                        <a:pt x="1225" y="79"/>
                        <a:pt x="1192" y="53"/>
                      </a:cubicBezTo>
                      <a:cubicBezTo>
                        <a:pt x="1179" y="46"/>
                        <a:pt x="1179" y="40"/>
                        <a:pt x="1172" y="33"/>
                      </a:cubicBez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750F32"/>
                    </a:solidFill>
                  </a:endParaRPr>
                </a:p>
              </p:txBody>
            </p:sp>
            <p:sp>
              <p:nvSpPr>
                <p:cNvPr id="277" name="Google Shape;1585;p19">
                  <a:extLst>
                    <a:ext uri="{FF2B5EF4-FFF2-40B4-BE49-F238E27FC236}">
                      <a16:creationId xmlns:a16="http://schemas.microsoft.com/office/drawing/2014/main" id="{4D11F32A-D44E-91E0-011D-8952A99002E4}"/>
                    </a:ext>
                  </a:extLst>
                </p:cNvPr>
                <p:cNvSpPr/>
                <p:nvPr/>
              </p:nvSpPr>
              <p:spPr>
                <a:xfrm>
                  <a:off x="7357188" y="2116747"/>
                  <a:ext cx="395205" cy="6803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1" h="6234" extrusionOk="0">
                      <a:moveTo>
                        <a:pt x="1758" y="1"/>
                      </a:moveTo>
                      <a:cubicBezTo>
                        <a:pt x="1699" y="67"/>
                        <a:pt x="1639" y="106"/>
                        <a:pt x="1613" y="139"/>
                      </a:cubicBezTo>
                      <a:cubicBezTo>
                        <a:pt x="1574" y="172"/>
                        <a:pt x="1422" y="231"/>
                        <a:pt x="1462" y="244"/>
                      </a:cubicBezTo>
                      <a:cubicBezTo>
                        <a:pt x="1508" y="257"/>
                        <a:pt x="1653" y="271"/>
                        <a:pt x="1679" y="277"/>
                      </a:cubicBezTo>
                      <a:cubicBezTo>
                        <a:pt x="1705" y="284"/>
                        <a:pt x="1797" y="383"/>
                        <a:pt x="1811" y="389"/>
                      </a:cubicBezTo>
                      <a:cubicBezTo>
                        <a:pt x="1830" y="402"/>
                        <a:pt x="1890" y="501"/>
                        <a:pt x="1876" y="540"/>
                      </a:cubicBezTo>
                      <a:cubicBezTo>
                        <a:pt x="1870" y="573"/>
                        <a:pt x="1811" y="633"/>
                        <a:pt x="1791" y="652"/>
                      </a:cubicBezTo>
                      <a:cubicBezTo>
                        <a:pt x="1764" y="679"/>
                        <a:pt x="1764" y="718"/>
                        <a:pt x="1764" y="764"/>
                      </a:cubicBezTo>
                      <a:cubicBezTo>
                        <a:pt x="1764" y="804"/>
                        <a:pt x="1778" y="837"/>
                        <a:pt x="1705" y="922"/>
                      </a:cubicBezTo>
                      <a:cubicBezTo>
                        <a:pt x="1639" y="1008"/>
                        <a:pt x="1501" y="1192"/>
                        <a:pt x="1455" y="1218"/>
                      </a:cubicBezTo>
                      <a:cubicBezTo>
                        <a:pt x="1416" y="1251"/>
                        <a:pt x="1310" y="1238"/>
                        <a:pt x="1271" y="1284"/>
                      </a:cubicBezTo>
                      <a:cubicBezTo>
                        <a:pt x="1225" y="1324"/>
                        <a:pt x="1152" y="1357"/>
                        <a:pt x="1133" y="1416"/>
                      </a:cubicBezTo>
                      <a:cubicBezTo>
                        <a:pt x="1106" y="1475"/>
                        <a:pt x="1073" y="1416"/>
                        <a:pt x="1060" y="1541"/>
                      </a:cubicBezTo>
                      <a:cubicBezTo>
                        <a:pt x="1047" y="1659"/>
                        <a:pt x="975" y="1751"/>
                        <a:pt x="968" y="1784"/>
                      </a:cubicBezTo>
                      <a:cubicBezTo>
                        <a:pt x="962" y="1811"/>
                        <a:pt x="988" y="1890"/>
                        <a:pt x="1008" y="1929"/>
                      </a:cubicBezTo>
                      <a:cubicBezTo>
                        <a:pt x="1027" y="1975"/>
                        <a:pt x="1139" y="2061"/>
                        <a:pt x="1152" y="2127"/>
                      </a:cubicBezTo>
                      <a:cubicBezTo>
                        <a:pt x="1166" y="2192"/>
                        <a:pt x="1120" y="2462"/>
                        <a:pt x="1054" y="2548"/>
                      </a:cubicBezTo>
                      <a:cubicBezTo>
                        <a:pt x="988" y="2633"/>
                        <a:pt x="915" y="2673"/>
                        <a:pt x="876" y="2732"/>
                      </a:cubicBezTo>
                      <a:cubicBezTo>
                        <a:pt x="843" y="2798"/>
                        <a:pt x="830" y="2857"/>
                        <a:pt x="777" y="2890"/>
                      </a:cubicBezTo>
                      <a:cubicBezTo>
                        <a:pt x="718" y="2916"/>
                        <a:pt x="652" y="2903"/>
                        <a:pt x="606" y="3022"/>
                      </a:cubicBezTo>
                      <a:cubicBezTo>
                        <a:pt x="554" y="3147"/>
                        <a:pt x="468" y="3298"/>
                        <a:pt x="455" y="3324"/>
                      </a:cubicBezTo>
                      <a:cubicBezTo>
                        <a:pt x="448" y="3351"/>
                        <a:pt x="382" y="3509"/>
                        <a:pt x="356" y="3568"/>
                      </a:cubicBezTo>
                      <a:cubicBezTo>
                        <a:pt x="356" y="3568"/>
                        <a:pt x="356" y="3568"/>
                        <a:pt x="356" y="3574"/>
                      </a:cubicBezTo>
                      <a:cubicBezTo>
                        <a:pt x="349" y="3574"/>
                        <a:pt x="349" y="3581"/>
                        <a:pt x="349" y="3581"/>
                      </a:cubicBezTo>
                      <a:cubicBezTo>
                        <a:pt x="349" y="3581"/>
                        <a:pt x="349" y="3588"/>
                        <a:pt x="349" y="3588"/>
                      </a:cubicBezTo>
                      <a:cubicBezTo>
                        <a:pt x="303" y="3706"/>
                        <a:pt x="185" y="4009"/>
                        <a:pt x="145" y="4160"/>
                      </a:cubicBezTo>
                      <a:cubicBezTo>
                        <a:pt x="99" y="4338"/>
                        <a:pt x="119" y="4456"/>
                        <a:pt x="93" y="4555"/>
                      </a:cubicBezTo>
                      <a:cubicBezTo>
                        <a:pt x="66" y="4654"/>
                        <a:pt x="1" y="4746"/>
                        <a:pt x="1" y="4779"/>
                      </a:cubicBezTo>
                      <a:cubicBezTo>
                        <a:pt x="1" y="4812"/>
                        <a:pt x="66" y="4904"/>
                        <a:pt x="66" y="4983"/>
                      </a:cubicBezTo>
                      <a:cubicBezTo>
                        <a:pt x="66" y="5009"/>
                        <a:pt x="73" y="5114"/>
                        <a:pt x="73" y="5226"/>
                      </a:cubicBezTo>
                      <a:cubicBezTo>
                        <a:pt x="80" y="5397"/>
                        <a:pt x="93" y="5595"/>
                        <a:pt x="93" y="5595"/>
                      </a:cubicBezTo>
                      <a:cubicBezTo>
                        <a:pt x="93" y="5595"/>
                        <a:pt x="73" y="5740"/>
                        <a:pt x="113" y="5746"/>
                      </a:cubicBezTo>
                      <a:cubicBezTo>
                        <a:pt x="145" y="5753"/>
                        <a:pt x="211" y="5786"/>
                        <a:pt x="211" y="5786"/>
                      </a:cubicBezTo>
                      <a:cubicBezTo>
                        <a:pt x="211" y="5786"/>
                        <a:pt x="251" y="5634"/>
                        <a:pt x="290" y="5562"/>
                      </a:cubicBezTo>
                      <a:cubicBezTo>
                        <a:pt x="332" y="5496"/>
                        <a:pt x="380" y="5408"/>
                        <a:pt x="393" y="5408"/>
                      </a:cubicBezTo>
                      <a:cubicBezTo>
                        <a:pt x="394" y="5408"/>
                        <a:pt x="395" y="5409"/>
                        <a:pt x="396" y="5411"/>
                      </a:cubicBezTo>
                      <a:cubicBezTo>
                        <a:pt x="402" y="5437"/>
                        <a:pt x="376" y="5529"/>
                        <a:pt x="369" y="5595"/>
                      </a:cubicBezTo>
                      <a:cubicBezTo>
                        <a:pt x="356" y="5661"/>
                        <a:pt x="290" y="5766"/>
                        <a:pt x="369" y="5812"/>
                      </a:cubicBezTo>
                      <a:cubicBezTo>
                        <a:pt x="442" y="5852"/>
                        <a:pt x="501" y="5871"/>
                        <a:pt x="527" y="5871"/>
                      </a:cubicBezTo>
                      <a:cubicBezTo>
                        <a:pt x="540" y="5871"/>
                        <a:pt x="589" y="5851"/>
                        <a:pt x="635" y="5851"/>
                      </a:cubicBezTo>
                      <a:cubicBezTo>
                        <a:pt x="658" y="5851"/>
                        <a:pt x="681" y="5856"/>
                        <a:pt x="698" y="5871"/>
                      </a:cubicBezTo>
                      <a:cubicBezTo>
                        <a:pt x="744" y="5917"/>
                        <a:pt x="856" y="6036"/>
                        <a:pt x="856" y="6036"/>
                      </a:cubicBezTo>
                      <a:lnTo>
                        <a:pt x="1001" y="6102"/>
                      </a:lnTo>
                      <a:cubicBezTo>
                        <a:pt x="1001" y="6102"/>
                        <a:pt x="1006" y="6103"/>
                        <a:pt x="1013" y="6103"/>
                      </a:cubicBezTo>
                      <a:cubicBezTo>
                        <a:pt x="1028" y="6103"/>
                        <a:pt x="1052" y="6097"/>
                        <a:pt x="1060" y="6062"/>
                      </a:cubicBezTo>
                      <a:cubicBezTo>
                        <a:pt x="1073" y="6003"/>
                        <a:pt x="1060" y="5911"/>
                        <a:pt x="1133" y="5865"/>
                      </a:cubicBezTo>
                      <a:cubicBezTo>
                        <a:pt x="1184" y="5837"/>
                        <a:pt x="1186" y="5789"/>
                        <a:pt x="1203" y="5789"/>
                      </a:cubicBezTo>
                      <a:cubicBezTo>
                        <a:pt x="1211" y="5789"/>
                        <a:pt x="1221" y="5797"/>
                        <a:pt x="1238" y="5819"/>
                      </a:cubicBezTo>
                      <a:cubicBezTo>
                        <a:pt x="1284" y="5875"/>
                        <a:pt x="1290" y="5915"/>
                        <a:pt x="1315" y="5915"/>
                      </a:cubicBezTo>
                      <a:cubicBezTo>
                        <a:pt x="1323" y="5915"/>
                        <a:pt x="1331" y="5912"/>
                        <a:pt x="1343" y="5904"/>
                      </a:cubicBezTo>
                      <a:cubicBezTo>
                        <a:pt x="1391" y="5869"/>
                        <a:pt x="1395" y="5817"/>
                        <a:pt x="1425" y="5817"/>
                      </a:cubicBezTo>
                      <a:cubicBezTo>
                        <a:pt x="1428" y="5817"/>
                        <a:pt x="1432" y="5817"/>
                        <a:pt x="1435" y="5819"/>
                      </a:cubicBezTo>
                      <a:cubicBezTo>
                        <a:pt x="1468" y="5832"/>
                        <a:pt x="1541" y="5898"/>
                        <a:pt x="1541" y="5931"/>
                      </a:cubicBezTo>
                      <a:cubicBezTo>
                        <a:pt x="1541" y="5970"/>
                        <a:pt x="1462" y="5990"/>
                        <a:pt x="1541" y="6056"/>
                      </a:cubicBezTo>
                      <a:cubicBezTo>
                        <a:pt x="1587" y="6098"/>
                        <a:pt x="1642" y="6110"/>
                        <a:pt x="1682" y="6110"/>
                      </a:cubicBezTo>
                      <a:cubicBezTo>
                        <a:pt x="1704" y="6110"/>
                        <a:pt x="1722" y="6106"/>
                        <a:pt x="1732" y="6102"/>
                      </a:cubicBezTo>
                      <a:cubicBezTo>
                        <a:pt x="1758" y="6095"/>
                        <a:pt x="1791" y="6075"/>
                        <a:pt x="1824" y="6075"/>
                      </a:cubicBezTo>
                      <a:cubicBezTo>
                        <a:pt x="1863" y="6075"/>
                        <a:pt x="2159" y="6181"/>
                        <a:pt x="2159" y="6181"/>
                      </a:cubicBezTo>
                      <a:cubicBezTo>
                        <a:pt x="2159" y="6181"/>
                        <a:pt x="2208" y="6234"/>
                        <a:pt x="2239" y="6234"/>
                      </a:cubicBezTo>
                      <a:cubicBezTo>
                        <a:pt x="2247" y="6234"/>
                        <a:pt x="2254" y="6230"/>
                        <a:pt x="2258" y="6220"/>
                      </a:cubicBezTo>
                      <a:cubicBezTo>
                        <a:pt x="2278" y="6174"/>
                        <a:pt x="2232" y="6154"/>
                        <a:pt x="2258" y="6128"/>
                      </a:cubicBezTo>
                      <a:cubicBezTo>
                        <a:pt x="2284" y="6095"/>
                        <a:pt x="2212" y="5996"/>
                        <a:pt x="2265" y="5996"/>
                      </a:cubicBezTo>
                      <a:cubicBezTo>
                        <a:pt x="2311" y="5996"/>
                        <a:pt x="2357" y="5996"/>
                        <a:pt x="2390" y="6023"/>
                      </a:cubicBezTo>
                      <a:cubicBezTo>
                        <a:pt x="2429" y="6056"/>
                        <a:pt x="2449" y="6075"/>
                        <a:pt x="2502" y="6075"/>
                      </a:cubicBezTo>
                      <a:cubicBezTo>
                        <a:pt x="2521" y="6075"/>
                        <a:pt x="2547" y="6077"/>
                        <a:pt x="2575" y="6077"/>
                      </a:cubicBezTo>
                      <a:cubicBezTo>
                        <a:pt x="2624" y="6077"/>
                        <a:pt x="2679" y="6072"/>
                        <a:pt x="2712" y="6042"/>
                      </a:cubicBezTo>
                      <a:cubicBezTo>
                        <a:pt x="2758" y="5990"/>
                        <a:pt x="2870" y="5904"/>
                        <a:pt x="2923" y="5891"/>
                      </a:cubicBezTo>
                      <a:cubicBezTo>
                        <a:pt x="2975" y="5878"/>
                        <a:pt x="3048" y="5871"/>
                        <a:pt x="3101" y="5871"/>
                      </a:cubicBezTo>
                      <a:cubicBezTo>
                        <a:pt x="3153" y="5871"/>
                        <a:pt x="3291" y="5898"/>
                        <a:pt x="3291" y="5898"/>
                      </a:cubicBezTo>
                      <a:cubicBezTo>
                        <a:pt x="3311" y="5871"/>
                        <a:pt x="3311" y="5865"/>
                        <a:pt x="3331" y="5852"/>
                      </a:cubicBezTo>
                      <a:cubicBezTo>
                        <a:pt x="3344" y="5832"/>
                        <a:pt x="3324" y="5779"/>
                        <a:pt x="3305" y="5773"/>
                      </a:cubicBezTo>
                      <a:cubicBezTo>
                        <a:pt x="3285" y="5766"/>
                        <a:pt x="3252" y="5740"/>
                        <a:pt x="3252" y="5707"/>
                      </a:cubicBezTo>
                      <a:cubicBezTo>
                        <a:pt x="3252" y="5674"/>
                        <a:pt x="3265" y="5615"/>
                        <a:pt x="3305" y="5575"/>
                      </a:cubicBezTo>
                      <a:cubicBezTo>
                        <a:pt x="3344" y="5529"/>
                        <a:pt x="3311" y="5509"/>
                        <a:pt x="3305" y="5490"/>
                      </a:cubicBezTo>
                      <a:cubicBezTo>
                        <a:pt x="3291" y="5470"/>
                        <a:pt x="3245" y="5463"/>
                        <a:pt x="3232" y="5450"/>
                      </a:cubicBezTo>
                      <a:cubicBezTo>
                        <a:pt x="3212" y="5437"/>
                        <a:pt x="3147" y="5220"/>
                        <a:pt x="3153" y="5200"/>
                      </a:cubicBezTo>
                      <a:cubicBezTo>
                        <a:pt x="3153" y="5193"/>
                        <a:pt x="3160" y="5187"/>
                        <a:pt x="3173" y="5187"/>
                      </a:cubicBezTo>
                      <a:cubicBezTo>
                        <a:pt x="3179" y="5187"/>
                        <a:pt x="3179" y="5180"/>
                        <a:pt x="3186" y="5180"/>
                      </a:cubicBezTo>
                      <a:lnTo>
                        <a:pt x="3199" y="5180"/>
                      </a:lnTo>
                      <a:cubicBezTo>
                        <a:pt x="3206" y="5180"/>
                        <a:pt x="3219" y="5174"/>
                        <a:pt x="3232" y="5174"/>
                      </a:cubicBezTo>
                      <a:cubicBezTo>
                        <a:pt x="3239" y="5174"/>
                        <a:pt x="3239" y="5174"/>
                        <a:pt x="3245" y="5167"/>
                      </a:cubicBezTo>
                      <a:cubicBezTo>
                        <a:pt x="3252" y="5167"/>
                        <a:pt x="3258" y="5161"/>
                        <a:pt x="3272" y="5161"/>
                      </a:cubicBezTo>
                      <a:cubicBezTo>
                        <a:pt x="3278" y="5154"/>
                        <a:pt x="3291" y="5147"/>
                        <a:pt x="3298" y="5134"/>
                      </a:cubicBezTo>
                      <a:cubicBezTo>
                        <a:pt x="3298" y="5128"/>
                        <a:pt x="3305" y="5128"/>
                        <a:pt x="3305" y="5121"/>
                      </a:cubicBezTo>
                      <a:cubicBezTo>
                        <a:pt x="3337" y="5055"/>
                        <a:pt x="3147" y="5016"/>
                        <a:pt x="3147" y="5016"/>
                      </a:cubicBezTo>
                      <a:cubicBezTo>
                        <a:pt x="3147" y="5016"/>
                        <a:pt x="3140" y="4950"/>
                        <a:pt x="3153" y="4937"/>
                      </a:cubicBezTo>
                      <a:cubicBezTo>
                        <a:pt x="3166" y="4924"/>
                        <a:pt x="3285" y="4924"/>
                        <a:pt x="3331" y="4910"/>
                      </a:cubicBezTo>
                      <a:cubicBezTo>
                        <a:pt x="3377" y="4897"/>
                        <a:pt x="3305" y="4825"/>
                        <a:pt x="3291" y="4799"/>
                      </a:cubicBezTo>
                      <a:cubicBezTo>
                        <a:pt x="3272" y="4779"/>
                        <a:pt x="3153" y="4779"/>
                        <a:pt x="3120" y="4759"/>
                      </a:cubicBezTo>
                      <a:cubicBezTo>
                        <a:pt x="3087" y="4739"/>
                        <a:pt x="2995" y="4687"/>
                        <a:pt x="2975" y="4647"/>
                      </a:cubicBezTo>
                      <a:cubicBezTo>
                        <a:pt x="2956" y="4608"/>
                        <a:pt x="3120" y="4384"/>
                        <a:pt x="3160" y="4331"/>
                      </a:cubicBezTo>
                      <a:cubicBezTo>
                        <a:pt x="3199" y="4279"/>
                        <a:pt x="3357" y="4154"/>
                        <a:pt x="3416" y="4088"/>
                      </a:cubicBezTo>
                      <a:cubicBezTo>
                        <a:pt x="3476" y="4022"/>
                        <a:pt x="3561" y="3950"/>
                        <a:pt x="3594" y="3904"/>
                      </a:cubicBezTo>
                      <a:cubicBezTo>
                        <a:pt x="3620" y="3864"/>
                        <a:pt x="3594" y="3838"/>
                        <a:pt x="3588" y="3838"/>
                      </a:cubicBezTo>
                      <a:lnTo>
                        <a:pt x="3581" y="3825"/>
                      </a:lnTo>
                      <a:cubicBezTo>
                        <a:pt x="3574" y="3838"/>
                        <a:pt x="3568" y="3838"/>
                        <a:pt x="3568" y="3838"/>
                      </a:cubicBezTo>
                      <a:lnTo>
                        <a:pt x="3449" y="3838"/>
                      </a:lnTo>
                      <a:cubicBezTo>
                        <a:pt x="3449" y="3838"/>
                        <a:pt x="3239" y="3818"/>
                        <a:pt x="3226" y="3818"/>
                      </a:cubicBezTo>
                      <a:cubicBezTo>
                        <a:pt x="3212" y="3818"/>
                        <a:pt x="3166" y="3778"/>
                        <a:pt x="3140" y="3739"/>
                      </a:cubicBezTo>
                      <a:cubicBezTo>
                        <a:pt x="3114" y="3700"/>
                        <a:pt x="3114" y="3634"/>
                        <a:pt x="3101" y="3594"/>
                      </a:cubicBezTo>
                      <a:cubicBezTo>
                        <a:pt x="3087" y="3548"/>
                        <a:pt x="3061" y="3535"/>
                        <a:pt x="3048" y="3535"/>
                      </a:cubicBezTo>
                      <a:cubicBezTo>
                        <a:pt x="3041" y="3528"/>
                        <a:pt x="2969" y="3482"/>
                        <a:pt x="2969" y="3449"/>
                      </a:cubicBezTo>
                      <a:cubicBezTo>
                        <a:pt x="2969" y="3417"/>
                        <a:pt x="3048" y="3357"/>
                        <a:pt x="3048" y="3351"/>
                      </a:cubicBezTo>
                      <a:cubicBezTo>
                        <a:pt x="3054" y="3338"/>
                        <a:pt x="3041" y="3318"/>
                        <a:pt x="3022" y="3245"/>
                      </a:cubicBezTo>
                      <a:cubicBezTo>
                        <a:pt x="3008" y="3206"/>
                        <a:pt x="2995" y="3198"/>
                        <a:pt x="2982" y="3198"/>
                      </a:cubicBezTo>
                      <a:cubicBezTo>
                        <a:pt x="2973" y="3198"/>
                        <a:pt x="2963" y="3202"/>
                        <a:pt x="2954" y="3202"/>
                      </a:cubicBezTo>
                      <a:cubicBezTo>
                        <a:pt x="2950" y="3202"/>
                        <a:pt x="2946" y="3201"/>
                        <a:pt x="2943" y="3199"/>
                      </a:cubicBezTo>
                      <a:cubicBezTo>
                        <a:pt x="2923" y="3186"/>
                        <a:pt x="2844" y="3166"/>
                        <a:pt x="2818" y="3140"/>
                      </a:cubicBezTo>
                      <a:cubicBezTo>
                        <a:pt x="2791" y="3114"/>
                        <a:pt x="2804" y="3068"/>
                        <a:pt x="2785" y="3015"/>
                      </a:cubicBezTo>
                      <a:cubicBezTo>
                        <a:pt x="2771" y="2962"/>
                        <a:pt x="2745" y="2989"/>
                        <a:pt x="2719" y="2962"/>
                      </a:cubicBezTo>
                      <a:cubicBezTo>
                        <a:pt x="2699" y="2943"/>
                        <a:pt x="2692" y="2897"/>
                        <a:pt x="2692" y="2897"/>
                      </a:cubicBezTo>
                      <a:cubicBezTo>
                        <a:pt x="2732" y="2837"/>
                        <a:pt x="2752" y="2785"/>
                        <a:pt x="2791" y="2719"/>
                      </a:cubicBezTo>
                      <a:cubicBezTo>
                        <a:pt x="2824" y="2653"/>
                        <a:pt x="2811" y="2614"/>
                        <a:pt x="2837" y="2548"/>
                      </a:cubicBezTo>
                      <a:cubicBezTo>
                        <a:pt x="2864" y="2482"/>
                        <a:pt x="2890" y="2515"/>
                        <a:pt x="2929" y="2489"/>
                      </a:cubicBezTo>
                      <a:cubicBezTo>
                        <a:pt x="2945" y="2482"/>
                        <a:pt x="2959" y="2480"/>
                        <a:pt x="2973" y="2480"/>
                      </a:cubicBezTo>
                      <a:cubicBezTo>
                        <a:pt x="3000" y="2480"/>
                        <a:pt x="3022" y="2489"/>
                        <a:pt x="3035" y="2489"/>
                      </a:cubicBezTo>
                      <a:cubicBezTo>
                        <a:pt x="3054" y="2489"/>
                        <a:pt x="3087" y="2390"/>
                        <a:pt x="3081" y="2317"/>
                      </a:cubicBezTo>
                      <a:cubicBezTo>
                        <a:pt x="3074" y="2238"/>
                        <a:pt x="3054" y="2146"/>
                        <a:pt x="3028" y="2100"/>
                      </a:cubicBezTo>
                      <a:cubicBezTo>
                        <a:pt x="3014" y="2079"/>
                        <a:pt x="2984" y="2071"/>
                        <a:pt x="2947" y="2071"/>
                      </a:cubicBezTo>
                      <a:cubicBezTo>
                        <a:pt x="2913" y="2071"/>
                        <a:pt x="2875" y="2078"/>
                        <a:pt x="2837" y="2087"/>
                      </a:cubicBezTo>
                      <a:cubicBezTo>
                        <a:pt x="2758" y="2107"/>
                        <a:pt x="2686" y="2186"/>
                        <a:pt x="2666" y="2206"/>
                      </a:cubicBezTo>
                      <a:cubicBezTo>
                        <a:pt x="2665" y="2207"/>
                        <a:pt x="2664" y="2207"/>
                        <a:pt x="2662" y="2207"/>
                      </a:cubicBezTo>
                      <a:cubicBezTo>
                        <a:pt x="2637" y="2207"/>
                        <a:pt x="2553" y="2052"/>
                        <a:pt x="2535" y="2015"/>
                      </a:cubicBezTo>
                      <a:cubicBezTo>
                        <a:pt x="2515" y="1982"/>
                        <a:pt x="2416" y="1896"/>
                        <a:pt x="2383" y="1830"/>
                      </a:cubicBezTo>
                      <a:cubicBezTo>
                        <a:pt x="2357" y="1771"/>
                        <a:pt x="2357" y="1732"/>
                        <a:pt x="2357" y="1679"/>
                      </a:cubicBezTo>
                      <a:cubicBezTo>
                        <a:pt x="2357" y="1655"/>
                        <a:pt x="2355" y="1647"/>
                        <a:pt x="2349" y="1647"/>
                      </a:cubicBezTo>
                      <a:cubicBezTo>
                        <a:pt x="2340" y="1647"/>
                        <a:pt x="2322" y="1665"/>
                        <a:pt x="2291" y="1672"/>
                      </a:cubicBezTo>
                      <a:cubicBezTo>
                        <a:pt x="2284" y="1675"/>
                        <a:pt x="2277" y="1675"/>
                        <a:pt x="2270" y="1675"/>
                      </a:cubicBezTo>
                      <a:cubicBezTo>
                        <a:pt x="2233" y="1675"/>
                        <a:pt x="2199" y="1649"/>
                        <a:pt x="2166" y="1626"/>
                      </a:cubicBezTo>
                      <a:cubicBezTo>
                        <a:pt x="2133" y="1593"/>
                        <a:pt x="2271" y="1541"/>
                        <a:pt x="2324" y="1495"/>
                      </a:cubicBezTo>
                      <a:cubicBezTo>
                        <a:pt x="2383" y="1455"/>
                        <a:pt x="2416" y="1139"/>
                        <a:pt x="2416" y="1139"/>
                      </a:cubicBezTo>
                      <a:cubicBezTo>
                        <a:pt x="2416" y="1139"/>
                        <a:pt x="2423" y="988"/>
                        <a:pt x="2416" y="929"/>
                      </a:cubicBezTo>
                      <a:cubicBezTo>
                        <a:pt x="2409" y="870"/>
                        <a:pt x="2423" y="652"/>
                        <a:pt x="2416" y="567"/>
                      </a:cubicBezTo>
                      <a:cubicBezTo>
                        <a:pt x="2409" y="488"/>
                        <a:pt x="2344" y="376"/>
                        <a:pt x="2311" y="323"/>
                      </a:cubicBezTo>
                      <a:cubicBezTo>
                        <a:pt x="2284" y="277"/>
                        <a:pt x="2166" y="198"/>
                        <a:pt x="2107" y="139"/>
                      </a:cubicBezTo>
                      <a:cubicBezTo>
                        <a:pt x="2087" y="117"/>
                        <a:pt x="2071" y="110"/>
                        <a:pt x="2056" y="110"/>
                      </a:cubicBezTo>
                      <a:cubicBezTo>
                        <a:pt x="2027" y="110"/>
                        <a:pt x="2004" y="139"/>
                        <a:pt x="1969" y="139"/>
                      </a:cubicBezTo>
                      <a:cubicBezTo>
                        <a:pt x="1953" y="137"/>
                        <a:pt x="1931" y="136"/>
                        <a:pt x="1909" y="136"/>
                      </a:cubicBezTo>
                      <a:cubicBezTo>
                        <a:pt x="1864" y="136"/>
                        <a:pt x="1817" y="139"/>
                        <a:pt x="1817" y="139"/>
                      </a:cubicBezTo>
                      <a:lnTo>
                        <a:pt x="1758" y="1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1586;p19">
                  <a:extLst>
                    <a:ext uri="{FF2B5EF4-FFF2-40B4-BE49-F238E27FC236}">
                      <a16:creationId xmlns:a16="http://schemas.microsoft.com/office/drawing/2014/main" id="{D6B3C209-4EBC-2E6B-8E21-D583A11C2558}"/>
                    </a:ext>
                  </a:extLst>
                </p:cNvPr>
                <p:cNvSpPr/>
                <p:nvPr/>
              </p:nvSpPr>
              <p:spPr>
                <a:xfrm>
                  <a:off x="6783320" y="3101320"/>
                  <a:ext cx="560338" cy="5470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4" h="5012" extrusionOk="0">
                      <a:moveTo>
                        <a:pt x="1342" y="1"/>
                      </a:moveTo>
                      <a:cubicBezTo>
                        <a:pt x="1306" y="1"/>
                        <a:pt x="1277" y="5"/>
                        <a:pt x="1257" y="29"/>
                      </a:cubicBezTo>
                      <a:cubicBezTo>
                        <a:pt x="1231" y="75"/>
                        <a:pt x="1224" y="82"/>
                        <a:pt x="1165" y="82"/>
                      </a:cubicBezTo>
                      <a:cubicBezTo>
                        <a:pt x="1124" y="82"/>
                        <a:pt x="1055" y="46"/>
                        <a:pt x="995" y="46"/>
                      </a:cubicBezTo>
                      <a:cubicBezTo>
                        <a:pt x="958" y="46"/>
                        <a:pt x="924" y="59"/>
                        <a:pt x="902" y="102"/>
                      </a:cubicBezTo>
                      <a:cubicBezTo>
                        <a:pt x="836" y="220"/>
                        <a:pt x="665" y="358"/>
                        <a:pt x="599" y="391"/>
                      </a:cubicBezTo>
                      <a:cubicBezTo>
                        <a:pt x="540" y="424"/>
                        <a:pt x="500" y="417"/>
                        <a:pt x="408" y="424"/>
                      </a:cubicBezTo>
                      <a:lnTo>
                        <a:pt x="342" y="424"/>
                      </a:lnTo>
                      <a:cubicBezTo>
                        <a:pt x="342" y="464"/>
                        <a:pt x="349" y="523"/>
                        <a:pt x="369" y="556"/>
                      </a:cubicBezTo>
                      <a:cubicBezTo>
                        <a:pt x="408" y="615"/>
                        <a:pt x="474" y="661"/>
                        <a:pt x="481" y="700"/>
                      </a:cubicBezTo>
                      <a:cubicBezTo>
                        <a:pt x="481" y="740"/>
                        <a:pt x="428" y="766"/>
                        <a:pt x="408" y="786"/>
                      </a:cubicBezTo>
                      <a:cubicBezTo>
                        <a:pt x="388" y="806"/>
                        <a:pt x="362" y="799"/>
                        <a:pt x="349" y="898"/>
                      </a:cubicBezTo>
                      <a:cubicBezTo>
                        <a:pt x="329" y="990"/>
                        <a:pt x="303" y="1102"/>
                        <a:pt x="303" y="1122"/>
                      </a:cubicBezTo>
                      <a:cubicBezTo>
                        <a:pt x="296" y="1141"/>
                        <a:pt x="309" y="1128"/>
                        <a:pt x="323" y="1201"/>
                      </a:cubicBezTo>
                      <a:cubicBezTo>
                        <a:pt x="342" y="1273"/>
                        <a:pt x="356" y="1372"/>
                        <a:pt x="323" y="1378"/>
                      </a:cubicBezTo>
                      <a:cubicBezTo>
                        <a:pt x="321" y="1379"/>
                        <a:pt x="320" y="1379"/>
                        <a:pt x="318" y="1379"/>
                      </a:cubicBezTo>
                      <a:cubicBezTo>
                        <a:pt x="301" y="1379"/>
                        <a:pt x="279" y="1356"/>
                        <a:pt x="258" y="1356"/>
                      </a:cubicBezTo>
                      <a:cubicBezTo>
                        <a:pt x="248" y="1356"/>
                        <a:pt x="239" y="1362"/>
                        <a:pt x="231" y="1378"/>
                      </a:cubicBezTo>
                      <a:cubicBezTo>
                        <a:pt x="198" y="1431"/>
                        <a:pt x="66" y="1721"/>
                        <a:pt x="53" y="1753"/>
                      </a:cubicBezTo>
                      <a:cubicBezTo>
                        <a:pt x="33" y="1786"/>
                        <a:pt x="0" y="1832"/>
                        <a:pt x="40" y="1872"/>
                      </a:cubicBezTo>
                      <a:cubicBezTo>
                        <a:pt x="73" y="1905"/>
                        <a:pt x="132" y="1911"/>
                        <a:pt x="178" y="1957"/>
                      </a:cubicBezTo>
                      <a:cubicBezTo>
                        <a:pt x="217" y="2004"/>
                        <a:pt x="184" y="2050"/>
                        <a:pt x="184" y="2050"/>
                      </a:cubicBezTo>
                      <a:cubicBezTo>
                        <a:pt x="184" y="2050"/>
                        <a:pt x="20" y="2076"/>
                        <a:pt x="13" y="2096"/>
                      </a:cubicBezTo>
                      <a:cubicBezTo>
                        <a:pt x="7" y="2115"/>
                        <a:pt x="0" y="2300"/>
                        <a:pt x="59" y="2379"/>
                      </a:cubicBezTo>
                      <a:cubicBezTo>
                        <a:pt x="112" y="2451"/>
                        <a:pt x="152" y="2510"/>
                        <a:pt x="184" y="2570"/>
                      </a:cubicBezTo>
                      <a:cubicBezTo>
                        <a:pt x="211" y="2629"/>
                        <a:pt x="244" y="2734"/>
                        <a:pt x="224" y="2853"/>
                      </a:cubicBezTo>
                      <a:cubicBezTo>
                        <a:pt x="204" y="2978"/>
                        <a:pt x="152" y="3149"/>
                        <a:pt x="152" y="3149"/>
                      </a:cubicBezTo>
                      <a:cubicBezTo>
                        <a:pt x="152" y="3149"/>
                        <a:pt x="105" y="3188"/>
                        <a:pt x="125" y="3234"/>
                      </a:cubicBezTo>
                      <a:cubicBezTo>
                        <a:pt x="152" y="3280"/>
                        <a:pt x="178" y="3267"/>
                        <a:pt x="178" y="3320"/>
                      </a:cubicBezTo>
                      <a:cubicBezTo>
                        <a:pt x="178" y="3372"/>
                        <a:pt x="171" y="3478"/>
                        <a:pt x="132" y="3491"/>
                      </a:cubicBezTo>
                      <a:cubicBezTo>
                        <a:pt x="92" y="3504"/>
                        <a:pt x="86" y="3570"/>
                        <a:pt x="138" y="3570"/>
                      </a:cubicBezTo>
                      <a:cubicBezTo>
                        <a:pt x="158" y="3572"/>
                        <a:pt x="175" y="3573"/>
                        <a:pt x="191" y="3573"/>
                      </a:cubicBezTo>
                      <a:cubicBezTo>
                        <a:pt x="222" y="3573"/>
                        <a:pt x="250" y="3570"/>
                        <a:pt x="290" y="3570"/>
                      </a:cubicBezTo>
                      <a:cubicBezTo>
                        <a:pt x="293" y="3570"/>
                        <a:pt x="296" y="3570"/>
                        <a:pt x="299" y="3570"/>
                      </a:cubicBezTo>
                      <a:cubicBezTo>
                        <a:pt x="332" y="3570"/>
                        <a:pt x="342" y="3548"/>
                        <a:pt x="359" y="3548"/>
                      </a:cubicBezTo>
                      <a:cubicBezTo>
                        <a:pt x="368" y="3548"/>
                        <a:pt x="379" y="3553"/>
                        <a:pt x="395" y="3570"/>
                      </a:cubicBezTo>
                      <a:cubicBezTo>
                        <a:pt x="448" y="3629"/>
                        <a:pt x="514" y="3675"/>
                        <a:pt x="592" y="3675"/>
                      </a:cubicBezTo>
                      <a:cubicBezTo>
                        <a:pt x="641" y="3675"/>
                        <a:pt x="794" y="3687"/>
                        <a:pt x="919" y="3687"/>
                      </a:cubicBezTo>
                      <a:cubicBezTo>
                        <a:pt x="981" y="3687"/>
                        <a:pt x="1036" y="3684"/>
                        <a:pt x="1066" y="3675"/>
                      </a:cubicBezTo>
                      <a:cubicBezTo>
                        <a:pt x="1152" y="3655"/>
                        <a:pt x="1165" y="3563"/>
                        <a:pt x="1198" y="3563"/>
                      </a:cubicBezTo>
                      <a:cubicBezTo>
                        <a:pt x="1237" y="3563"/>
                        <a:pt x="1277" y="3590"/>
                        <a:pt x="1310" y="3629"/>
                      </a:cubicBezTo>
                      <a:cubicBezTo>
                        <a:pt x="1343" y="3675"/>
                        <a:pt x="1441" y="3708"/>
                        <a:pt x="1481" y="3708"/>
                      </a:cubicBezTo>
                      <a:cubicBezTo>
                        <a:pt x="1512" y="3708"/>
                        <a:pt x="1519" y="3691"/>
                        <a:pt x="1540" y="3691"/>
                      </a:cubicBezTo>
                      <a:cubicBezTo>
                        <a:pt x="1550" y="3691"/>
                        <a:pt x="1564" y="3695"/>
                        <a:pt x="1586" y="3708"/>
                      </a:cubicBezTo>
                      <a:cubicBezTo>
                        <a:pt x="1652" y="3741"/>
                        <a:pt x="1744" y="3794"/>
                        <a:pt x="1751" y="3840"/>
                      </a:cubicBezTo>
                      <a:cubicBezTo>
                        <a:pt x="1764" y="3892"/>
                        <a:pt x="1777" y="3958"/>
                        <a:pt x="1784" y="3978"/>
                      </a:cubicBezTo>
                      <a:cubicBezTo>
                        <a:pt x="1790" y="4004"/>
                        <a:pt x="1836" y="4004"/>
                        <a:pt x="1823" y="4077"/>
                      </a:cubicBezTo>
                      <a:cubicBezTo>
                        <a:pt x="1817" y="4149"/>
                        <a:pt x="1784" y="4182"/>
                        <a:pt x="1790" y="4254"/>
                      </a:cubicBezTo>
                      <a:cubicBezTo>
                        <a:pt x="1790" y="4320"/>
                        <a:pt x="1836" y="4347"/>
                        <a:pt x="1856" y="4399"/>
                      </a:cubicBezTo>
                      <a:cubicBezTo>
                        <a:pt x="1876" y="4452"/>
                        <a:pt x="1869" y="4498"/>
                        <a:pt x="1869" y="4531"/>
                      </a:cubicBezTo>
                      <a:cubicBezTo>
                        <a:pt x="1869" y="4564"/>
                        <a:pt x="1836" y="4616"/>
                        <a:pt x="1863" y="4682"/>
                      </a:cubicBezTo>
                      <a:cubicBezTo>
                        <a:pt x="1896" y="4741"/>
                        <a:pt x="1929" y="4787"/>
                        <a:pt x="1929" y="4834"/>
                      </a:cubicBezTo>
                      <a:cubicBezTo>
                        <a:pt x="1929" y="4880"/>
                        <a:pt x="1909" y="4919"/>
                        <a:pt x="2021" y="4939"/>
                      </a:cubicBezTo>
                      <a:cubicBezTo>
                        <a:pt x="2105" y="4954"/>
                        <a:pt x="2207" y="4972"/>
                        <a:pt x="2264" y="4972"/>
                      </a:cubicBezTo>
                      <a:cubicBezTo>
                        <a:pt x="2283" y="4972"/>
                        <a:pt x="2297" y="4970"/>
                        <a:pt x="2304" y="4965"/>
                      </a:cubicBezTo>
                      <a:cubicBezTo>
                        <a:pt x="2330" y="4945"/>
                        <a:pt x="2422" y="4899"/>
                        <a:pt x="2442" y="4886"/>
                      </a:cubicBezTo>
                      <a:cubicBezTo>
                        <a:pt x="2457" y="4882"/>
                        <a:pt x="2514" y="4879"/>
                        <a:pt x="2561" y="4879"/>
                      </a:cubicBezTo>
                      <a:cubicBezTo>
                        <a:pt x="2595" y="4879"/>
                        <a:pt x="2623" y="4881"/>
                        <a:pt x="2626" y="4886"/>
                      </a:cubicBezTo>
                      <a:cubicBezTo>
                        <a:pt x="2626" y="4893"/>
                        <a:pt x="2685" y="4985"/>
                        <a:pt x="2699" y="5011"/>
                      </a:cubicBezTo>
                      <a:cubicBezTo>
                        <a:pt x="2699" y="5011"/>
                        <a:pt x="2771" y="5005"/>
                        <a:pt x="2843" y="4965"/>
                      </a:cubicBezTo>
                      <a:cubicBezTo>
                        <a:pt x="2916" y="4926"/>
                        <a:pt x="2896" y="4906"/>
                        <a:pt x="2916" y="4840"/>
                      </a:cubicBezTo>
                      <a:cubicBezTo>
                        <a:pt x="2935" y="4781"/>
                        <a:pt x="2929" y="4735"/>
                        <a:pt x="2949" y="4656"/>
                      </a:cubicBezTo>
                      <a:cubicBezTo>
                        <a:pt x="2968" y="4577"/>
                        <a:pt x="3028" y="4590"/>
                        <a:pt x="3080" y="4551"/>
                      </a:cubicBezTo>
                      <a:cubicBezTo>
                        <a:pt x="3139" y="4511"/>
                        <a:pt x="3113" y="4478"/>
                        <a:pt x="3113" y="4452"/>
                      </a:cubicBezTo>
                      <a:cubicBezTo>
                        <a:pt x="3113" y="4425"/>
                        <a:pt x="3146" y="4294"/>
                        <a:pt x="3186" y="4254"/>
                      </a:cubicBezTo>
                      <a:cubicBezTo>
                        <a:pt x="3225" y="4208"/>
                        <a:pt x="3390" y="4083"/>
                        <a:pt x="3462" y="4037"/>
                      </a:cubicBezTo>
                      <a:cubicBezTo>
                        <a:pt x="3462" y="4037"/>
                        <a:pt x="3475" y="4031"/>
                        <a:pt x="3482" y="4024"/>
                      </a:cubicBezTo>
                      <a:cubicBezTo>
                        <a:pt x="3488" y="4017"/>
                        <a:pt x="3488" y="4017"/>
                        <a:pt x="3495" y="4011"/>
                      </a:cubicBezTo>
                      <a:cubicBezTo>
                        <a:pt x="3501" y="4004"/>
                        <a:pt x="3508" y="4004"/>
                        <a:pt x="3515" y="3998"/>
                      </a:cubicBezTo>
                      <a:cubicBezTo>
                        <a:pt x="3528" y="3991"/>
                        <a:pt x="3534" y="3978"/>
                        <a:pt x="3548" y="3971"/>
                      </a:cubicBezTo>
                      <a:cubicBezTo>
                        <a:pt x="3554" y="3971"/>
                        <a:pt x="3554" y="3965"/>
                        <a:pt x="3561" y="3958"/>
                      </a:cubicBezTo>
                      <a:cubicBezTo>
                        <a:pt x="3567" y="3952"/>
                        <a:pt x="3574" y="3952"/>
                        <a:pt x="3580" y="3945"/>
                      </a:cubicBezTo>
                      <a:cubicBezTo>
                        <a:pt x="3653" y="3879"/>
                        <a:pt x="3745" y="3807"/>
                        <a:pt x="3824" y="3741"/>
                      </a:cubicBezTo>
                      <a:cubicBezTo>
                        <a:pt x="3831" y="3734"/>
                        <a:pt x="3837" y="3728"/>
                        <a:pt x="3844" y="3721"/>
                      </a:cubicBezTo>
                      <a:cubicBezTo>
                        <a:pt x="3857" y="3708"/>
                        <a:pt x="3870" y="3695"/>
                        <a:pt x="3883" y="3688"/>
                      </a:cubicBezTo>
                      <a:cubicBezTo>
                        <a:pt x="3890" y="3682"/>
                        <a:pt x="3896" y="3675"/>
                        <a:pt x="3903" y="3669"/>
                      </a:cubicBezTo>
                      <a:cubicBezTo>
                        <a:pt x="3923" y="3649"/>
                        <a:pt x="3942" y="3636"/>
                        <a:pt x="3949" y="3623"/>
                      </a:cubicBezTo>
                      <a:lnTo>
                        <a:pt x="3956" y="3623"/>
                      </a:lnTo>
                      <a:cubicBezTo>
                        <a:pt x="3982" y="3590"/>
                        <a:pt x="4094" y="3537"/>
                        <a:pt x="4179" y="3471"/>
                      </a:cubicBezTo>
                      <a:cubicBezTo>
                        <a:pt x="4265" y="3405"/>
                        <a:pt x="4291" y="3405"/>
                        <a:pt x="4278" y="3372"/>
                      </a:cubicBezTo>
                      <a:cubicBezTo>
                        <a:pt x="4265" y="3333"/>
                        <a:pt x="4278" y="3267"/>
                        <a:pt x="4311" y="3241"/>
                      </a:cubicBezTo>
                      <a:cubicBezTo>
                        <a:pt x="4337" y="3221"/>
                        <a:pt x="4423" y="3188"/>
                        <a:pt x="4423" y="3188"/>
                      </a:cubicBezTo>
                      <a:cubicBezTo>
                        <a:pt x="4423" y="3188"/>
                        <a:pt x="4416" y="3063"/>
                        <a:pt x="4397" y="3030"/>
                      </a:cubicBezTo>
                      <a:cubicBezTo>
                        <a:pt x="4383" y="2997"/>
                        <a:pt x="4416" y="2964"/>
                        <a:pt x="4515" y="2833"/>
                      </a:cubicBezTo>
                      <a:cubicBezTo>
                        <a:pt x="4553" y="2785"/>
                        <a:pt x="4577" y="2772"/>
                        <a:pt x="4595" y="2772"/>
                      </a:cubicBezTo>
                      <a:cubicBezTo>
                        <a:pt x="4619" y="2772"/>
                        <a:pt x="4633" y="2793"/>
                        <a:pt x="4653" y="2793"/>
                      </a:cubicBezTo>
                      <a:cubicBezTo>
                        <a:pt x="4659" y="2793"/>
                        <a:pt x="4666" y="2791"/>
                        <a:pt x="4673" y="2787"/>
                      </a:cubicBezTo>
                      <a:cubicBezTo>
                        <a:pt x="4726" y="2754"/>
                        <a:pt x="4673" y="2701"/>
                        <a:pt x="4673" y="2635"/>
                      </a:cubicBezTo>
                      <a:cubicBezTo>
                        <a:pt x="4673" y="2570"/>
                        <a:pt x="4653" y="2438"/>
                        <a:pt x="4719" y="2359"/>
                      </a:cubicBezTo>
                      <a:cubicBezTo>
                        <a:pt x="4778" y="2280"/>
                        <a:pt x="4956" y="2273"/>
                        <a:pt x="4976" y="2273"/>
                      </a:cubicBezTo>
                      <a:cubicBezTo>
                        <a:pt x="4989" y="2273"/>
                        <a:pt x="5061" y="2122"/>
                        <a:pt x="5061" y="2122"/>
                      </a:cubicBezTo>
                      <a:cubicBezTo>
                        <a:pt x="5061" y="2122"/>
                        <a:pt x="5041" y="2017"/>
                        <a:pt x="5041" y="1997"/>
                      </a:cubicBezTo>
                      <a:cubicBezTo>
                        <a:pt x="5041" y="1971"/>
                        <a:pt x="5022" y="1865"/>
                        <a:pt x="5022" y="1826"/>
                      </a:cubicBezTo>
                      <a:cubicBezTo>
                        <a:pt x="5022" y="1786"/>
                        <a:pt x="5068" y="1767"/>
                        <a:pt x="5134" y="1714"/>
                      </a:cubicBezTo>
                      <a:cubicBezTo>
                        <a:pt x="5081" y="1655"/>
                        <a:pt x="5055" y="1576"/>
                        <a:pt x="4982" y="1536"/>
                      </a:cubicBezTo>
                      <a:cubicBezTo>
                        <a:pt x="4910" y="1497"/>
                        <a:pt x="4897" y="1477"/>
                        <a:pt x="4877" y="1444"/>
                      </a:cubicBezTo>
                      <a:cubicBezTo>
                        <a:pt x="4857" y="1418"/>
                        <a:pt x="4732" y="1365"/>
                        <a:pt x="4686" y="1359"/>
                      </a:cubicBezTo>
                      <a:cubicBezTo>
                        <a:pt x="4647" y="1352"/>
                        <a:pt x="4443" y="1332"/>
                        <a:pt x="4357" y="1266"/>
                      </a:cubicBezTo>
                      <a:cubicBezTo>
                        <a:pt x="4271" y="1201"/>
                        <a:pt x="4179" y="1155"/>
                        <a:pt x="4140" y="1089"/>
                      </a:cubicBezTo>
                      <a:cubicBezTo>
                        <a:pt x="4094" y="1030"/>
                        <a:pt x="4081" y="1049"/>
                        <a:pt x="3956" y="1036"/>
                      </a:cubicBezTo>
                      <a:cubicBezTo>
                        <a:pt x="3931" y="1033"/>
                        <a:pt x="3915" y="1032"/>
                        <a:pt x="3905" y="1032"/>
                      </a:cubicBezTo>
                      <a:cubicBezTo>
                        <a:pt x="3865" y="1032"/>
                        <a:pt x="3905" y="1051"/>
                        <a:pt x="3837" y="1082"/>
                      </a:cubicBezTo>
                      <a:cubicBezTo>
                        <a:pt x="3820" y="1089"/>
                        <a:pt x="3806" y="1093"/>
                        <a:pt x="3795" y="1093"/>
                      </a:cubicBezTo>
                      <a:cubicBezTo>
                        <a:pt x="3756" y="1093"/>
                        <a:pt x="3748" y="1055"/>
                        <a:pt x="3712" y="1030"/>
                      </a:cubicBezTo>
                      <a:cubicBezTo>
                        <a:pt x="3666" y="1003"/>
                        <a:pt x="3725" y="957"/>
                        <a:pt x="3752" y="937"/>
                      </a:cubicBezTo>
                      <a:cubicBezTo>
                        <a:pt x="3771" y="918"/>
                        <a:pt x="3804" y="799"/>
                        <a:pt x="3804" y="799"/>
                      </a:cubicBezTo>
                      <a:cubicBezTo>
                        <a:pt x="3804" y="799"/>
                        <a:pt x="3633" y="786"/>
                        <a:pt x="3567" y="733"/>
                      </a:cubicBezTo>
                      <a:cubicBezTo>
                        <a:pt x="3501" y="674"/>
                        <a:pt x="3567" y="621"/>
                        <a:pt x="3567" y="621"/>
                      </a:cubicBezTo>
                      <a:cubicBezTo>
                        <a:pt x="3501" y="621"/>
                        <a:pt x="3350" y="556"/>
                        <a:pt x="3324" y="556"/>
                      </a:cubicBezTo>
                      <a:cubicBezTo>
                        <a:pt x="3291" y="556"/>
                        <a:pt x="3166" y="569"/>
                        <a:pt x="3146" y="569"/>
                      </a:cubicBezTo>
                      <a:cubicBezTo>
                        <a:pt x="3126" y="569"/>
                        <a:pt x="3041" y="470"/>
                        <a:pt x="3041" y="450"/>
                      </a:cubicBezTo>
                      <a:cubicBezTo>
                        <a:pt x="3041" y="431"/>
                        <a:pt x="3061" y="385"/>
                        <a:pt x="3100" y="338"/>
                      </a:cubicBezTo>
                      <a:cubicBezTo>
                        <a:pt x="3146" y="286"/>
                        <a:pt x="3186" y="259"/>
                        <a:pt x="3186" y="207"/>
                      </a:cubicBezTo>
                      <a:cubicBezTo>
                        <a:pt x="3186" y="161"/>
                        <a:pt x="3146" y="3"/>
                        <a:pt x="3126" y="3"/>
                      </a:cubicBezTo>
                      <a:cubicBezTo>
                        <a:pt x="3107" y="3"/>
                        <a:pt x="2929" y="174"/>
                        <a:pt x="2929" y="174"/>
                      </a:cubicBezTo>
                      <a:cubicBezTo>
                        <a:pt x="2929" y="174"/>
                        <a:pt x="2903" y="174"/>
                        <a:pt x="2870" y="227"/>
                      </a:cubicBezTo>
                      <a:cubicBezTo>
                        <a:pt x="2837" y="279"/>
                        <a:pt x="2758" y="319"/>
                        <a:pt x="2758" y="319"/>
                      </a:cubicBezTo>
                      <a:cubicBezTo>
                        <a:pt x="2758" y="319"/>
                        <a:pt x="2705" y="292"/>
                        <a:pt x="2659" y="253"/>
                      </a:cubicBezTo>
                      <a:cubicBezTo>
                        <a:pt x="2612" y="223"/>
                        <a:pt x="2607" y="124"/>
                        <a:pt x="2529" y="124"/>
                      </a:cubicBezTo>
                      <a:cubicBezTo>
                        <a:pt x="2521" y="124"/>
                        <a:pt x="2511" y="125"/>
                        <a:pt x="2501" y="128"/>
                      </a:cubicBezTo>
                      <a:cubicBezTo>
                        <a:pt x="2402" y="154"/>
                        <a:pt x="2310" y="187"/>
                        <a:pt x="2290" y="213"/>
                      </a:cubicBezTo>
                      <a:cubicBezTo>
                        <a:pt x="2272" y="237"/>
                        <a:pt x="2282" y="267"/>
                        <a:pt x="2199" y="267"/>
                      </a:cubicBezTo>
                      <a:cubicBezTo>
                        <a:pt x="2191" y="267"/>
                        <a:pt x="2182" y="267"/>
                        <a:pt x="2172" y="266"/>
                      </a:cubicBezTo>
                      <a:cubicBezTo>
                        <a:pt x="2054" y="259"/>
                        <a:pt x="1843" y="115"/>
                        <a:pt x="1823" y="108"/>
                      </a:cubicBezTo>
                      <a:cubicBezTo>
                        <a:pt x="1797" y="102"/>
                        <a:pt x="1488" y="3"/>
                        <a:pt x="1422" y="3"/>
                      </a:cubicBezTo>
                      <a:cubicBezTo>
                        <a:pt x="1393" y="3"/>
                        <a:pt x="1366" y="1"/>
                        <a:pt x="1342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1587;p19">
                  <a:extLst>
                    <a:ext uri="{FF2B5EF4-FFF2-40B4-BE49-F238E27FC236}">
                      <a16:creationId xmlns:a16="http://schemas.microsoft.com/office/drawing/2014/main" id="{78235B0E-45C9-8B58-15F4-BA380B8EAF65}"/>
                    </a:ext>
                  </a:extLst>
                </p:cNvPr>
                <p:cNvSpPr/>
                <p:nvPr/>
              </p:nvSpPr>
              <p:spPr>
                <a:xfrm>
                  <a:off x="6507409" y="2299997"/>
                  <a:ext cx="890166" cy="869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56" h="7964" extrusionOk="0">
                      <a:moveTo>
                        <a:pt x="2449" y="0"/>
                      </a:moveTo>
                      <a:cubicBezTo>
                        <a:pt x="2337" y="0"/>
                        <a:pt x="2462" y="92"/>
                        <a:pt x="2449" y="158"/>
                      </a:cubicBezTo>
                      <a:cubicBezTo>
                        <a:pt x="2436" y="217"/>
                        <a:pt x="2337" y="303"/>
                        <a:pt x="2337" y="323"/>
                      </a:cubicBezTo>
                      <a:cubicBezTo>
                        <a:pt x="2337" y="342"/>
                        <a:pt x="2357" y="500"/>
                        <a:pt x="2390" y="553"/>
                      </a:cubicBezTo>
                      <a:cubicBezTo>
                        <a:pt x="2423" y="606"/>
                        <a:pt x="2364" y="717"/>
                        <a:pt x="2344" y="763"/>
                      </a:cubicBezTo>
                      <a:cubicBezTo>
                        <a:pt x="2331" y="816"/>
                        <a:pt x="2311" y="842"/>
                        <a:pt x="2318" y="928"/>
                      </a:cubicBezTo>
                      <a:cubicBezTo>
                        <a:pt x="2324" y="1014"/>
                        <a:pt x="2318" y="1073"/>
                        <a:pt x="2318" y="1073"/>
                      </a:cubicBezTo>
                      <a:lnTo>
                        <a:pt x="1482" y="1079"/>
                      </a:lnTo>
                      <a:lnTo>
                        <a:pt x="93" y="1099"/>
                      </a:lnTo>
                      <a:cubicBezTo>
                        <a:pt x="100" y="1106"/>
                        <a:pt x="106" y="1119"/>
                        <a:pt x="106" y="1132"/>
                      </a:cubicBezTo>
                      <a:lnTo>
                        <a:pt x="106" y="1349"/>
                      </a:lnTo>
                      <a:lnTo>
                        <a:pt x="1" y="1461"/>
                      </a:lnTo>
                      <a:cubicBezTo>
                        <a:pt x="1" y="1461"/>
                        <a:pt x="27" y="1566"/>
                        <a:pt x="47" y="1586"/>
                      </a:cubicBezTo>
                      <a:cubicBezTo>
                        <a:pt x="67" y="1612"/>
                        <a:pt x="93" y="1724"/>
                        <a:pt x="73" y="1770"/>
                      </a:cubicBezTo>
                      <a:cubicBezTo>
                        <a:pt x="54" y="1823"/>
                        <a:pt x="40" y="1843"/>
                        <a:pt x="40" y="1869"/>
                      </a:cubicBezTo>
                      <a:cubicBezTo>
                        <a:pt x="40" y="1889"/>
                        <a:pt x="67" y="1922"/>
                        <a:pt x="86" y="1948"/>
                      </a:cubicBezTo>
                      <a:cubicBezTo>
                        <a:pt x="106" y="1974"/>
                        <a:pt x="119" y="1994"/>
                        <a:pt x="106" y="2007"/>
                      </a:cubicBezTo>
                      <a:cubicBezTo>
                        <a:pt x="93" y="2040"/>
                        <a:pt x="21" y="2106"/>
                        <a:pt x="47" y="2178"/>
                      </a:cubicBezTo>
                      <a:cubicBezTo>
                        <a:pt x="73" y="2251"/>
                        <a:pt x="106" y="2304"/>
                        <a:pt x="113" y="2369"/>
                      </a:cubicBezTo>
                      <a:cubicBezTo>
                        <a:pt x="113" y="2435"/>
                        <a:pt x="146" y="2468"/>
                        <a:pt x="113" y="2540"/>
                      </a:cubicBezTo>
                      <a:cubicBezTo>
                        <a:pt x="80" y="2613"/>
                        <a:pt x="60" y="2712"/>
                        <a:pt x="100" y="2738"/>
                      </a:cubicBezTo>
                      <a:cubicBezTo>
                        <a:pt x="133" y="2758"/>
                        <a:pt x="198" y="2771"/>
                        <a:pt x="271" y="2771"/>
                      </a:cubicBezTo>
                      <a:lnTo>
                        <a:pt x="903" y="2771"/>
                      </a:lnTo>
                      <a:cubicBezTo>
                        <a:pt x="903" y="2771"/>
                        <a:pt x="810" y="2777"/>
                        <a:pt x="903" y="2830"/>
                      </a:cubicBezTo>
                      <a:cubicBezTo>
                        <a:pt x="995" y="2876"/>
                        <a:pt x="1146" y="2883"/>
                        <a:pt x="1146" y="2883"/>
                      </a:cubicBezTo>
                      <a:cubicBezTo>
                        <a:pt x="1146" y="2883"/>
                        <a:pt x="1166" y="2922"/>
                        <a:pt x="1146" y="2988"/>
                      </a:cubicBezTo>
                      <a:cubicBezTo>
                        <a:pt x="1126" y="3060"/>
                        <a:pt x="1093" y="3106"/>
                        <a:pt x="1080" y="3133"/>
                      </a:cubicBezTo>
                      <a:cubicBezTo>
                        <a:pt x="1067" y="3152"/>
                        <a:pt x="1047" y="3172"/>
                        <a:pt x="1047" y="3231"/>
                      </a:cubicBezTo>
                      <a:cubicBezTo>
                        <a:pt x="1047" y="3284"/>
                        <a:pt x="1041" y="3245"/>
                        <a:pt x="1126" y="3403"/>
                      </a:cubicBezTo>
                      <a:cubicBezTo>
                        <a:pt x="1212" y="3554"/>
                        <a:pt x="1258" y="3600"/>
                        <a:pt x="1258" y="3659"/>
                      </a:cubicBezTo>
                      <a:cubicBezTo>
                        <a:pt x="1258" y="3725"/>
                        <a:pt x="1245" y="3817"/>
                        <a:pt x="1192" y="3896"/>
                      </a:cubicBezTo>
                      <a:cubicBezTo>
                        <a:pt x="1133" y="3975"/>
                        <a:pt x="1139" y="3942"/>
                        <a:pt x="1133" y="4008"/>
                      </a:cubicBezTo>
                      <a:cubicBezTo>
                        <a:pt x="1126" y="4080"/>
                        <a:pt x="1028" y="4245"/>
                        <a:pt x="1008" y="4265"/>
                      </a:cubicBezTo>
                      <a:cubicBezTo>
                        <a:pt x="988" y="4284"/>
                        <a:pt x="935" y="4377"/>
                        <a:pt x="935" y="4410"/>
                      </a:cubicBezTo>
                      <a:cubicBezTo>
                        <a:pt x="935" y="4436"/>
                        <a:pt x="935" y="4528"/>
                        <a:pt x="896" y="4574"/>
                      </a:cubicBezTo>
                      <a:cubicBezTo>
                        <a:pt x="863" y="4614"/>
                        <a:pt x="725" y="4693"/>
                        <a:pt x="731" y="4693"/>
                      </a:cubicBezTo>
                      <a:cubicBezTo>
                        <a:pt x="738" y="4699"/>
                        <a:pt x="745" y="4699"/>
                        <a:pt x="745" y="4706"/>
                      </a:cubicBezTo>
                      <a:cubicBezTo>
                        <a:pt x="771" y="4719"/>
                        <a:pt x="791" y="4732"/>
                        <a:pt x="791" y="4739"/>
                      </a:cubicBezTo>
                      <a:cubicBezTo>
                        <a:pt x="797" y="4752"/>
                        <a:pt x="863" y="4818"/>
                        <a:pt x="876" y="4870"/>
                      </a:cubicBezTo>
                      <a:cubicBezTo>
                        <a:pt x="883" y="4923"/>
                        <a:pt x="896" y="5022"/>
                        <a:pt x="883" y="5068"/>
                      </a:cubicBezTo>
                      <a:cubicBezTo>
                        <a:pt x="876" y="5107"/>
                        <a:pt x="929" y="5291"/>
                        <a:pt x="962" y="5364"/>
                      </a:cubicBezTo>
                      <a:cubicBezTo>
                        <a:pt x="995" y="5443"/>
                        <a:pt x="1008" y="5515"/>
                        <a:pt x="1008" y="5614"/>
                      </a:cubicBezTo>
                      <a:cubicBezTo>
                        <a:pt x="1001" y="5713"/>
                        <a:pt x="982" y="5746"/>
                        <a:pt x="935" y="5746"/>
                      </a:cubicBezTo>
                      <a:cubicBezTo>
                        <a:pt x="925" y="5746"/>
                        <a:pt x="914" y="5745"/>
                        <a:pt x="902" y="5745"/>
                      </a:cubicBezTo>
                      <a:cubicBezTo>
                        <a:pt x="857" y="5745"/>
                        <a:pt x="810" y="5749"/>
                        <a:pt x="810" y="5792"/>
                      </a:cubicBezTo>
                      <a:cubicBezTo>
                        <a:pt x="810" y="5844"/>
                        <a:pt x="995" y="5904"/>
                        <a:pt x="1021" y="5963"/>
                      </a:cubicBezTo>
                      <a:cubicBezTo>
                        <a:pt x="1047" y="6022"/>
                        <a:pt x="1074" y="6134"/>
                        <a:pt x="1074" y="6246"/>
                      </a:cubicBezTo>
                      <a:cubicBezTo>
                        <a:pt x="1074" y="6358"/>
                        <a:pt x="1080" y="6463"/>
                        <a:pt x="1087" y="6509"/>
                      </a:cubicBezTo>
                      <a:cubicBezTo>
                        <a:pt x="1100" y="6555"/>
                        <a:pt x="1311" y="6608"/>
                        <a:pt x="1350" y="6614"/>
                      </a:cubicBezTo>
                      <a:cubicBezTo>
                        <a:pt x="1390" y="6614"/>
                        <a:pt x="2021" y="6654"/>
                        <a:pt x="2087" y="6654"/>
                      </a:cubicBezTo>
                      <a:lnTo>
                        <a:pt x="2304" y="6654"/>
                      </a:lnTo>
                      <a:cubicBezTo>
                        <a:pt x="2304" y="6654"/>
                        <a:pt x="2360" y="6572"/>
                        <a:pt x="2392" y="6572"/>
                      </a:cubicBezTo>
                      <a:cubicBezTo>
                        <a:pt x="2400" y="6572"/>
                        <a:pt x="2406" y="6577"/>
                        <a:pt x="2410" y="6588"/>
                      </a:cubicBezTo>
                      <a:cubicBezTo>
                        <a:pt x="2429" y="6654"/>
                        <a:pt x="2456" y="6680"/>
                        <a:pt x="2416" y="6752"/>
                      </a:cubicBezTo>
                      <a:cubicBezTo>
                        <a:pt x="2383" y="6818"/>
                        <a:pt x="2337" y="6845"/>
                        <a:pt x="2324" y="6878"/>
                      </a:cubicBezTo>
                      <a:cubicBezTo>
                        <a:pt x="2304" y="6910"/>
                        <a:pt x="2324" y="7095"/>
                        <a:pt x="2350" y="7174"/>
                      </a:cubicBezTo>
                      <a:cubicBezTo>
                        <a:pt x="2377" y="7246"/>
                        <a:pt x="2285" y="7253"/>
                        <a:pt x="2449" y="7384"/>
                      </a:cubicBezTo>
                      <a:cubicBezTo>
                        <a:pt x="2535" y="7444"/>
                        <a:pt x="2594" y="7483"/>
                        <a:pt x="2640" y="7503"/>
                      </a:cubicBezTo>
                      <a:cubicBezTo>
                        <a:pt x="2693" y="7523"/>
                        <a:pt x="2719" y="7529"/>
                        <a:pt x="2732" y="7536"/>
                      </a:cubicBezTo>
                      <a:cubicBezTo>
                        <a:pt x="2752" y="7549"/>
                        <a:pt x="2870" y="7687"/>
                        <a:pt x="2870" y="7707"/>
                      </a:cubicBezTo>
                      <a:cubicBezTo>
                        <a:pt x="2870" y="7713"/>
                        <a:pt x="2870" y="7740"/>
                        <a:pt x="2870" y="7766"/>
                      </a:cubicBezTo>
                      <a:lnTo>
                        <a:pt x="2930" y="7766"/>
                      </a:lnTo>
                      <a:cubicBezTo>
                        <a:pt x="3022" y="7759"/>
                        <a:pt x="3068" y="7766"/>
                        <a:pt x="3127" y="7733"/>
                      </a:cubicBezTo>
                      <a:cubicBezTo>
                        <a:pt x="3186" y="7700"/>
                        <a:pt x="3364" y="7562"/>
                        <a:pt x="3423" y="7444"/>
                      </a:cubicBezTo>
                      <a:cubicBezTo>
                        <a:pt x="3448" y="7401"/>
                        <a:pt x="3483" y="7388"/>
                        <a:pt x="3521" y="7388"/>
                      </a:cubicBezTo>
                      <a:cubicBezTo>
                        <a:pt x="3582" y="7388"/>
                        <a:pt x="3650" y="7424"/>
                        <a:pt x="3686" y="7424"/>
                      </a:cubicBezTo>
                      <a:cubicBezTo>
                        <a:pt x="3752" y="7424"/>
                        <a:pt x="3752" y="7417"/>
                        <a:pt x="3785" y="7371"/>
                      </a:cubicBezTo>
                      <a:cubicBezTo>
                        <a:pt x="3805" y="7347"/>
                        <a:pt x="3834" y="7343"/>
                        <a:pt x="3869" y="7343"/>
                      </a:cubicBezTo>
                      <a:cubicBezTo>
                        <a:pt x="3892" y="7343"/>
                        <a:pt x="3917" y="7345"/>
                        <a:pt x="3943" y="7345"/>
                      </a:cubicBezTo>
                      <a:cubicBezTo>
                        <a:pt x="4009" y="7345"/>
                        <a:pt x="4325" y="7444"/>
                        <a:pt x="4345" y="7450"/>
                      </a:cubicBezTo>
                      <a:cubicBezTo>
                        <a:pt x="4371" y="7457"/>
                        <a:pt x="4582" y="7601"/>
                        <a:pt x="4693" y="7608"/>
                      </a:cubicBezTo>
                      <a:cubicBezTo>
                        <a:pt x="4704" y="7609"/>
                        <a:pt x="4713" y="7609"/>
                        <a:pt x="4722" y="7609"/>
                      </a:cubicBezTo>
                      <a:cubicBezTo>
                        <a:pt x="4810" y="7609"/>
                        <a:pt x="4800" y="7579"/>
                        <a:pt x="4818" y="7555"/>
                      </a:cubicBezTo>
                      <a:cubicBezTo>
                        <a:pt x="4832" y="7529"/>
                        <a:pt x="4924" y="7496"/>
                        <a:pt x="5029" y="7470"/>
                      </a:cubicBezTo>
                      <a:cubicBezTo>
                        <a:pt x="5039" y="7467"/>
                        <a:pt x="5049" y="7466"/>
                        <a:pt x="5057" y="7466"/>
                      </a:cubicBezTo>
                      <a:cubicBezTo>
                        <a:pt x="5135" y="7466"/>
                        <a:pt x="5139" y="7565"/>
                        <a:pt x="5180" y="7595"/>
                      </a:cubicBezTo>
                      <a:cubicBezTo>
                        <a:pt x="5233" y="7634"/>
                        <a:pt x="5279" y="7661"/>
                        <a:pt x="5279" y="7661"/>
                      </a:cubicBezTo>
                      <a:cubicBezTo>
                        <a:pt x="5279" y="7661"/>
                        <a:pt x="5365" y="7621"/>
                        <a:pt x="5398" y="7569"/>
                      </a:cubicBezTo>
                      <a:cubicBezTo>
                        <a:pt x="5424" y="7516"/>
                        <a:pt x="5457" y="7516"/>
                        <a:pt x="5457" y="7516"/>
                      </a:cubicBezTo>
                      <a:cubicBezTo>
                        <a:pt x="5457" y="7516"/>
                        <a:pt x="5635" y="7345"/>
                        <a:pt x="5654" y="7345"/>
                      </a:cubicBezTo>
                      <a:cubicBezTo>
                        <a:pt x="5667" y="7345"/>
                        <a:pt x="5714" y="7503"/>
                        <a:pt x="5714" y="7549"/>
                      </a:cubicBezTo>
                      <a:cubicBezTo>
                        <a:pt x="5714" y="7595"/>
                        <a:pt x="5674" y="7628"/>
                        <a:pt x="5628" y="7680"/>
                      </a:cubicBezTo>
                      <a:cubicBezTo>
                        <a:pt x="5589" y="7727"/>
                        <a:pt x="5569" y="7773"/>
                        <a:pt x="5569" y="7792"/>
                      </a:cubicBezTo>
                      <a:cubicBezTo>
                        <a:pt x="5569" y="7812"/>
                        <a:pt x="5654" y="7911"/>
                        <a:pt x="5667" y="7911"/>
                      </a:cubicBezTo>
                      <a:cubicBezTo>
                        <a:pt x="5687" y="7911"/>
                        <a:pt x="5819" y="7898"/>
                        <a:pt x="5845" y="7898"/>
                      </a:cubicBezTo>
                      <a:cubicBezTo>
                        <a:pt x="5878" y="7898"/>
                        <a:pt x="6029" y="7963"/>
                        <a:pt x="6089" y="7963"/>
                      </a:cubicBezTo>
                      <a:cubicBezTo>
                        <a:pt x="6155" y="7963"/>
                        <a:pt x="6115" y="7911"/>
                        <a:pt x="6115" y="7865"/>
                      </a:cubicBezTo>
                      <a:cubicBezTo>
                        <a:pt x="6115" y="7825"/>
                        <a:pt x="6056" y="7746"/>
                        <a:pt x="6049" y="7687"/>
                      </a:cubicBezTo>
                      <a:cubicBezTo>
                        <a:pt x="6043" y="7634"/>
                        <a:pt x="6043" y="7562"/>
                        <a:pt x="6043" y="7483"/>
                      </a:cubicBezTo>
                      <a:cubicBezTo>
                        <a:pt x="6043" y="7483"/>
                        <a:pt x="6043" y="7476"/>
                        <a:pt x="6043" y="7476"/>
                      </a:cubicBezTo>
                      <a:cubicBezTo>
                        <a:pt x="6043" y="7470"/>
                        <a:pt x="6043" y="7470"/>
                        <a:pt x="6043" y="7463"/>
                      </a:cubicBezTo>
                      <a:cubicBezTo>
                        <a:pt x="6043" y="7463"/>
                        <a:pt x="6043" y="7463"/>
                        <a:pt x="6043" y="7457"/>
                      </a:cubicBezTo>
                      <a:cubicBezTo>
                        <a:pt x="6049" y="7457"/>
                        <a:pt x="6049" y="7450"/>
                        <a:pt x="6049" y="7444"/>
                      </a:cubicBezTo>
                      <a:cubicBezTo>
                        <a:pt x="6049" y="7437"/>
                        <a:pt x="6049" y="7437"/>
                        <a:pt x="6056" y="7430"/>
                      </a:cubicBezTo>
                      <a:cubicBezTo>
                        <a:pt x="6056" y="7424"/>
                        <a:pt x="6056" y="7417"/>
                        <a:pt x="6056" y="7411"/>
                      </a:cubicBezTo>
                      <a:cubicBezTo>
                        <a:pt x="6062" y="7397"/>
                        <a:pt x="6062" y="7391"/>
                        <a:pt x="6069" y="7378"/>
                      </a:cubicBezTo>
                      <a:cubicBezTo>
                        <a:pt x="6069" y="7378"/>
                        <a:pt x="6076" y="7371"/>
                        <a:pt x="6076" y="7365"/>
                      </a:cubicBezTo>
                      <a:cubicBezTo>
                        <a:pt x="6082" y="7351"/>
                        <a:pt x="6089" y="7332"/>
                        <a:pt x="6095" y="7318"/>
                      </a:cubicBezTo>
                      <a:cubicBezTo>
                        <a:pt x="6102" y="7305"/>
                        <a:pt x="6102" y="7299"/>
                        <a:pt x="6108" y="7292"/>
                      </a:cubicBezTo>
                      <a:cubicBezTo>
                        <a:pt x="6108" y="7292"/>
                        <a:pt x="6108" y="7286"/>
                        <a:pt x="6108" y="7286"/>
                      </a:cubicBezTo>
                      <a:cubicBezTo>
                        <a:pt x="6115" y="7272"/>
                        <a:pt x="6122" y="7266"/>
                        <a:pt x="6128" y="7253"/>
                      </a:cubicBezTo>
                      <a:cubicBezTo>
                        <a:pt x="6135" y="7240"/>
                        <a:pt x="6141" y="7233"/>
                        <a:pt x="6148" y="7220"/>
                      </a:cubicBezTo>
                      <a:cubicBezTo>
                        <a:pt x="6155" y="7207"/>
                        <a:pt x="6161" y="7200"/>
                        <a:pt x="6168" y="7187"/>
                      </a:cubicBezTo>
                      <a:cubicBezTo>
                        <a:pt x="6168" y="7180"/>
                        <a:pt x="6174" y="7174"/>
                        <a:pt x="6181" y="7174"/>
                      </a:cubicBezTo>
                      <a:cubicBezTo>
                        <a:pt x="6181" y="7167"/>
                        <a:pt x="6187" y="7161"/>
                        <a:pt x="6187" y="7154"/>
                      </a:cubicBezTo>
                      <a:cubicBezTo>
                        <a:pt x="6194" y="7147"/>
                        <a:pt x="6201" y="7134"/>
                        <a:pt x="6214" y="7128"/>
                      </a:cubicBezTo>
                      <a:cubicBezTo>
                        <a:pt x="6220" y="7114"/>
                        <a:pt x="6227" y="7108"/>
                        <a:pt x="6233" y="7095"/>
                      </a:cubicBezTo>
                      <a:cubicBezTo>
                        <a:pt x="6240" y="7088"/>
                        <a:pt x="6247" y="7082"/>
                        <a:pt x="6260" y="7075"/>
                      </a:cubicBezTo>
                      <a:cubicBezTo>
                        <a:pt x="6266" y="7068"/>
                        <a:pt x="6273" y="7062"/>
                        <a:pt x="6280" y="7055"/>
                      </a:cubicBezTo>
                      <a:cubicBezTo>
                        <a:pt x="6405" y="6963"/>
                        <a:pt x="6385" y="6891"/>
                        <a:pt x="6385" y="6825"/>
                      </a:cubicBezTo>
                      <a:cubicBezTo>
                        <a:pt x="6385" y="6759"/>
                        <a:pt x="6352" y="6752"/>
                        <a:pt x="6352" y="6687"/>
                      </a:cubicBezTo>
                      <a:cubicBezTo>
                        <a:pt x="6352" y="6627"/>
                        <a:pt x="6405" y="6634"/>
                        <a:pt x="6503" y="6595"/>
                      </a:cubicBezTo>
                      <a:cubicBezTo>
                        <a:pt x="6595" y="6548"/>
                        <a:pt x="6602" y="6463"/>
                        <a:pt x="6674" y="6423"/>
                      </a:cubicBezTo>
                      <a:cubicBezTo>
                        <a:pt x="6740" y="6377"/>
                        <a:pt x="6852" y="6391"/>
                        <a:pt x="6925" y="6358"/>
                      </a:cubicBezTo>
                      <a:cubicBezTo>
                        <a:pt x="6997" y="6331"/>
                        <a:pt x="7036" y="6252"/>
                        <a:pt x="7096" y="6127"/>
                      </a:cubicBezTo>
                      <a:cubicBezTo>
                        <a:pt x="7161" y="6009"/>
                        <a:pt x="7175" y="5897"/>
                        <a:pt x="7240" y="5792"/>
                      </a:cubicBezTo>
                      <a:cubicBezTo>
                        <a:pt x="7306" y="5686"/>
                        <a:pt x="7543" y="5647"/>
                        <a:pt x="7563" y="5581"/>
                      </a:cubicBezTo>
                      <a:cubicBezTo>
                        <a:pt x="7583" y="5515"/>
                        <a:pt x="7556" y="5436"/>
                        <a:pt x="7583" y="5311"/>
                      </a:cubicBezTo>
                      <a:cubicBezTo>
                        <a:pt x="7602" y="5180"/>
                        <a:pt x="7688" y="5160"/>
                        <a:pt x="7721" y="5081"/>
                      </a:cubicBezTo>
                      <a:cubicBezTo>
                        <a:pt x="7760" y="5002"/>
                        <a:pt x="7721" y="4976"/>
                        <a:pt x="7721" y="4804"/>
                      </a:cubicBezTo>
                      <a:cubicBezTo>
                        <a:pt x="7721" y="4633"/>
                        <a:pt x="7774" y="4686"/>
                        <a:pt x="7826" y="4600"/>
                      </a:cubicBezTo>
                      <a:cubicBezTo>
                        <a:pt x="7872" y="4521"/>
                        <a:pt x="7885" y="4489"/>
                        <a:pt x="7885" y="4449"/>
                      </a:cubicBezTo>
                      <a:cubicBezTo>
                        <a:pt x="7885" y="4416"/>
                        <a:pt x="7931" y="4265"/>
                        <a:pt x="7931" y="4265"/>
                      </a:cubicBezTo>
                      <a:lnTo>
                        <a:pt x="7997" y="4107"/>
                      </a:lnTo>
                      <a:cubicBezTo>
                        <a:pt x="7997" y="4107"/>
                        <a:pt x="7931" y="4080"/>
                        <a:pt x="7899" y="4074"/>
                      </a:cubicBezTo>
                      <a:cubicBezTo>
                        <a:pt x="7859" y="4067"/>
                        <a:pt x="7879" y="3923"/>
                        <a:pt x="7879" y="3923"/>
                      </a:cubicBezTo>
                      <a:cubicBezTo>
                        <a:pt x="7879" y="3923"/>
                        <a:pt x="7872" y="3718"/>
                        <a:pt x="7859" y="3547"/>
                      </a:cubicBezTo>
                      <a:cubicBezTo>
                        <a:pt x="7859" y="3435"/>
                        <a:pt x="7852" y="3337"/>
                        <a:pt x="7852" y="3304"/>
                      </a:cubicBezTo>
                      <a:cubicBezTo>
                        <a:pt x="7852" y="3225"/>
                        <a:pt x="7787" y="3133"/>
                        <a:pt x="7787" y="3100"/>
                      </a:cubicBezTo>
                      <a:cubicBezTo>
                        <a:pt x="7787" y="3074"/>
                        <a:pt x="7852" y="2975"/>
                        <a:pt x="7879" y="2876"/>
                      </a:cubicBezTo>
                      <a:cubicBezTo>
                        <a:pt x="7905" y="2777"/>
                        <a:pt x="7885" y="2665"/>
                        <a:pt x="7931" y="2481"/>
                      </a:cubicBezTo>
                      <a:cubicBezTo>
                        <a:pt x="7971" y="2336"/>
                        <a:pt x="8089" y="2027"/>
                        <a:pt x="8135" y="1909"/>
                      </a:cubicBezTo>
                      <a:cubicBezTo>
                        <a:pt x="8135" y="1909"/>
                        <a:pt x="8135" y="1909"/>
                        <a:pt x="8135" y="1902"/>
                      </a:cubicBezTo>
                      <a:cubicBezTo>
                        <a:pt x="8135" y="1902"/>
                        <a:pt x="8142" y="1895"/>
                        <a:pt x="8142" y="1895"/>
                      </a:cubicBezTo>
                      <a:cubicBezTo>
                        <a:pt x="8142" y="1895"/>
                        <a:pt x="8142" y="1889"/>
                        <a:pt x="8142" y="1889"/>
                      </a:cubicBezTo>
                      <a:cubicBezTo>
                        <a:pt x="8149" y="1876"/>
                        <a:pt x="8149" y="1869"/>
                        <a:pt x="8155" y="1863"/>
                      </a:cubicBezTo>
                      <a:lnTo>
                        <a:pt x="7175" y="1790"/>
                      </a:lnTo>
                      <a:lnTo>
                        <a:pt x="3759" y="1547"/>
                      </a:lnTo>
                      <a:lnTo>
                        <a:pt x="3522" y="1547"/>
                      </a:lnTo>
                      <a:lnTo>
                        <a:pt x="3351" y="1468"/>
                      </a:lnTo>
                      <a:cubicBezTo>
                        <a:pt x="3351" y="1468"/>
                        <a:pt x="3285" y="1343"/>
                        <a:pt x="3265" y="1303"/>
                      </a:cubicBezTo>
                      <a:cubicBezTo>
                        <a:pt x="3252" y="1264"/>
                        <a:pt x="3120" y="1290"/>
                        <a:pt x="3094" y="1257"/>
                      </a:cubicBezTo>
                      <a:cubicBezTo>
                        <a:pt x="3074" y="1218"/>
                        <a:pt x="3035" y="1145"/>
                        <a:pt x="3015" y="1106"/>
                      </a:cubicBezTo>
                      <a:cubicBezTo>
                        <a:pt x="2989" y="1060"/>
                        <a:pt x="2923" y="1073"/>
                        <a:pt x="2916" y="1040"/>
                      </a:cubicBezTo>
                      <a:cubicBezTo>
                        <a:pt x="2903" y="1014"/>
                        <a:pt x="2844" y="836"/>
                        <a:pt x="2844" y="803"/>
                      </a:cubicBezTo>
                      <a:cubicBezTo>
                        <a:pt x="2844" y="770"/>
                        <a:pt x="2844" y="645"/>
                        <a:pt x="2791" y="586"/>
                      </a:cubicBezTo>
                      <a:cubicBezTo>
                        <a:pt x="2745" y="520"/>
                        <a:pt x="2739" y="494"/>
                        <a:pt x="2706" y="382"/>
                      </a:cubicBezTo>
                      <a:cubicBezTo>
                        <a:pt x="2680" y="270"/>
                        <a:pt x="2706" y="151"/>
                        <a:pt x="2706" y="151"/>
                      </a:cubicBezTo>
                      <a:cubicBezTo>
                        <a:pt x="2706" y="151"/>
                        <a:pt x="2607" y="46"/>
                        <a:pt x="2508" y="7"/>
                      </a:cubicBezTo>
                      <a:cubicBezTo>
                        <a:pt x="2489" y="0"/>
                        <a:pt x="2469" y="0"/>
                        <a:pt x="2449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1588;p19">
                  <a:extLst>
                    <a:ext uri="{FF2B5EF4-FFF2-40B4-BE49-F238E27FC236}">
                      <a16:creationId xmlns:a16="http://schemas.microsoft.com/office/drawing/2014/main" id="{F095C186-7586-24F6-19DB-31BEA1754C59}"/>
                    </a:ext>
                  </a:extLst>
                </p:cNvPr>
                <p:cNvSpPr/>
                <p:nvPr/>
              </p:nvSpPr>
              <p:spPr>
                <a:xfrm>
                  <a:off x="6103802" y="2352385"/>
                  <a:ext cx="541674" cy="460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3" h="4220" extrusionOk="0">
                      <a:moveTo>
                        <a:pt x="2514" y="0"/>
                      </a:moveTo>
                      <a:cubicBezTo>
                        <a:pt x="2495" y="0"/>
                        <a:pt x="2310" y="47"/>
                        <a:pt x="2284" y="93"/>
                      </a:cubicBezTo>
                      <a:cubicBezTo>
                        <a:pt x="2258" y="132"/>
                        <a:pt x="2179" y="198"/>
                        <a:pt x="2179" y="198"/>
                      </a:cubicBezTo>
                      <a:cubicBezTo>
                        <a:pt x="2179" y="198"/>
                        <a:pt x="2080" y="283"/>
                        <a:pt x="2054" y="323"/>
                      </a:cubicBezTo>
                      <a:cubicBezTo>
                        <a:pt x="2021" y="356"/>
                        <a:pt x="2054" y="487"/>
                        <a:pt x="2054" y="487"/>
                      </a:cubicBezTo>
                      <a:cubicBezTo>
                        <a:pt x="2054" y="487"/>
                        <a:pt x="1955" y="527"/>
                        <a:pt x="1929" y="553"/>
                      </a:cubicBezTo>
                      <a:cubicBezTo>
                        <a:pt x="1909" y="580"/>
                        <a:pt x="1882" y="698"/>
                        <a:pt x="1876" y="744"/>
                      </a:cubicBezTo>
                      <a:cubicBezTo>
                        <a:pt x="1869" y="784"/>
                        <a:pt x="1850" y="803"/>
                        <a:pt x="1803" y="836"/>
                      </a:cubicBezTo>
                      <a:cubicBezTo>
                        <a:pt x="1792" y="842"/>
                        <a:pt x="1778" y="844"/>
                        <a:pt x="1765" y="844"/>
                      </a:cubicBezTo>
                      <a:cubicBezTo>
                        <a:pt x="1717" y="844"/>
                        <a:pt x="1665" y="817"/>
                        <a:pt x="1665" y="817"/>
                      </a:cubicBezTo>
                      <a:cubicBezTo>
                        <a:pt x="1665" y="817"/>
                        <a:pt x="1535" y="743"/>
                        <a:pt x="1448" y="743"/>
                      </a:cubicBezTo>
                      <a:cubicBezTo>
                        <a:pt x="1441" y="743"/>
                        <a:pt x="1434" y="743"/>
                        <a:pt x="1428" y="744"/>
                      </a:cubicBezTo>
                      <a:cubicBezTo>
                        <a:pt x="1343" y="757"/>
                        <a:pt x="1376" y="830"/>
                        <a:pt x="1356" y="915"/>
                      </a:cubicBezTo>
                      <a:cubicBezTo>
                        <a:pt x="1336" y="1001"/>
                        <a:pt x="1297" y="1053"/>
                        <a:pt x="1277" y="1067"/>
                      </a:cubicBezTo>
                      <a:cubicBezTo>
                        <a:pt x="1265" y="1075"/>
                        <a:pt x="1207" y="1088"/>
                        <a:pt x="1157" y="1088"/>
                      </a:cubicBezTo>
                      <a:cubicBezTo>
                        <a:pt x="1125" y="1088"/>
                        <a:pt x="1096" y="1082"/>
                        <a:pt x="1086" y="1067"/>
                      </a:cubicBezTo>
                      <a:cubicBezTo>
                        <a:pt x="1080" y="1052"/>
                        <a:pt x="1073" y="1048"/>
                        <a:pt x="1066" y="1048"/>
                      </a:cubicBezTo>
                      <a:cubicBezTo>
                        <a:pt x="1051" y="1048"/>
                        <a:pt x="1033" y="1067"/>
                        <a:pt x="1013" y="1067"/>
                      </a:cubicBezTo>
                      <a:cubicBezTo>
                        <a:pt x="1011" y="1067"/>
                        <a:pt x="1009" y="1067"/>
                        <a:pt x="1007" y="1067"/>
                      </a:cubicBezTo>
                      <a:cubicBezTo>
                        <a:pt x="1006" y="1066"/>
                        <a:pt x="1004" y="1066"/>
                        <a:pt x="1003" y="1066"/>
                      </a:cubicBezTo>
                      <a:cubicBezTo>
                        <a:pt x="975" y="1066"/>
                        <a:pt x="928" y="1119"/>
                        <a:pt x="928" y="1119"/>
                      </a:cubicBezTo>
                      <a:cubicBezTo>
                        <a:pt x="928" y="1119"/>
                        <a:pt x="773" y="1179"/>
                        <a:pt x="730" y="1179"/>
                      </a:cubicBezTo>
                      <a:cubicBezTo>
                        <a:pt x="728" y="1179"/>
                        <a:pt x="726" y="1179"/>
                        <a:pt x="724" y="1179"/>
                      </a:cubicBezTo>
                      <a:cubicBezTo>
                        <a:pt x="685" y="1179"/>
                        <a:pt x="612" y="1100"/>
                        <a:pt x="593" y="1080"/>
                      </a:cubicBezTo>
                      <a:cubicBezTo>
                        <a:pt x="583" y="1060"/>
                        <a:pt x="464" y="1040"/>
                        <a:pt x="380" y="1040"/>
                      </a:cubicBezTo>
                      <a:cubicBezTo>
                        <a:pt x="354" y="1040"/>
                        <a:pt x="331" y="1042"/>
                        <a:pt x="316" y="1047"/>
                      </a:cubicBezTo>
                      <a:cubicBezTo>
                        <a:pt x="250" y="1067"/>
                        <a:pt x="250" y="1172"/>
                        <a:pt x="224" y="1238"/>
                      </a:cubicBezTo>
                      <a:cubicBezTo>
                        <a:pt x="198" y="1304"/>
                        <a:pt x="0" y="1389"/>
                        <a:pt x="0" y="1389"/>
                      </a:cubicBezTo>
                      <a:lnTo>
                        <a:pt x="92" y="1435"/>
                      </a:lnTo>
                      <a:cubicBezTo>
                        <a:pt x="132" y="1409"/>
                        <a:pt x="165" y="1396"/>
                        <a:pt x="165" y="1396"/>
                      </a:cubicBezTo>
                      <a:cubicBezTo>
                        <a:pt x="165" y="1396"/>
                        <a:pt x="303" y="1383"/>
                        <a:pt x="388" y="1369"/>
                      </a:cubicBezTo>
                      <a:cubicBezTo>
                        <a:pt x="464" y="1359"/>
                        <a:pt x="635" y="1348"/>
                        <a:pt x="714" y="1348"/>
                      </a:cubicBezTo>
                      <a:cubicBezTo>
                        <a:pt x="732" y="1348"/>
                        <a:pt x="744" y="1348"/>
                        <a:pt x="750" y="1350"/>
                      </a:cubicBezTo>
                      <a:cubicBezTo>
                        <a:pt x="782" y="1355"/>
                        <a:pt x="865" y="1373"/>
                        <a:pt x="910" y="1373"/>
                      </a:cubicBezTo>
                      <a:cubicBezTo>
                        <a:pt x="921" y="1373"/>
                        <a:pt x="930" y="1372"/>
                        <a:pt x="935" y="1369"/>
                      </a:cubicBezTo>
                      <a:cubicBezTo>
                        <a:pt x="960" y="1363"/>
                        <a:pt x="996" y="1310"/>
                        <a:pt x="1023" y="1310"/>
                      </a:cubicBezTo>
                      <a:cubicBezTo>
                        <a:pt x="1024" y="1310"/>
                        <a:pt x="1026" y="1310"/>
                        <a:pt x="1027" y="1310"/>
                      </a:cubicBezTo>
                      <a:cubicBezTo>
                        <a:pt x="1060" y="1317"/>
                        <a:pt x="1132" y="1383"/>
                        <a:pt x="1132" y="1422"/>
                      </a:cubicBezTo>
                      <a:cubicBezTo>
                        <a:pt x="1132" y="1468"/>
                        <a:pt x="1080" y="1547"/>
                        <a:pt x="1080" y="1580"/>
                      </a:cubicBezTo>
                      <a:cubicBezTo>
                        <a:pt x="1073" y="1613"/>
                        <a:pt x="1053" y="1639"/>
                        <a:pt x="1080" y="1685"/>
                      </a:cubicBezTo>
                      <a:cubicBezTo>
                        <a:pt x="1099" y="1725"/>
                        <a:pt x="1099" y="1758"/>
                        <a:pt x="1080" y="1791"/>
                      </a:cubicBezTo>
                      <a:cubicBezTo>
                        <a:pt x="1060" y="1824"/>
                        <a:pt x="994" y="1876"/>
                        <a:pt x="1014" y="1962"/>
                      </a:cubicBezTo>
                      <a:cubicBezTo>
                        <a:pt x="1027" y="1995"/>
                        <a:pt x="1040" y="2028"/>
                        <a:pt x="1053" y="2054"/>
                      </a:cubicBezTo>
                      <a:cubicBezTo>
                        <a:pt x="1060" y="2060"/>
                        <a:pt x="1060" y="2074"/>
                        <a:pt x="1066" y="2080"/>
                      </a:cubicBezTo>
                      <a:cubicBezTo>
                        <a:pt x="1073" y="2093"/>
                        <a:pt x="1080" y="2107"/>
                        <a:pt x="1086" y="2120"/>
                      </a:cubicBezTo>
                      <a:cubicBezTo>
                        <a:pt x="1086" y="2120"/>
                        <a:pt x="1093" y="2126"/>
                        <a:pt x="1093" y="2133"/>
                      </a:cubicBezTo>
                      <a:cubicBezTo>
                        <a:pt x="1093" y="2133"/>
                        <a:pt x="1099" y="2139"/>
                        <a:pt x="1099" y="2146"/>
                      </a:cubicBezTo>
                      <a:cubicBezTo>
                        <a:pt x="1099" y="2146"/>
                        <a:pt x="1099" y="2153"/>
                        <a:pt x="1099" y="2153"/>
                      </a:cubicBezTo>
                      <a:lnTo>
                        <a:pt x="1106" y="2153"/>
                      </a:lnTo>
                      <a:cubicBezTo>
                        <a:pt x="1106" y="2159"/>
                        <a:pt x="1106" y="2166"/>
                        <a:pt x="1106" y="2172"/>
                      </a:cubicBezTo>
                      <a:cubicBezTo>
                        <a:pt x="1119" y="2218"/>
                        <a:pt x="1132" y="2264"/>
                        <a:pt x="1119" y="2297"/>
                      </a:cubicBezTo>
                      <a:cubicBezTo>
                        <a:pt x="1106" y="2330"/>
                        <a:pt x="1040" y="2468"/>
                        <a:pt x="1099" y="2574"/>
                      </a:cubicBezTo>
                      <a:cubicBezTo>
                        <a:pt x="1159" y="2686"/>
                        <a:pt x="1145" y="2705"/>
                        <a:pt x="1284" y="2909"/>
                      </a:cubicBezTo>
                      <a:cubicBezTo>
                        <a:pt x="1415" y="3113"/>
                        <a:pt x="1652" y="3232"/>
                        <a:pt x="1744" y="3278"/>
                      </a:cubicBezTo>
                      <a:cubicBezTo>
                        <a:pt x="1827" y="3313"/>
                        <a:pt x="1904" y="3338"/>
                        <a:pt x="1948" y="3338"/>
                      </a:cubicBezTo>
                      <a:cubicBezTo>
                        <a:pt x="1953" y="3338"/>
                        <a:pt x="1957" y="3338"/>
                        <a:pt x="1961" y="3337"/>
                      </a:cubicBezTo>
                      <a:cubicBezTo>
                        <a:pt x="1994" y="3337"/>
                        <a:pt x="2060" y="3324"/>
                        <a:pt x="2106" y="3324"/>
                      </a:cubicBezTo>
                      <a:cubicBezTo>
                        <a:pt x="2146" y="3324"/>
                        <a:pt x="2231" y="3324"/>
                        <a:pt x="2304" y="3377"/>
                      </a:cubicBezTo>
                      <a:cubicBezTo>
                        <a:pt x="2383" y="3423"/>
                        <a:pt x="2481" y="3482"/>
                        <a:pt x="2495" y="3482"/>
                      </a:cubicBezTo>
                      <a:cubicBezTo>
                        <a:pt x="2508" y="3482"/>
                        <a:pt x="2613" y="3443"/>
                        <a:pt x="2613" y="3443"/>
                      </a:cubicBezTo>
                      <a:cubicBezTo>
                        <a:pt x="2613" y="3443"/>
                        <a:pt x="2692" y="3482"/>
                        <a:pt x="2705" y="3521"/>
                      </a:cubicBezTo>
                      <a:cubicBezTo>
                        <a:pt x="2718" y="3561"/>
                        <a:pt x="2725" y="3607"/>
                        <a:pt x="2850" y="3693"/>
                      </a:cubicBezTo>
                      <a:cubicBezTo>
                        <a:pt x="2975" y="3778"/>
                        <a:pt x="3133" y="3804"/>
                        <a:pt x="3166" y="3811"/>
                      </a:cubicBezTo>
                      <a:cubicBezTo>
                        <a:pt x="3172" y="3818"/>
                        <a:pt x="3192" y="3818"/>
                        <a:pt x="3212" y="3818"/>
                      </a:cubicBezTo>
                      <a:lnTo>
                        <a:pt x="3232" y="3818"/>
                      </a:lnTo>
                      <a:lnTo>
                        <a:pt x="3245" y="3824"/>
                      </a:lnTo>
                      <a:lnTo>
                        <a:pt x="3258" y="3824"/>
                      </a:lnTo>
                      <a:lnTo>
                        <a:pt x="3271" y="3831"/>
                      </a:lnTo>
                      <a:lnTo>
                        <a:pt x="3291" y="3831"/>
                      </a:lnTo>
                      <a:cubicBezTo>
                        <a:pt x="3297" y="3831"/>
                        <a:pt x="3304" y="3837"/>
                        <a:pt x="3311" y="3837"/>
                      </a:cubicBezTo>
                      <a:cubicBezTo>
                        <a:pt x="3324" y="3844"/>
                        <a:pt x="3330" y="3844"/>
                        <a:pt x="3344" y="3851"/>
                      </a:cubicBezTo>
                      <a:cubicBezTo>
                        <a:pt x="3344" y="3857"/>
                        <a:pt x="3350" y="3857"/>
                        <a:pt x="3350" y="3857"/>
                      </a:cubicBezTo>
                      <a:cubicBezTo>
                        <a:pt x="3350" y="3857"/>
                        <a:pt x="3350" y="3864"/>
                        <a:pt x="3357" y="3864"/>
                      </a:cubicBezTo>
                      <a:cubicBezTo>
                        <a:pt x="3357" y="3864"/>
                        <a:pt x="3357" y="3870"/>
                        <a:pt x="3363" y="3870"/>
                      </a:cubicBezTo>
                      <a:cubicBezTo>
                        <a:pt x="3403" y="3916"/>
                        <a:pt x="3469" y="3962"/>
                        <a:pt x="3508" y="4022"/>
                      </a:cubicBezTo>
                      <a:cubicBezTo>
                        <a:pt x="3545" y="4070"/>
                        <a:pt x="3621" y="4142"/>
                        <a:pt x="3684" y="4142"/>
                      </a:cubicBezTo>
                      <a:cubicBezTo>
                        <a:pt x="3689" y="4142"/>
                        <a:pt x="3694" y="4141"/>
                        <a:pt x="3699" y="4140"/>
                      </a:cubicBezTo>
                      <a:cubicBezTo>
                        <a:pt x="3765" y="4120"/>
                        <a:pt x="3732" y="4101"/>
                        <a:pt x="3850" y="4101"/>
                      </a:cubicBezTo>
                      <a:cubicBezTo>
                        <a:pt x="3969" y="4101"/>
                        <a:pt x="4107" y="4134"/>
                        <a:pt x="4146" y="4140"/>
                      </a:cubicBezTo>
                      <a:cubicBezTo>
                        <a:pt x="4179" y="4153"/>
                        <a:pt x="4285" y="4153"/>
                        <a:pt x="4337" y="4166"/>
                      </a:cubicBezTo>
                      <a:cubicBezTo>
                        <a:pt x="4364" y="4180"/>
                        <a:pt x="4403" y="4199"/>
                        <a:pt x="4436" y="4219"/>
                      </a:cubicBezTo>
                      <a:cubicBezTo>
                        <a:pt x="4429" y="4213"/>
                        <a:pt x="4561" y="4134"/>
                        <a:pt x="4601" y="4094"/>
                      </a:cubicBezTo>
                      <a:cubicBezTo>
                        <a:pt x="4633" y="4048"/>
                        <a:pt x="4633" y="3956"/>
                        <a:pt x="4633" y="3930"/>
                      </a:cubicBezTo>
                      <a:cubicBezTo>
                        <a:pt x="4633" y="3897"/>
                        <a:pt x="4693" y="3804"/>
                        <a:pt x="4712" y="3791"/>
                      </a:cubicBezTo>
                      <a:cubicBezTo>
                        <a:pt x="4726" y="3772"/>
                        <a:pt x="4831" y="3600"/>
                        <a:pt x="4837" y="3535"/>
                      </a:cubicBezTo>
                      <a:cubicBezTo>
                        <a:pt x="4844" y="3462"/>
                        <a:pt x="4837" y="3495"/>
                        <a:pt x="4890" y="3416"/>
                      </a:cubicBezTo>
                      <a:cubicBezTo>
                        <a:pt x="4949" y="3337"/>
                        <a:pt x="4963" y="3245"/>
                        <a:pt x="4963" y="3186"/>
                      </a:cubicBezTo>
                      <a:cubicBezTo>
                        <a:pt x="4963" y="3120"/>
                        <a:pt x="4916" y="3074"/>
                        <a:pt x="4831" y="2923"/>
                      </a:cubicBezTo>
                      <a:cubicBezTo>
                        <a:pt x="4745" y="2765"/>
                        <a:pt x="4752" y="2804"/>
                        <a:pt x="4752" y="2751"/>
                      </a:cubicBezTo>
                      <a:cubicBezTo>
                        <a:pt x="4752" y="2692"/>
                        <a:pt x="4765" y="2672"/>
                        <a:pt x="4778" y="2653"/>
                      </a:cubicBezTo>
                      <a:cubicBezTo>
                        <a:pt x="4791" y="2626"/>
                        <a:pt x="4831" y="2580"/>
                        <a:pt x="4844" y="2508"/>
                      </a:cubicBezTo>
                      <a:cubicBezTo>
                        <a:pt x="4864" y="2442"/>
                        <a:pt x="4844" y="2403"/>
                        <a:pt x="4844" y="2403"/>
                      </a:cubicBezTo>
                      <a:cubicBezTo>
                        <a:pt x="4844" y="2403"/>
                        <a:pt x="4693" y="2396"/>
                        <a:pt x="4601" y="2350"/>
                      </a:cubicBezTo>
                      <a:cubicBezTo>
                        <a:pt x="4508" y="2297"/>
                        <a:pt x="4601" y="2291"/>
                        <a:pt x="4601" y="2291"/>
                      </a:cubicBezTo>
                      <a:lnTo>
                        <a:pt x="3969" y="2291"/>
                      </a:lnTo>
                      <a:cubicBezTo>
                        <a:pt x="3896" y="2291"/>
                        <a:pt x="3831" y="2278"/>
                        <a:pt x="3798" y="2258"/>
                      </a:cubicBezTo>
                      <a:cubicBezTo>
                        <a:pt x="3758" y="2232"/>
                        <a:pt x="3778" y="2133"/>
                        <a:pt x="3811" y="2060"/>
                      </a:cubicBezTo>
                      <a:cubicBezTo>
                        <a:pt x="3844" y="1988"/>
                        <a:pt x="3817" y="1955"/>
                        <a:pt x="3811" y="1889"/>
                      </a:cubicBezTo>
                      <a:cubicBezTo>
                        <a:pt x="3811" y="1824"/>
                        <a:pt x="3771" y="1771"/>
                        <a:pt x="3745" y="1698"/>
                      </a:cubicBezTo>
                      <a:cubicBezTo>
                        <a:pt x="3725" y="1626"/>
                        <a:pt x="3791" y="1560"/>
                        <a:pt x="3811" y="1527"/>
                      </a:cubicBezTo>
                      <a:cubicBezTo>
                        <a:pt x="3817" y="1514"/>
                        <a:pt x="3804" y="1494"/>
                        <a:pt x="3791" y="1468"/>
                      </a:cubicBezTo>
                      <a:cubicBezTo>
                        <a:pt x="3771" y="1442"/>
                        <a:pt x="3738" y="1409"/>
                        <a:pt x="3738" y="1389"/>
                      </a:cubicBezTo>
                      <a:cubicBezTo>
                        <a:pt x="3738" y="1363"/>
                        <a:pt x="3752" y="1343"/>
                        <a:pt x="3771" y="1290"/>
                      </a:cubicBezTo>
                      <a:cubicBezTo>
                        <a:pt x="3791" y="1244"/>
                        <a:pt x="3765" y="1132"/>
                        <a:pt x="3745" y="1106"/>
                      </a:cubicBezTo>
                      <a:cubicBezTo>
                        <a:pt x="3732" y="1086"/>
                        <a:pt x="3699" y="981"/>
                        <a:pt x="3699" y="981"/>
                      </a:cubicBezTo>
                      <a:lnTo>
                        <a:pt x="3811" y="869"/>
                      </a:lnTo>
                      <a:lnTo>
                        <a:pt x="3811" y="652"/>
                      </a:lnTo>
                      <a:cubicBezTo>
                        <a:pt x="3811" y="639"/>
                        <a:pt x="3804" y="626"/>
                        <a:pt x="3791" y="619"/>
                      </a:cubicBezTo>
                      <a:cubicBezTo>
                        <a:pt x="3778" y="613"/>
                        <a:pt x="3758" y="611"/>
                        <a:pt x="3742" y="611"/>
                      </a:cubicBezTo>
                      <a:cubicBezTo>
                        <a:pt x="3725" y="611"/>
                        <a:pt x="3712" y="613"/>
                        <a:pt x="3712" y="613"/>
                      </a:cubicBezTo>
                      <a:lnTo>
                        <a:pt x="3574" y="698"/>
                      </a:lnTo>
                      <a:cubicBezTo>
                        <a:pt x="3574" y="698"/>
                        <a:pt x="3370" y="632"/>
                        <a:pt x="3337" y="553"/>
                      </a:cubicBezTo>
                      <a:cubicBezTo>
                        <a:pt x="3311" y="474"/>
                        <a:pt x="3232" y="448"/>
                        <a:pt x="3199" y="448"/>
                      </a:cubicBezTo>
                      <a:cubicBezTo>
                        <a:pt x="3166" y="441"/>
                        <a:pt x="3054" y="297"/>
                        <a:pt x="3034" y="264"/>
                      </a:cubicBezTo>
                      <a:cubicBezTo>
                        <a:pt x="3014" y="224"/>
                        <a:pt x="2876" y="79"/>
                        <a:pt x="2876" y="79"/>
                      </a:cubicBezTo>
                      <a:cubicBezTo>
                        <a:pt x="2876" y="79"/>
                        <a:pt x="2534" y="0"/>
                        <a:pt x="251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1589;p19">
                  <a:extLst>
                    <a:ext uri="{FF2B5EF4-FFF2-40B4-BE49-F238E27FC236}">
                      <a16:creationId xmlns:a16="http://schemas.microsoft.com/office/drawing/2014/main" id="{FBE72373-0A78-BEC3-AEE5-8A89B72CF618}"/>
                    </a:ext>
                  </a:extLst>
                </p:cNvPr>
                <p:cNvSpPr/>
                <p:nvPr/>
              </p:nvSpPr>
              <p:spPr>
                <a:xfrm>
                  <a:off x="5565078" y="1535674"/>
                  <a:ext cx="1377051" cy="968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7" h="8873" extrusionOk="0">
                      <a:moveTo>
                        <a:pt x="7404" y="0"/>
                      </a:moveTo>
                      <a:cubicBezTo>
                        <a:pt x="7398" y="33"/>
                        <a:pt x="7384" y="60"/>
                        <a:pt x="7371" y="66"/>
                      </a:cubicBezTo>
                      <a:cubicBezTo>
                        <a:pt x="7338" y="79"/>
                        <a:pt x="7246" y="106"/>
                        <a:pt x="7200" y="145"/>
                      </a:cubicBezTo>
                      <a:cubicBezTo>
                        <a:pt x="7168" y="178"/>
                        <a:pt x="7132" y="191"/>
                        <a:pt x="7104" y="191"/>
                      </a:cubicBezTo>
                      <a:cubicBezTo>
                        <a:pt x="7093" y="191"/>
                        <a:pt x="7083" y="189"/>
                        <a:pt x="7075" y="185"/>
                      </a:cubicBezTo>
                      <a:cubicBezTo>
                        <a:pt x="7052" y="176"/>
                        <a:pt x="7001" y="163"/>
                        <a:pt x="6969" y="163"/>
                      </a:cubicBezTo>
                      <a:cubicBezTo>
                        <a:pt x="6955" y="163"/>
                        <a:pt x="6946" y="166"/>
                        <a:pt x="6944" y="172"/>
                      </a:cubicBezTo>
                      <a:cubicBezTo>
                        <a:pt x="6937" y="198"/>
                        <a:pt x="6950" y="362"/>
                        <a:pt x="6930" y="402"/>
                      </a:cubicBezTo>
                      <a:cubicBezTo>
                        <a:pt x="6911" y="448"/>
                        <a:pt x="6792" y="527"/>
                        <a:pt x="6772" y="553"/>
                      </a:cubicBezTo>
                      <a:cubicBezTo>
                        <a:pt x="6753" y="580"/>
                        <a:pt x="6726" y="626"/>
                        <a:pt x="6700" y="626"/>
                      </a:cubicBezTo>
                      <a:cubicBezTo>
                        <a:pt x="6680" y="626"/>
                        <a:pt x="6654" y="573"/>
                        <a:pt x="6654" y="573"/>
                      </a:cubicBezTo>
                      <a:cubicBezTo>
                        <a:pt x="6654" y="573"/>
                        <a:pt x="6647" y="570"/>
                        <a:pt x="6638" y="570"/>
                      </a:cubicBezTo>
                      <a:cubicBezTo>
                        <a:pt x="6626" y="570"/>
                        <a:pt x="6609" y="575"/>
                        <a:pt x="6595" y="593"/>
                      </a:cubicBezTo>
                      <a:cubicBezTo>
                        <a:pt x="6562" y="626"/>
                        <a:pt x="6463" y="731"/>
                        <a:pt x="6450" y="731"/>
                      </a:cubicBezTo>
                      <a:cubicBezTo>
                        <a:pt x="6432" y="731"/>
                        <a:pt x="6381" y="704"/>
                        <a:pt x="6353" y="704"/>
                      </a:cubicBezTo>
                      <a:cubicBezTo>
                        <a:pt x="6350" y="704"/>
                        <a:pt x="6347" y="704"/>
                        <a:pt x="6345" y="705"/>
                      </a:cubicBezTo>
                      <a:cubicBezTo>
                        <a:pt x="6318" y="718"/>
                        <a:pt x="6259" y="751"/>
                        <a:pt x="6233" y="777"/>
                      </a:cubicBezTo>
                      <a:cubicBezTo>
                        <a:pt x="6206" y="810"/>
                        <a:pt x="6147" y="843"/>
                        <a:pt x="6141" y="863"/>
                      </a:cubicBezTo>
                      <a:cubicBezTo>
                        <a:pt x="6127" y="876"/>
                        <a:pt x="6121" y="922"/>
                        <a:pt x="6108" y="942"/>
                      </a:cubicBezTo>
                      <a:cubicBezTo>
                        <a:pt x="6101" y="961"/>
                        <a:pt x="6042" y="955"/>
                        <a:pt x="6016" y="975"/>
                      </a:cubicBezTo>
                      <a:cubicBezTo>
                        <a:pt x="5989" y="1001"/>
                        <a:pt x="5969" y="1060"/>
                        <a:pt x="5963" y="1086"/>
                      </a:cubicBezTo>
                      <a:cubicBezTo>
                        <a:pt x="5956" y="1106"/>
                        <a:pt x="5884" y="1146"/>
                        <a:pt x="5884" y="1146"/>
                      </a:cubicBezTo>
                      <a:cubicBezTo>
                        <a:pt x="5884" y="1146"/>
                        <a:pt x="5880" y="1146"/>
                        <a:pt x="5875" y="1146"/>
                      </a:cubicBezTo>
                      <a:cubicBezTo>
                        <a:pt x="5855" y="1146"/>
                        <a:pt x="5812" y="1142"/>
                        <a:pt x="5812" y="1106"/>
                      </a:cubicBezTo>
                      <a:cubicBezTo>
                        <a:pt x="5812" y="1067"/>
                        <a:pt x="5877" y="994"/>
                        <a:pt x="5877" y="994"/>
                      </a:cubicBezTo>
                      <a:cubicBezTo>
                        <a:pt x="5877" y="994"/>
                        <a:pt x="5864" y="961"/>
                        <a:pt x="5851" y="948"/>
                      </a:cubicBezTo>
                      <a:cubicBezTo>
                        <a:pt x="5844" y="935"/>
                        <a:pt x="5765" y="876"/>
                        <a:pt x="5759" y="876"/>
                      </a:cubicBezTo>
                      <a:cubicBezTo>
                        <a:pt x="5752" y="876"/>
                        <a:pt x="5667" y="896"/>
                        <a:pt x="5654" y="909"/>
                      </a:cubicBezTo>
                      <a:cubicBezTo>
                        <a:pt x="5640" y="915"/>
                        <a:pt x="5575" y="1007"/>
                        <a:pt x="5542" y="1040"/>
                      </a:cubicBezTo>
                      <a:cubicBezTo>
                        <a:pt x="5518" y="1064"/>
                        <a:pt x="5408" y="1092"/>
                        <a:pt x="5344" y="1092"/>
                      </a:cubicBezTo>
                      <a:cubicBezTo>
                        <a:pt x="5321" y="1092"/>
                        <a:pt x="5303" y="1089"/>
                        <a:pt x="5298" y="1080"/>
                      </a:cubicBezTo>
                      <a:cubicBezTo>
                        <a:pt x="5272" y="1047"/>
                        <a:pt x="5167" y="975"/>
                        <a:pt x="5140" y="942"/>
                      </a:cubicBezTo>
                      <a:cubicBezTo>
                        <a:pt x="5114" y="902"/>
                        <a:pt x="5022" y="784"/>
                        <a:pt x="4982" y="777"/>
                      </a:cubicBezTo>
                      <a:cubicBezTo>
                        <a:pt x="4949" y="770"/>
                        <a:pt x="4844" y="757"/>
                        <a:pt x="4831" y="757"/>
                      </a:cubicBezTo>
                      <a:cubicBezTo>
                        <a:pt x="4829" y="757"/>
                        <a:pt x="4821" y="758"/>
                        <a:pt x="4810" y="758"/>
                      </a:cubicBezTo>
                      <a:cubicBezTo>
                        <a:pt x="4790" y="758"/>
                        <a:pt x="4761" y="755"/>
                        <a:pt x="4752" y="738"/>
                      </a:cubicBezTo>
                      <a:cubicBezTo>
                        <a:pt x="4739" y="711"/>
                        <a:pt x="4726" y="547"/>
                        <a:pt x="4726" y="520"/>
                      </a:cubicBezTo>
                      <a:cubicBezTo>
                        <a:pt x="4726" y="501"/>
                        <a:pt x="4719" y="330"/>
                        <a:pt x="4712" y="316"/>
                      </a:cubicBezTo>
                      <a:cubicBezTo>
                        <a:pt x="4699" y="297"/>
                        <a:pt x="4601" y="283"/>
                        <a:pt x="4587" y="244"/>
                      </a:cubicBezTo>
                      <a:cubicBezTo>
                        <a:pt x="4574" y="211"/>
                        <a:pt x="4561" y="66"/>
                        <a:pt x="4561" y="66"/>
                      </a:cubicBezTo>
                      <a:cubicBezTo>
                        <a:pt x="4561" y="66"/>
                        <a:pt x="4538" y="20"/>
                        <a:pt x="4513" y="20"/>
                      </a:cubicBezTo>
                      <a:cubicBezTo>
                        <a:pt x="4511" y="20"/>
                        <a:pt x="4510" y="20"/>
                        <a:pt x="4508" y="20"/>
                      </a:cubicBezTo>
                      <a:cubicBezTo>
                        <a:pt x="4489" y="27"/>
                        <a:pt x="4423" y="53"/>
                        <a:pt x="4403" y="93"/>
                      </a:cubicBezTo>
                      <a:cubicBezTo>
                        <a:pt x="4390" y="126"/>
                        <a:pt x="4344" y="178"/>
                        <a:pt x="4331" y="178"/>
                      </a:cubicBezTo>
                      <a:cubicBezTo>
                        <a:pt x="4318" y="178"/>
                        <a:pt x="4232" y="185"/>
                        <a:pt x="4219" y="205"/>
                      </a:cubicBezTo>
                      <a:cubicBezTo>
                        <a:pt x="4206" y="218"/>
                        <a:pt x="4179" y="264"/>
                        <a:pt x="4166" y="270"/>
                      </a:cubicBezTo>
                      <a:cubicBezTo>
                        <a:pt x="4160" y="274"/>
                        <a:pt x="4141" y="277"/>
                        <a:pt x="4122" y="277"/>
                      </a:cubicBezTo>
                      <a:cubicBezTo>
                        <a:pt x="4102" y="277"/>
                        <a:pt x="4081" y="274"/>
                        <a:pt x="4067" y="264"/>
                      </a:cubicBezTo>
                      <a:cubicBezTo>
                        <a:pt x="4044" y="247"/>
                        <a:pt x="3987" y="194"/>
                        <a:pt x="3959" y="194"/>
                      </a:cubicBezTo>
                      <a:cubicBezTo>
                        <a:pt x="3955" y="194"/>
                        <a:pt x="3952" y="195"/>
                        <a:pt x="3949" y="198"/>
                      </a:cubicBezTo>
                      <a:cubicBezTo>
                        <a:pt x="3929" y="218"/>
                        <a:pt x="3896" y="224"/>
                        <a:pt x="3909" y="251"/>
                      </a:cubicBezTo>
                      <a:cubicBezTo>
                        <a:pt x="3923" y="277"/>
                        <a:pt x="3969" y="316"/>
                        <a:pt x="3975" y="330"/>
                      </a:cubicBezTo>
                      <a:cubicBezTo>
                        <a:pt x="3982" y="343"/>
                        <a:pt x="3942" y="369"/>
                        <a:pt x="3936" y="369"/>
                      </a:cubicBezTo>
                      <a:cubicBezTo>
                        <a:pt x="3929" y="369"/>
                        <a:pt x="3186" y="349"/>
                        <a:pt x="3153" y="349"/>
                      </a:cubicBezTo>
                      <a:cubicBezTo>
                        <a:pt x="3148" y="350"/>
                        <a:pt x="3141" y="351"/>
                        <a:pt x="3132" y="351"/>
                      </a:cubicBezTo>
                      <a:cubicBezTo>
                        <a:pt x="3077" y="351"/>
                        <a:pt x="2959" y="336"/>
                        <a:pt x="2942" y="336"/>
                      </a:cubicBezTo>
                      <a:cubicBezTo>
                        <a:pt x="2922" y="336"/>
                        <a:pt x="2771" y="409"/>
                        <a:pt x="2771" y="488"/>
                      </a:cubicBezTo>
                      <a:cubicBezTo>
                        <a:pt x="2771" y="566"/>
                        <a:pt x="2764" y="678"/>
                        <a:pt x="2791" y="718"/>
                      </a:cubicBezTo>
                      <a:cubicBezTo>
                        <a:pt x="2810" y="757"/>
                        <a:pt x="2843" y="810"/>
                        <a:pt x="2889" y="823"/>
                      </a:cubicBezTo>
                      <a:cubicBezTo>
                        <a:pt x="2902" y="827"/>
                        <a:pt x="2920" y="828"/>
                        <a:pt x="2940" y="828"/>
                      </a:cubicBezTo>
                      <a:cubicBezTo>
                        <a:pt x="2972" y="828"/>
                        <a:pt x="3010" y="825"/>
                        <a:pt x="3040" y="825"/>
                      </a:cubicBezTo>
                      <a:cubicBezTo>
                        <a:pt x="3059" y="825"/>
                        <a:pt x="3076" y="826"/>
                        <a:pt x="3087" y="830"/>
                      </a:cubicBezTo>
                      <a:cubicBezTo>
                        <a:pt x="3126" y="843"/>
                        <a:pt x="3245" y="882"/>
                        <a:pt x="3258" y="902"/>
                      </a:cubicBezTo>
                      <a:cubicBezTo>
                        <a:pt x="3278" y="922"/>
                        <a:pt x="3284" y="994"/>
                        <a:pt x="3284" y="994"/>
                      </a:cubicBezTo>
                      <a:cubicBezTo>
                        <a:pt x="3284" y="994"/>
                        <a:pt x="3314" y="1213"/>
                        <a:pt x="3266" y="1213"/>
                      </a:cubicBezTo>
                      <a:cubicBezTo>
                        <a:pt x="3264" y="1213"/>
                        <a:pt x="3261" y="1213"/>
                        <a:pt x="3258" y="1211"/>
                      </a:cubicBezTo>
                      <a:cubicBezTo>
                        <a:pt x="3199" y="1192"/>
                        <a:pt x="3100" y="1165"/>
                        <a:pt x="3087" y="1165"/>
                      </a:cubicBezTo>
                      <a:cubicBezTo>
                        <a:pt x="3086" y="1165"/>
                        <a:pt x="3083" y="1165"/>
                        <a:pt x="3080" y="1165"/>
                      </a:cubicBezTo>
                      <a:cubicBezTo>
                        <a:pt x="3047" y="1165"/>
                        <a:pt x="2922" y="1192"/>
                        <a:pt x="2922" y="1192"/>
                      </a:cubicBezTo>
                      <a:cubicBezTo>
                        <a:pt x="2922" y="1192"/>
                        <a:pt x="2830" y="1205"/>
                        <a:pt x="2810" y="1218"/>
                      </a:cubicBezTo>
                      <a:cubicBezTo>
                        <a:pt x="2791" y="1231"/>
                        <a:pt x="2633" y="1271"/>
                        <a:pt x="2633" y="1297"/>
                      </a:cubicBezTo>
                      <a:cubicBezTo>
                        <a:pt x="2633" y="1317"/>
                        <a:pt x="2626" y="1712"/>
                        <a:pt x="2672" y="1784"/>
                      </a:cubicBezTo>
                      <a:cubicBezTo>
                        <a:pt x="2718" y="1850"/>
                        <a:pt x="2725" y="1870"/>
                        <a:pt x="2817" y="1935"/>
                      </a:cubicBezTo>
                      <a:cubicBezTo>
                        <a:pt x="2909" y="2008"/>
                        <a:pt x="3021" y="2093"/>
                        <a:pt x="3021" y="2146"/>
                      </a:cubicBezTo>
                      <a:cubicBezTo>
                        <a:pt x="3021" y="2199"/>
                        <a:pt x="2968" y="2278"/>
                        <a:pt x="3028" y="2343"/>
                      </a:cubicBezTo>
                      <a:cubicBezTo>
                        <a:pt x="3093" y="2403"/>
                        <a:pt x="3146" y="2462"/>
                        <a:pt x="3126" y="2547"/>
                      </a:cubicBezTo>
                      <a:cubicBezTo>
                        <a:pt x="3100" y="2626"/>
                        <a:pt x="3034" y="3206"/>
                        <a:pt x="3008" y="3357"/>
                      </a:cubicBezTo>
                      <a:cubicBezTo>
                        <a:pt x="2988" y="3515"/>
                        <a:pt x="2810" y="4311"/>
                        <a:pt x="2791" y="4403"/>
                      </a:cubicBezTo>
                      <a:cubicBezTo>
                        <a:pt x="2771" y="4502"/>
                        <a:pt x="2718" y="4798"/>
                        <a:pt x="2652" y="4818"/>
                      </a:cubicBezTo>
                      <a:cubicBezTo>
                        <a:pt x="2616" y="4832"/>
                        <a:pt x="2562" y="4843"/>
                        <a:pt x="2517" y="4843"/>
                      </a:cubicBezTo>
                      <a:cubicBezTo>
                        <a:pt x="2479" y="4843"/>
                        <a:pt x="2447" y="4836"/>
                        <a:pt x="2435" y="4818"/>
                      </a:cubicBezTo>
                      <a:cubicBezTo>
                        <a:pt x="2409" y="4779"/>
                        <a:pt x="2369" y="4706"/>
                        <a:pt x="2356" y="4700"/>
                      </a:cubicBezTo>
                      <a:cubicBezTo>
                        <a:pt x="2354" y="4697"/>
                        <a:pt x="2347" y="4696"/>
                        <a:pt x="2338" y="4696"/>
                      </a:cubicBezTo>
                      <a:cubicBezTo>
                        <a:pt x="2299" y="4696"/>
                        <a:pt x="2209" y="4716"/>
                        <a:pt x="2172" y="4732"/>
                      </a:cubicBezTo>
                      <a:cubicBezTo>
                        <a:pt x="2126" y="4752"/>
                        <a:pt x="2054" y="4818"/>
                        <a:pt x="2047" y="4844"/>
                      </a:cubicBezTo>
                      <a:cubicBezTo>
                        <a:pt x="2040" y="4871"/>
                        <a:pt x="1836" y="4890"/>
                        <a:pt x="1771" y="4904"/>
                      </a:cubicBezTo>
                      <a:cubicBezTo>
                        <a:pt x="1705" y="4917"/>
                        <a:pt x="1580" y="4976"/>
                        <a:pt x="1520" y="4976"/>
                      </a:cubicBezTo>
                      <a:cubicBezTo>
                        <a:pt x="1481" y="4976"/>
                        <a:pt x="1430" y="4961"/>
                        <a:pt x="1388" y="4961"/>
                      </a:cubicBezTo>
                      <a:cubicBezTo>
                        <a:pt x="1368" y="4961"/>
                        <a:pt x="1349" y="4965"/>
                        <a:pt x="1336" y="4976"/>
                      </a:cubicBezTo>
                      <a:cubicBezTo>
                        <a:pt x="1303" y="5009"/>
                        <a:pt x="1218" y="5101"/>
                        <a:pt x="1172" y="5134"/>
                      </a:cubicBezTo>
                      <a:cubicBezTo>
                        <a:pt x="1132" y="5160"/>
                        <a:pt x="810" y="5351"/>
                        <a:pt x="770" y="5377"/>
                      </a:cubicBezTo>
                      <a:cubicBezTo>
                        <a:pt x="731" y="5404"/>
                        <a:pt x="639" y="5437"/>
                        <a:pt x="632" y="5489"/>
                      </a:cubicBezTo>
                      <a:cubicBezTo>
                        <a:pt x="619" y="5542"/>
                        <a:pt x="566" y="5654"/>
                        <a:pt x="566" y="5726"/>
                      </a:cubicBezTo>
                      <a:cubicBezTo>
                        <a:pt x="566" y="5805"/>
                        <a:pt x="546" y="5884"/>
                        <a:pt x="520" y="5904"/>
                      </a:cubicBezTo>
                      <a:cubicBezTo>
                        <a:pt x="500" y="5917"/>
                        <a:pt x="388" y="6036"/>
                        <a:pt x="375" y="6108"/>
                      </a:cubicBezTo>
                      <a:cubicBezTo>
                        <a:pt x="356" y="6174"/>
                        <a:pt x="494" y="6345"/>
                        <a:pt x="467" y="6378"/>
                      </a:cubicBezTo>
                      <a:cubicBezTo>
                        <a:pt x="448" y="6417"/>
                        <a:pt x="296" y="6490"/>
                        <a:pt x="231" y="6529"/>
                      </a:cubicBezTo>
                      <a:cubicBezTo>
                        <a:pt x="158" y="6562"/>
                        <a:pt x="0" y="6694"/>
                        <a:pt x="0" y="6786"/>
                      </a:cubicBezTo>
                      <a:cubicBezTo>
                        <a:pt x="0" y="6871"/>
                        <a:pt x="7" y="6904"/>
                        <a:pt x="0" y="6937"/>
                      </a:cubicBezTo>
                      <a:cubicBezTo>
                        <a:pt x="0" y="6937"/>
                        <a:pt x="632" y="7148"/>
                        <a:pt x="724" y="7194"/>
                      </a:cubicBezTo>
                      <a:cubicBezTo>
                        <a:pt x="816" y="7247"/>
                        <a:pt x="1534" y="7411"/>
                        <a:pt x="1718" y="7431"/>
                      </a:cubicBezTo>
                      <a:cubicBezTo>
                        <a:pt x="1896" y="7457"/>
                        <a:pt x="2304" y="7510"/>
                        <a:pt x="2389" y="7589"/>
                      </a:cubicBezTo>
                      <a:cubicBezTo>
                        <a:pt x="2481" y="7668"/>
                        <a:pt x="2824" y="7826"/>
                        <a:pt x="2995" y="7977"/>
                      </a:cubicBezTo>
                      <a:cubicBezTo>
                        <a:pt x="3166" y="8128"/>
                        <a:pt x="4087" y="8504"/>
                        <a:pt x="4298" y="8602"/>
                      </a:cubicBezTo>
                      <a:cubicBezTo>
                        <a:pt x="4502" y="8701"/>
                        <a:pt x="4811" y="8813"/>
                        <a:pt x="4811" y="8813"/>
                      </a:cubicBezTo>
                      <a:lnTo>
                        <a:pt x="4943" y="8872"/>
                      </a:lnTo>
                      <a:cubicBezTo>
                        <a:pt x="4943" y="8872"/>
                        <a:pt x="5134" y="8787"/>
                        <a:pt x="5160" y="8721"/>
                      </a:cubicBezTo>
                      <a:cubicBezTo>
                        <a:pt x="5186" y="8648"/>
                        <a:pt x="5193" y="8550"/>
                        <a:pt x="5252" y="8530"/>
                      </a:cubicBezTo>
                      <a:cubicBezTo>
                        <a:pt x="5267" y="8525"/>
                        <a:pt x="5290" y="8523"/>
                        <a:pt x="5317" y="8523"/>
                      </a:cubicBezTo>
                      <a:cubicBezTo>
                        <a:pt x="5400" y="8523"/>
                        <a:pt x="5520" y="8543"/>
                        <a:pt x="5535" y="8563"/>
                      </a:cubicBezTo>
                      <a:cubicBezTo>
                        <a:pt x="5555" y="8583"/>
                        <a:pt x="5627" y="8655"/>
                        <a:pt x="5660" y="8662"/>
                      </a:cubicBezTo>
                      <a:cubicBezTo>
                        <a:pt x="5662" y="8662"/>
                        <a:pt x="5664" y="8662"/>
                        <a:pt x="5667" y="8662"/>
                      </a:cubicBezTo>
                      <a:cubicBezTo>
                        <a:pt x="5716" y="8662"/>
                        <a:pt x="5871" y="8602"/>
                        <a:pt x="5871" y="8602"/>
                      </a:cubicBezTo>
                      <a:cubicBezTo>
                        <a:pt x="5871" y="8602"/>
                        <a:pt x="5912" y="8549"/>
                        <a:pt x="5944" y="8549"/>
                      </a:cubicBezTo>
                      <a:cubicBezTo>
                        <a:pt x="5946" y="8549"/>
                        <a:pt x="5948" y="8549"/>
                        <a:pt x="5950" y="8550"/>
                      </a:cubicBezTo>
                      <a:cubicBezTo>
                        <a:pt x="5951" y="8550"/>
                        <a:pt x="5953" y="8550"/>
                        <a:pt x="5954" y="8550"/>
                      </a:cubicBezTo>
                      <a:cubicBezTo>
                        <a:pt x="5971" y="8550"/>
                        <a:pt x="5988" y="8531"/>
                        <a:pt x="6004" y="8531"/>
                      </a:cubicBezTo>
                      <a:cubicBezTo>
                        <a:pt x="6012" y="8531"/>
                        <a:pt x="6021" y="8535"/>
                        <a:pt x="6029" y="8550"/>
                      </a:cubicBezTo>
                      <a:cubicBezTo>
                        <a:pt x="6039" y="8565"/>
                        <a:pt x="6068" y="8571"/>
                        <a:pt x="6100" y="8571"/>
                      </a:cubicBezTo>
                      <a:cubicBezTo>
                        <a:pt x="6149" y="8571"/>
                        <a:pt x="6208" y="8558"/>
                        <a:pt x="6220" y="8550"/>
                      </a:cubicBezTo>
                      <a:cubicBezTo>
                        <a:pt x="6233" y="8536"/>
                        <a:pt x="6279" y="8484"/>
                        <a:pt x="6299" y="8398"/>
                      </a:cubicBezTo>
                      <a:cubicBezTo>
                        <a:pt x="6312" y="8313"/>
                        <a:pt x="6285" y="8234"/>
                        <a:pt x="6371" y="8227"/>
                      </a:cubicBezTo>
                      <a:cubicBezTo>
                        <a:pt x="6377" y="8226"/>
                        <a:pt x="6383" y="8226"/>
                        <a:pt x="6390" y="8226"/>
                      </a:cubicBezTo>
                      <a:cubicBezTo>
                        <a:pt x="6476" y="8226"/>
                        <a:pt x="6601" y="8300"/>
                        <a:pt x="6601" y="8300"/>
                      </a:cubicBezTo>
                      <a:cubicBezTo>
                        <a:pt x="6601" y="8300"/>
                        <a:pt x="6657" y="8327"/>
                        <a:pt x="6703" y="8327"/>
                      </a:cubicBezTo>
                      <a:cubicBezTo>
                        <a:pt x="6717" y="8327"/>
                        <a:pt x="6729" y="8325"/>
                        <a:pt x="6739" y="8319"/>
                      </a:cubicBezTo>
                      <a:cubicBezTo>
                        <a:pt x="6792" y="8286"/>
                        <a:pt x="6805" y="8267"/>
                        <a:pt x="6812" y="8221"/>
                      </a:cubicBezTo>
                      <a:cubicBezTo>
                        <a:pt x="6818" y="8181"/>
                        <a:pt x="6845" y="8063"/>
                        <a:pt x="6871" y="8036"/>
                      </a:cubicBezTo>
                      <a:cubicBezTo>
                        <a:pt x="6891" y="8010"/>
                        <a:pt x="6990" y="7970"/>
                        <a:pt x="6990" y="7970"/>
                      </a:cubicBezTo>
                      <a:cubicBezTo>
                        <a:pt x="6990" y="7970"/>
                        <a:pt x="6963" y="7839"/>
                        <a:pt x="6990" y="7806"/>
                      </a:cubicBezTo>
                      <a:cubicBezTo>
                        <a:pt x="7022" y="7766"/>
                        <a:pt x="7121" y="7681"/>
                        <a:pt x="7121" y="7681"/>
                      </a:cubicBezTo>
                      <a:cubicBezTo>
                        <a:pt x="7121" y="7681"/>
                        <a:pt x="7194" y="7615"/>
                        <a:pt x="7220" y="7569"/>
                      </a:cubicBezTo>
                      <a:cubicBezTo>
                        <a:pt x="7246" y="7530"/>
                        <a:pt x="7437" y="7483"/>
                        <a:pt x="7457" y="7483"/>
                      </a:cubicBezTo>
                      <a:cubicBezTo>
                        <a:pt x="7470" y="7483"/>
                        <a:pt x="7812" y="7562"/>
                        <a:pt x="7812" y="7562"/>
                      </a:cubicBezTo>
                      <a:cubicBezTo>
                        <a:pt x="7812" y="7562"/>
                        <a:pt x="7950" y="7707"/>
                        <a:pt x="7970" y="7740"/>
                      </a:cubicBezTo>
                      <a:cubicBezTo>
                        <a:pt x="7990" y="7780"/>
                        <a:pt x="8108" y="7924"/>
                        <a:pt x="8135" y="7931"/>
                      </a:cubicBezTo>
                      <a:cubicBezTo>
                        <a:pt x="8168" y="7931"/>
                        <a:pt x="8247" y="7957"/>
                        <a:pt x="8280" y="8036"/>
                      </a:cubicBezTo>
                      <a:cubicBezTo>
                        <a:pt x="8306" y="8115"/>
                        <a:pt x="8516" y="8175"/>
                        <a:pt x="8516" y="8175"/>
                      </a:cubicBezTo>
                      <a:lnTo>
                        <a:pt x="8648" y="8096"/>
                      </a:lnTo>
                      <a:cubicBezTo>
                        <a:pt x="8648" y="8096"/>
                        <a:pt x="8661" y="8094"/>
                        <a:pt x="8678" y="8094"/>
                      </a:cubicBezTo>
                      <a:cubicBezTo>
                        <a:pt x="8694" y="8094"/>
                        <a:pt x="8714" y="8096"/>
                        <a:pt x="8727" y="8102"/>
                      </a:cubicBezTo>
                      <a:lnTo>
                        <a:pt x="8734" y="8102"/>
                      </a:lnTo>
                      <a:lnTo>
                        <a:pt x="10122" y="8082"/>
                      </a:lnTo>
                      <a:lnTo>
                        <a:pt x="10952" y="8076"/>
                      </a:lnTo>
                      <a:cubicBezTo>
                        <a:pt x="10952" y="8076"/>
                        <a:pt x="10958" y="8017"/>
                        <a:pt x="10952" y="7931"/>
                      </a:cubicBezTo>
                      <a:cubicBezTo>
                        <a:pt x="10952" y="7845"/>
                        <a:pt x="10965" y="7819"/>
                        <a:pt x="10984" y="7766"/>
                      </a:cubicBezTo>
                      <a:cubicBezTo>
                        <a:pt x="11004" y="7720"/>
                        <a:pt x="11057" y="7609"/>
                        <a:pt x="11031" y="7556"/>
                      </a:cubicBezTo>
                      <a:cubicBezTo>
                        <a:pt x="10998" y="7497"/>
                        <a:pt x="10971" y="7339"/>
                        <a:pt x="10971" y="7326"/>
                      </a:cubicBezTo>
                      <a:cubicBezTo>
                        <a:pt x="10971" y="7306"/>
                        <a:pt x="11077" y="7220"/>
                        <a:pt x="11090" y="7161"/>
                      </a:cubicBezTo>
                      <a:cubicBezTo>
                        <a:pt x="11103" y="7095"/>
                        <a:pt x="10971" y="7003"/>
                        <a:pt x="11090" y="7003"/>
                      </a:cubicBezTo>
                      <a:cubicBezTo>
                        <a:pt x="11110" y="7003"/>
                        <a:pt x="11129" y="7003"/>
                        <a:pt x="11149" y="7010"/>
                      </a:cubicBezTo>
                      <a:cubicBezTo>
                        <a:pt x="11149" y="7010"/>
                        <a:pt x="11011" y="6707"/>
                        <a:pt x="10984" y="6687"/>
                      </a:cubicBezTo>
                      <a:cubicBezTo>
                        <a:pt x="10952" y="6674"/>
                        <a:pt x="10905" y="6588"/>
                        <a:pt x="10905" y="6542"/>
                      </a:cubicBezTo>
                      <a:cubicBezTo>
                        <a:pt x="10905" y="6496"/>
                        <a:pt x="11110" y="6305"/>
                        <a:pt x="11182" y="6134"/>
                      </a:cubicBezTo>
                      <a:cubicBezTo>
                        <a:pt x="11261" y="5963"/>
                        <a:pt x="11689" y="5094"/>
                        <a:pt x="11768" y="4877"/>
                      </a:cubicBezTo>
                      <a:cubicBezTo>
                        <a:pt x="11853" y="4653"/>
                        <a:pt x="12222" y="3962"/>
                        <a:pt x="12294" y="3837"/>
                      </a:cubicBezTo>
                      <a:cubicBezTo>
                        <a:pt x="12367" y="3706"/>
                        <a:pt x="12327" y="3620"/>
                        <a:pt x="12334" y="3495"/>
                      </a:cubicBezTo>
                      <a:cubicBezTo>
                        <a:pt x="12340" y="3364"/>
                        <a:pt x="12380" y="3390"/>
                        <a:pt x="12446" y="3331"/>
                      </a:cubicBezTo>
                      <a:cubicBezTo>
                        <a:pt x="12511" y="3271"/>
                        <a:pt x="12617" y="3206"/>
                        <a:pt x="12617" y="3206"/>
                      </a:cubicBezTo>
                      <a:lnTo>
                        <a:pt x="12557" y="3120"/>
                      </a:lnTo>
                      <a:cubicBezTo>
                        <a:pt x="12557" y="3120"/>
                        <a:pt x="12419" y="3212"/>
                        <a:pt x="12288" y="3239"/>
                      </a:cubicBezTo>
                      <a:cubicBezTo>
                        <a:pt x="12274" y="3241"/>
                        <a:pt x="12261" y="3242"/>
                        <a:pt x="12249" y="3242"/>
                      </a:cubicBezTo>
                      <a:cubicBezTo>
                        <a:pt x="12151" y="3242"/>
                        <a:pt x="12108" y="3179"/>
                        <a:pt x="12090" y="3173"/>
                      </a:cubicBezTo>
                      <a:cubicBezTo>
                        <a:pt x="12064" y="3160"/>
                        <a:pt x="12031" y="3120"/>
                        <a:pt x="11972" y="2988"/>
                      </a:cubicBezTo>
                      <a:cubicBezTo>
                        <a:pt x="11942" y="2918"/>
                        <a:pt x="11900" y="2908"/>
                        <a:pt x="11862" y="2908"/>
                      </a:cubicBezTo>
                      <a:cubicBezTo>
                        <a:pt x="11847" y="2908"/>
                        <a:pt x="11832" y="2910"/>
                        <a:pt x="11819" y="2910"/>
                      </a:cubicBezTo>
                      <a:cubicBezTo>
                        <a:pt x="11806" y="2910"/>
                        <a:pt x="11796" y="2908"/>
                        <a:pt x="11787" y="2903"/>
                      </a:cubicBezTo>
                      <a:cubicBezTo>
                        <a:pt x="11748" y="2877"/>
                        <a:pt x="11623" y="2850"/>
                        <a:pt x="11478" y="2778"/>
                      </a:cubicBezTo>
                      <a:cubicBezTo>
                        <a:pt x="11333" y="2705"/>
                        <a:pt x="11327" y="2699"/>
                        <a:pt x="11294" y="2633"/>
                      </a:cubicBezTo>
                      <a:cubicBezTo>
                        <a:pt x="11261" y="2567"/>
                        <a:pt x="11294" y="2495"/>
                        <a:pt x="11294" y="2495"/>
                      </a:cubicBezTo>
                      <a:lnTo>
                        <a:pt x="11063" y="2495"/>
                      </a:lnTo>
                      <a:cubicBezTo>
                        <a:pt x="11063" y="2495"/>
                        <a:pt x="11024" y="2462"/>
                        <a:pt x="10958" y="2403"/>
                      </a:cubicBezTo>
                      <a:cubicBezTo>
                        <a:pt x="10892" y="2350"/>
                        <a:pt x="10912" y="2376"/>
                        <a:pt x="10833" y="2278"/>
                      </a:cubicBezTo>
                      <a:cubicBezTo>
                        <a:pt x="10761" y="2179"/>
                        <a:pt x="10761" y="2054"/>
                        <a:pt x="10741" y="1981"/>
                      </a:cubicBezTo>
                      <a:cubicBezTo>
                        <a:pt x="10715" y="1909"/>
                        <a:pt x="10629" y="1896"/>
                        <a:pt x="10590" y="1804"/>
                      </a:cubicBezTo>
                      <a:cubicBezTo>
                        <a:pt x="10550" y="1712"/>
                        <a:pt x="10590" y="1455"/>
                        <a:pt x="10590" y="1455"/>
                      </a:cubicBezTo>
                      <a:cubicBezTo>
                        <a:pt x="10590" y="1455"/>
                        <a:pt x="10583" y="1455"/>
                        <a:pt x="10570" y="1448"/>
                      </a:cubicBezTo>
                      <a:lnTo>
                        <a:pt x="10530" y="1448"/>
                      </a:lnTo>
                      <a:cubicBezTo>
                        <a:pt x="10524" y="1442"/>
                        <a:pt x="10517" y="1442"/>
                        <a:pt x="10511" y="1442"/>
                      </a:cubicBezTo>
                      <a:cubicBezTo>
                        <a:pt x="10465" y="1435"/>
                        <a:pt x="10405" y="1429"/>
                        <a:pt x="10339" y="1422"/>
                      </a:cubicBezTo>
                      <a:lnTo>
                        <a:pt x="10320" y="1422"/>
                      </a:lnTo>
                      <a:cubicBezTo>
                        <a:pt x="10300" y="1415"/>
                        <a:pt x="10280" y="1415"/>
                        <a:pt x="10261" y="1415"/>
                      </a:cubicBezTo>
                      <a:cubicBezTo>
                        <a:pt x="10247" y="1409"/>
                        <a:pt x="10241" y="1409"/>
                        <a:pt x="10228" y="1409"/>
                      </a:cubicBezTo>
                      <a:lnTo>
                        <a:pt x="10195" y="1409"/>
                      </a:lnTo>
                      <a:cubicBezTo>
                        <a:pt x="10182" y="1409"/>
                        <a:pt x="10162" y="1402"/>
                        <a:pt x="10149" y="1402"/>
                      </a:cubicBezTo>
                      <a:lnTo>
                        <a:pt x="10056" y="1402"/>
                      </a:lnTo>
                      <a:cubicBezTo>
                        <a:pt x="10034" y="1401"/>
                        <a:pt x="10011" y="1401"/>
                        <a:pt x="9990" y="1401"/>
                      </a:cubicBezTo>
                      <a:cubicBezTo>
                        <a:pt x="9875" y="1401"/>
                        <a:pt x="9785" y="1416"/>
                        <a:pt x="9773" y="1455"/>
                      </a:cubicBezTo>
                      <a:cubicBezTo>
                        <a:pt x="9773" y="1455"/>
                        <a:pt x="9695" y="1692"/>
                        <a:pt x="9648" y="1771"/>
                      </a:cubicBezTo>
                      <a:cubicBezTo>
                        <a:pt x="9602" y="1850"/>
                        <a:pt x="9484" y="2041"/>
                        <a:pt x="9510" y="2067"/>
                      </a:cubicBezTo>
                      <a:cubicBezTo>
                        <a:pt x="9537" y="2093"/>
                        <a:pt x="9589" y="2107"/>
                        <a:pt x="9596" y="2139"/>
                      </a:cubicBezTo>
                      <a:cubicBezTo>
                        <a:pt x="9602" y="2172"/>
                        <a:pt x="9543" y="2225"/>
                        <a:pt x="9504" y="2232"/>
                      </a:cubicBezTo>
                      <a:cubicBezTo>
                        <a:pt x="9471" y="2245"/>
                        <a:pt x="9405" y="2271"/>
                        <a:pt x="9379" y="2271"/>
                      </a:cubicBezTo>
                      <a:cubicBezTo>
                        <a:pt x="9346" y="2271"/>
                        <a:pt x="9273" y="2212"/>
                        <a:pt x="9273" y="2212"/>
                      </a:cubicBezTo>
                      <a:cubicBezTo>
                        <a:pt x="9273" y="2212"/>
                        <a:pt x="9227" y="2107"/>
                        <a:pt x="9181" y="2080"/>
                      </a:cubicBezTo>
                      <a:cubicBezTo>
                        <a:pt x="9143" y="2058"/>
                        <a:pt x="8995" y="2000"/>
                        <a:pt x="8928" y="2000"/>
                      </a:cubicBezTo>
                      <a:cubicBezTo>
                        <a:pt x="8914" y="2000"/>
                        <a:pt x="8904" y="2002"/>
                        <a:pt x="8898" y="2008"/>
                      </a:cubicBezTo>
                      <a:cubicBezTo>
                        <a:pt x="8872" y="2041"/>
                        <a:pt x="8720" y="2107"/>
                        <a:pt x="8701" y="2179"/>
                      </a:cubicBezTo>
                      <a:cubicBezTo>
                        <a:pt x="8681" y="2251"/>
                        <a:pt x="8720" y="2297"/>
                        <a:pt x="8727" y="2350"/>
                      </a:cubicBezTo>
                      <a:cubicBezTo>
                        <a:pt x="8740" y="2409"/>
                        <a:pt x="8714" y="2436"/>
                        <a:pt x="8694" y="2455"/>
                      </a:cubicBezTo>
                      <a:cubicBezTo>
                        <a:pt x="8674" y="2482"/>
                        <a:pt x="8668" y="2501"/>
                        <a:pt x="8668" y="2541"/>
                      </a:cubicBezTo>
                      <a:cubicBezTo>
                        <a:pt x="8668" y="2587"/>
                        <a:pt x="8674" y="2607"/>
                        <a:pt x="8714" y="2666"/>
                      </a:cubicBezTo>
                      <a:cubicBezTo>
                        <a:pt x="8753" y="2725"/>
                        <a:pt x="8780" y="2751"/>
                        <a:pt x="8760" y="2771"/>
                      </a:cubicBezTo>
                      <a:cubicBezTo>
                        <a:pt x="8754" y="2777"/>
                        <a:pt x="8747" y="2779"/>
                        <a:pt x="8738" y="2779"/>
                      </a:cubicBezTo>
                      <a:cubicBezTo>
                        <a:pt x="8718" y="2779"/>
                        <a:pt x="8691" y="2765"/>
                        <a:pt x="8668" y="2751"/>
                      </a:cubicBezTo>
                      <a:cubicBezTo>
                        <a:pt x="8635" y="2732"/>
                        <a:pt x="8622" y="2640"/>
                        <a:pt x="8556" y="2640"/>
                      </a:cubicBezTo>
                      <a:cubicBezTo>
                        <a:pt x="8532" y="2640"/>
                        <a:pt x="8514" y="2641"/>
                        <a:pt x="8499" y="2641"/>
                      </a:cubicBezTo>
                      <a:cubicBezTo>
                        <a:pt x="8477" y="2641"/>
                        <a:pt x="8462" y="2638"/>
                        <a:pt x="8451" y="2626"/>
                      </a:cubicBezTo>
                      <a:cubicBezTo>
                        <a:pt x="8437" y="2607"/>
                        <a:pt x="8352" y="2475"/>
                        <a:pt x="8345" y="2462"/>
                      </a:cubicBezTo>
                      <a:cubicBezTo>
                        <a:pt x="8339" y="2449"/>
                        <a:pt x="8260" y="2343"/>
                        <a:pt x="8187" y="2311"/>
                      </a:cubicBezTo>
                      <a:cubicBezTo>
                        <a:pt x="8115" y="2271"/>
                        <a:pt x="7990" y="2225"/>
                        <a:pt x="8010" y="2192"/>
                      </a:cubicBezTo>
                      <a:cubicBezTo>
                        <a:pt x="8023" y="2166"/>
                        <a:pt x="8141" y="2100"/>
                        <a:pt x="8181" y="2074"/>
                      </a:cubicBezTo>
                      <a:cubicBezTo>
                        <a:pt x="8220" y="2047"/>
                        <a:pt x="8247" y="1981"/>
                        <a:pt x="8247" y="1935"/>
                      </a:cubicBezTo>
                      <a:cubicBezTo>
                        <a:pt x="8247" y="1896"/>
                        <a:pt x="8273" y="1810"/>
                        <a:pt x="8194" y="1738"/>
                      </a:cubicBezTo>
                      <a:cubicBezTo>
                        <a:pt x="8115" y="1666"/>
                        <a:pt x="8043" y="1442"/>
                        <a:pt x="8036" y="1376"/>
                      </a:cubicBezTo>
                      <a:cubicBezTo>
                        <a:pt x="8036" y="1310"/>
                        <a:pt x="8003" y="1277"/>
                        <a:pt x="8003" y="1238"/>
                      </a:cubicBezTo>
                      <a:cubicBezTo>
                        <a:pt x="8010" y="1192"/>
                        <a:pt x="7970" y="1119"/>
                        <a:pt x="8003" y="1060"/>
                      </a:cubicBezTo>
                      <a:cubicBezTo>
                        <a:pt x="8036" y="1001"/>
                        <a:pt x="8115" y="909"/>
                        <a:pt x="8095" y="876"/>
                      </a:cubicBezTo>
                      <a:cubicBezTo>
                        <a:pt x="8069" y="843"/>
                        <a:pt x="8016" y="705"/>
                        <a:pt x="7990" y="698"/>
                      </a:cubicBezTo>
                      <a:cubicBezTo>
                        <a:pt x="7964" y="685"/>
                        <a:pt x="7779" y="534"/>
                        <a:pt x="7779" y="534"/>
                      </a:cubicBezTo>
                      <a:cubicBezTo>
                        <a:pt x="7779" y="534"/>
                        <a:pt x="7786" y="435"/>
                        <a:pt x="7819" y="356"/>
                      </a:cubicBezTo>
                      <a:cubicBezTo>
                        <a:pt x="7852" y="283"/>
                        <a:pt x="7878" y="224"/>
                        <a:pt x="7839" y="191"/>
                      </a:cubicBezTo>
                      <a:cubicBezTo>
                        <a:pt x="7799" y="152"/>
                        <a:pt x="7687" y="99"/>
                        <a:pt x="7667" y="99"/>
                      </a:cubicBezTo>
                      <a:cubicBezTo>
                        <a:pt x="7648" y="93"/>
                        <a:pt x="7516" y="60"/>
                        <a:pt x="7516" y="60"/>
                      </a:cubicBezTo>
                      <a:cubicBezTo>
                        <a:pt x="7516" y="60"/>
                        <a:pt x="7424" y="7"/>
                        <a:pt x="740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1590;p19">
                  <a:extLst>
                    <a:ext uri="{FF2B5EF4-FFF2-40B4-BE49-F238E27FC236}">
                      <a16:creationId xmlns:a16="http://schemas.microsoft.com/office/drawing/2014/main" id="{F0CD88FA-B39E-FF6F-CCA7-86FB5A0ED051}"/>
                    </a:ext>
                  </a:extLst>
                </p:cNvPr>
                <p:cNvSpPr/>
                <p:nvPr/>
              </p:nvSpPr>
              <p:spPr>
                <a:xfrm>
                  <a:off x="7730016" y="1941465"/>
                  <a:ext cx="439735" cy="6522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9" h="5976" extrusionOk="0">
                      <a:moveTo>
                        <a:pt x="3015" y="1"/>
                      </a:moveTo>
                      <a:cubicBezTo>
                        <a:pt x="3008" y="27"/>
                        <a:pt x="3002" y="60"/>
                        <a:pt x="2995" y="80"/>
                      </a:cubicBezTo>
                      <a:cubicBezTo>
                        <a:pt x="2975" y="159"/>
                        <a:pt x="2890" y="225"/>
                        <a:pt x="2850" y="264"/>
                      </a:cubicBezTo>
                      <a:cubicBezTo>
                        <a:pt x="2811" y="304"/>
                        <a:pt x="2751" y="337"/>
                        <a:pt x="2686" y="389"/>
                      </a:cubicBezTo>
                      <a:cubicBezTo>
                        <a:pt x="2613" y="442"/>
                        <a:pt x="2482" y="455"/>
                        <a:pt x="2482" y="455"/>
                      </a:cubicBezTo>
                      <a:cubicBezTo>
                        <a:pt x="2482" y="455"/>
                        <a:pt x="2409" y="521"/>
                        <a:pt x="2350" y="593"/>
                      </a:cubicBezTo>
                      <a:cubicBezTo>
                        <a:pt x="2297" y="666"/>
                        <a:pt x="2350" y="685"/>
                        <a:pt x="2350" y="731"/>
                      </a:cubicBezTo>
                      <a:cubicBezTo>
                        <a:pt x="2350" y="778"/>
                        <a:pt x="2310" y="843"/>
                        <a:pt x="2264" y="903"/>
                      </a:cubicBezTo>
                      <a:cubicBezTo>
                        <a:pt x="2225" y="962"/>
                        <a:pt x="2139" y="1054"/>
                        <a:pt x="2139" y="1054"/>
                      </a:cubicBezTo>
                      <a:cubicBezTo>
                        <a:pt x="2139" y="1054"/>
                        <a:pt x="2146" y="1074"/>
                        <a:pt x="2159" y="1120"/>
                      </a:cubicBezTo>
                      <a:cubicBezTo>
                        <a:pt x="2166" y="1166"/>
                        <a:pt x="2225" y="1218"/>
                        <a:pt x="2225" y="1245"/>
                      </a:cubicBezTo>
                      <a:cubicBezTo>
                        <a:pt x="2218" y="1278"/>
                        <a:pt x="2212" y="1291"/>
                        <a:pt x="2172" y="1344"/>
                      </a:cubicBezTo>
                      <a:cubicBezTo>
                        <a:pt x="2133" y="1396"/>
                        <a:pt x="2153" y="1455"/>
                        <a:pt x="2159" y="1488"/>
                      </a:cubicBezTo>
                      <a:cubicBezTo>
                        <a:pt x="2166" y="1528"/>
                        <a:pt x="2205" y="1587"/>
                        <a:pt x="2232" y="1633"/>
                      </a:cubicBezTo>
                      <a:cubicBezTo>
                        <a:pt x="2258" y="1673"/>
                        <a:pt x="2271" y="1771"/>
                        <a:pt x="2271" y="1811"/>
                      </a:cubicBezTo>
                      <a:cubicBezTo>
                        <a:pt x="2271" y="1844"/>
                        <a:pt x="2245" y="1877"/>
                        <a:pt x="2212" y="1903"/>
                      </a:cubicBezTo>
                      <a:cubicBezTo>
                        <a:pt x="2185" y="1936"/>
                        <a:pt x="2120" y="1962"/>
                        <a:pt x="2080" y="2021"/>
                      </a:cubicBezTo>
                      <a:cubicBezTo>
                        <a:pt x="2047" y="2074"/>
                        <a:pt x="2067" y="2337"/>
                        <a:pt x="2067" y="2390"/>
                      </a:cubicBezTo>
                      <a:cubicBezTo>
                        <a:pt x="2067" y="2436"/>
                        <a:pt x="2126" y="2443"/>
                        <a:pt x="2139" y="2456"/>
                      </a:cubicBezTo>
                      <a:cubicBezTo>
                        <a:pt x="2159" y="2469"/>
                        <a:pt x="2199" y="2489"/>
                        <a:pt x="2238" y="2495"/>
                      </a:cubicBezTo>
                      <a:cubicBezTo>
                        <a:pt x="2278" y="2508"/>
                        <a:pt x="2297" y="2548"/>
                        <a:pt x="2304" y="2581"/>
                      </a:cubicBezTo>
                      <a:cubicBezTo>
                        <a:pt x="2317" y="2614"/>
                        <a:pt x="2291" y="2686"/>
                        <a:pt x="2278" y="2726"/>
                      </a:cubicBezTo>
                      <a:cubicBezTo>
                        <a:pt x="2271" y="2772"/>
                        <a:pt x="2225" y="2818"/>
                        <a:pt x="2192" y="2864"/>
                      </a:cubicBezTo>
                      <a:cubicBezTo>
                        <a:pt x="2176" y="2883"/>
                        <a:pt x="2155" y="2888"/>
                        <a:pt x="2133" y="2888"/>
                      </a:cubicBezTo>
                      <a:cubicBezTo>
                        <a:pt x="2102" y="2888"/>
                        <a:pt x="2068" y="2877"/>
                        <a:pt x="2041" y="2877"/>
                      </a:cubicBezTo>
                      <a:cubicBezTo>
                        <a:pt x="2001" y="2884"/>
                        <a:pt x="1949" y="2930"/>
                        <a:pt x="1870" y="2963"/>
                      </a:cubicBezTo>
                      <a:cubicBezTo>
                        <a:pt x="1855" y="2968"/>
                        <a:pt x="1841" y="2970"/>
                        <a:pt x="1826" y="2970"/>
                      </a:cubicBezTo>
                      <a:cubicBezTo>
                        <a:pt x="1769" y="2970"/>
                        <a:pt x="1717" y="2935"/>
                        <a:pt x="1712" y="2930"/>
                      </a:cubicBezTo>
                      <a:cubicBezTo>
                        <a:pt x="1705" y="2930"/>
                        <a:pt x="1672" y="2890"/>
                        <a:pt x="1666" y="2870"/>
                      </a:cubicBezTo>
                      <a:cubicBezTo>
                        <a:pt x="1661" y="2864"/>
                        <a:pt x="1644" y="2861"/>
                        <a:pt x="1620" y="2861"/>
                      </a:cubicBezTo>
                      <a:cubicBezTo>
                        <a:pt x="1575" y="2861"/>
                        <a:pt x="1509" y="2871"/>
                        <a:pt x="1461" y="2884"/>
                      </a:cubicBezTo>
                      <a:cubicBezTo>
                        <a:pt x="1396" y="2910"/>
                        <a:pt x="1402" y="2943"/>
                        <a:pt x="1369" y="2989"/>
                      </a:cubicBezTo>
                      <a:cubicBezTo>
                        <a:pt x="1336" y="3035"/>
                        <a:pt x="1238" y="3088"/>
                        <a:pt x="1172" y="3127"/>
                      </a:cubicBezTo>
                      <a:cubicBezTo>
                        <a:pt x="1106" y="3160"/>
                        <a:pt x="1001" y="3292"/>
                        <a:pt x="909" y="3344"/>
                      </a:cubicBezTo>
                      <a:cubicBezTo>
                        <a:pt x="810" y="3403"/>
                        <a:pt x="593" y="3456"/>
                        <a:pt x="580" y="3463"/>
                      </a:cubicBezTo>
                      <a:cubicBezTo>
                        <a:pt x="573" y="3463"/>
                        <a:pt x="560" y="3476"/>
                        <a:pt x="534" y="3489"/>
                      </a:cubicBezTo>
                      <a:cubicBezTo>
                        <a:pt x="494" y="3522"/>
                        <a:pt x="435" y="3568"/>
                        <a:pt x="408" y="3594"/>
                      </a:cubicBezTo>
                      <a:cubicBezTo>
                        <a:pt x="376" y="3627"/>
                        <a:pt x="329" y="3686"/>
                        <a:pt x="329" y="3739"/>
                      </a:cubicBezTo>
                      <a:cubicBezTo>
                        <a:pt x="329" y="3792"/>
                        <a:pt x="323" y="3844"/>
                        <a:pt x="303" y="3923"/>
                      </a:cubicBezTo>
                      <a:cubicBezTo>
                        <a:pt x="277" y="4009"/>
                        <a:pt x="185" y="4160"/>
                        <a:pt x="165" y="4239"/>
                      </a:cubicBezTo>
                      <a:cubicBezTo>
                        <a:pt x="145" y="4318"/>
                        <a:pt x="99" y="4338"/>
                        <a:pt x="60" y="4371"/>
                      </a:cubicBezTo>
                      <a:cubicBezTo>
                        <a:pt x="27" y="4404"/>
                        <a:pt x="0" y="4443"/>
                        <a:pt x="0" y="4503"/>
                      </a:cubicBezTo>
                      <a:cubicBezTo>
                        <a:pt x="0" y="4562"/>
                        <a:pt x="20" y="4654"/>
                        <a:pt x="20" y="4654"/>
                      </a:cubicBezTo>
                      <a:cubicBezTo>
                        <a:pt x="20" y="4654"/>
                        <a:pt x="73" y="4759"/>
                        <a:pt x="93" y="4792"/>
                      </a:cubicBezTo>
                      <a:cubicBezTo>
                        <a:pt x="106" y="4818"/>
                        <a:pt x="93" y="4878"/>
                        <a:pt x="93" y="4891"/>
                      </a:cubicBezTo>
                      <a:cubicBezTo>
                        <a:pt x="93" y="4904"/>
                        <a:pt x="125" y="5003"/>
                        <a:pt x="132" y="5029"/>
                      </a:cubicBezTo>
                      <a:cubicBezTo>
                        <a:pt x="139" y="5062"/>
                        <a:pt x="93" y="5095"/>
                        <a:pt x="86" y="5108"/>
                      </a:cubicBezTo>
                      <a:cubicBezTo>
                        <a:pt x="79" y="5115"/>
                        <a:pt x="66" y="5292"/>
                        <a:pt x="60" y="5352"/>
                      </a:cubicBezTo>
                      <a:cubicBezTo>
                        <a:pt x="60" y="5411"/>
                        <a:pt x="33" y="5444"/>
                        <a:pt x="33" y="5444"/>
                      </a:cubicBezTo>
                      <a:lnTo>
                        <a:pt x="152" y="5444"/>
                      </a:lnTo>
                      <a:cubicBezTo>
                        <a:pt x="158" y="5444"/>
                        <a:pt x="158" y="5444"/>
                        <a:pt x="165" y="5431"/>
                      </a:cubicBezTo>
                      <a:cubicBezTo>
                        <a:pt x="189" y="5407"/>
                        <a:pt x="235" y="5350"/>
                        <a:pt x="258" y="5350"/>
                      </a:cubicBezTo>
                      <a:cubicBezTo>
                        <a:pt x="260" y="5350"/>
                        <a:pt x="262" y="5350"/>
                        <a:pt x="264" y="5352"/>
                      </a:cubicBezTo>
                      <a:cubicBezTo>
                        <a:pt x="297" y="5371"/>
                        <a:pt x="376" y="5477"/>
                        <a:pt x="376" y="5529"/>
                      </a:cubicBezTo>
                      <a:cubicBezTo>
                        <a:pt x="376" y="5582"/>
                        <a:pt x="408" y="5595"/>
                        <a:pt x="408" y="5628"/>
                      </a:cubicBezTo>
                      <a:cubicBezTo>
                        <a:pt x="408" y="5667"/>
                        <a:pt x="395" y="5720"/>
                        <a:pt x="408" y="5766"/>
                      </a:cubicBezTo>
                      <a:cubicBezTo>
                        <a:pt x="428" y="5806"/>
                        <a:pt x="422" y="5872"/>
                        <a:pt x="501" y="5904"/>
                      </a:cubicBezTo>
                      <a:cubicBezTo>
                        <a:pt x="573" y="5944"/>
                        <a:pt x="678" y="5944"/>
                        <a:pt x="705" y="5944"/>
                      </a:cubicBezTo>
                      <a:cubicBezTo>
                        <a:pt x="720" y="5949"/>
                        <a:pt x="762" y="5976"/>
                        <a:pt x="801" y="5976"/>
                      </a:cubicBezTo>
                      <a:cubicBezTo>
                        <a:pt x="811" y="5976"/>
                        <a:pt x="821" y="5974"/>
                        <a:pt x="830" y="5970"/>
                      </a:cubicBezTo>
                      <a:cubicBezTo>
                        <a:pt x="836" y="5964"/>
                        <a:pt x="843" y="5964"/>
                        <a:pt x="849" y="5957"/>
                      </a:cubicBezTo>
                      <a:cubicBezTo>
                        <a:pt x="895" y="5931"/>
                        <a:pt x="955" y="5885"/>
                        <a:pt x="988" y="5852"/>
                      </a:cubicBezTo>
                      <a:cubicBezTo>
                        <a:pt x="1021" y="5819"/>
                        <a:pt x="1113" y="5707"/>
                        <a:pt x="1126" y="5707"/>
                      </a:cubicBezTo>
                      <a:cubicBezTo>
                        <a:pt x="1139" y="5707"/>
                        <a:pt x="1178" y="5733"/>
                        <a:pt x="1211" y="5733"/>
                      </a:cubicBezTo>
                      <a:cubicBezTo>
                        <a:pt x="1251" y="5733"/>
                        <a:pt x="1350" y="5687"/>
                        <a:pt x="1389" y="5667"/>
                      </a:cubicBezTo>
                      <a:cubicBezTo>
                        <a:pt x="1422" y="5641"/>
                        <a:pt x="1521" y="5536"/>
                        <a:pt x="1547" y="5490"/>
                      </a:cubicBezTo>
                      <a:cubicBezTo>
                        <a:pt x="1573" y="5450"/>
                        <a:pt x="1685" y="5246"/>
                        <a:pt x="1672" y="5213"/>
                      </a:cubicBezTo>
                      <a:cubicBezTo>
                        <a:pt x="1659" y="5174"/>
                        <a:pt x="1639" y="5121"/>
                        <a:pt x="1600" y="5088"/>
                      </a:cubicBezTo>
                      <a:cubicBezTo>
                        <a:pt x="1560" y="5055"/>
                        <a:pt x="1488" y="4996"/>
                        <a:pt x="1547" y="4917"/>
                      </a:cubicBezTo>
                      <a:cubicBezTo>
                        <a:pt x="1606" y="4838"/>
                        <a:pt x="1771" y="4746"/>
                        <a:pt x="1791" y="4740"/>
                      </a:cubicBezTo>
                      <a:cubicBezTo>
                        <a:pt x="1799" y="4735"/>
                        <a:pt x="1830" y="4697"/>
                        <a:pt x="1851" y="4697"/>
                      </a:cubicBezTo>
                      <a:cubicBezTo>
                        <a:pt x="1862" y="4697"/>
                        <a:pt x="1870" y="4708"/>
                        <a:pt x="1870" y="4740"/>
                      </a:cubicBezTo>
                      <a:cubicBezTo>
                        <a:pt x="1870" y="4832"/>
                        <a:pt x="1883" y="4865"/>
                        <a:pt x="1916" y="4865"/>
                      </a:cubicBezTo>
                      <a:cubicBezTo>
                        <a:pt x="1944" y="4869"/>
                        <a:pt x="1948" y="4874"/>
                        <a:pt x="1970" y="4874"/>
                      </a:cubicBezTo>
                      <a:cubicBezTo>
                        <a:pt x="1979" y="4874"/>
                        <a:pt x="1990" y="4873"/>
                        <a:pt x="2008" y="4871"/>
                      </a:cubicBezTo>
                      <a:cubicBezTo>
                        <a:pt x="2049" y="4867"/>
                        <a:pt x="2097" y="4858"/>
                        <a:pt x="2131" y="4858"/>
                      </a:cubicBezTo>
                      <a:cubicBezTo>
                        <a:pt x="2152" y="4858"/>
                        <a:pt x="2167" y="4861"/>
                        <a:pt x="2172" y="4871"/>
                      </a:cubicBezTo>
                      <a:cubicBezTo>
                        <a:pt x="2185" y="4891"/>
                        <a:pt x="2172" y="4950"/>
                        <a:pt x="2238" y="4976"/>
                      </a:cubicBezTo>
                      <a:cubicBezTo>
                        <a:pt x="2281" y="4988"/>
                        <a:pt x="2317" y="5002"/>
                        <a:pt x="2347" y="5002"/>
                      </a:cubicBezTo>
                      <a:cubicBezTo>
                        <a:pt x="2368" y="5002"/>
                        <a:pt x="2386" y="4995"/>
                        <a:pt x="2403" y="4976"/>
                      </a:cubicBezTo>
                      <a:cubicBezTo>
                        <a:pt x="2442" y="4924"/>
                        <a:pt x="2501" y="4851"/>
                        <a:pt x="2528" y="4832"/>
                      </a:cubicBezTo>
                      <a:cubicBezTo>
                        <a:pt x="2554" y="4812"/>
                        <a:pt x="2653" y="4772"/>
                        <a:pt x="2699" y="4772"/>
                      </a:cubicBezTo>
                      <a:cubicBezTo>
                        <a:pt x="2745" y="4766"/>
                        <a:pt x="2837" y="4753"/>
                        <a:pt x="2837" y="4753"/>
                      </a:cubicBezTo>
                      <a:lnTo>
                        <a:pt x="3054" y="4582"/>
                      </a:lnTo>
                      <a:cubicBezTo>
                        <a:pt x="3054" y="4582"/>
                        <a:pt x="3061" y="4522"/>
                        <a:pt x="3166" y="4476"/>
                      </a:cubicBezTo>
                      <a:cubicBezTo>
                        <a:pt x="3252" y="4437"/>
                        <a:pt x="3363" y="4351"/>
                        <a:pt x="3410" y="4318"/>
                      </a:cubicBezTo>
                      <a:cubicBezTo>
                        <a:pt x="3416" y="4312"/>
                        <a:pt x="3423" y="4305"/>
                        <a:pt x="3423" y="4305"/>
                      </a:cubicBezTo>
                      <a:cubicBezTo>
                        <a:pt x="3423" y="4305"/>
                        <a:pt x="3436" y="4279"/>
                        <a:pt x="3554" y="4193"/>
                      </a:cubicBezTo>
                      <a:cubicBezTo>
                        <a:pt x="3679" y="4108"/>
                        <a:pt x="3745" y="4068"/>
                        <a:pt x="3785" y="4009"/>
                      </a:cubicBezTo>
                      <a:cubicBezTo>
                        <a:pt x="3818" y="3969"/>
                        <a:pt x="3851" y="3891"/>
                        <a:pt x="3864" y="3858"/>
                      </a:cubicBezTo>
                      <a:cubicBezTo>
                        <a:pt x="3870" y="3844"/>
                        <a:pt x="3870" y="3838"/>
                        <a:pt x="3870" y="3838"/>
                      </a:cubicBezTo>
                      <a:cubicBezTo>
                        <a:pt x="3870" y="3838"/>
                        <a:pt x="3864" y="3680"/>
                        <a:pt x="3837" y="3627"/>
                      </a:cubicBezTo>
                      <a:cubicBezTo>
                        <a:pt x="3804" y="3575"/>
                        <a:pt x="3778" y="3542"/>
                        <a:pt x="3778" y="3515"/>
                      </a:cubicBezTo>
                      <a:cubicBezTo>
                        <a:pt x="3778" y="3489"/>
                        <a:pt x="3791" y="3423"/>
                        <a:pt x="3824" y="3371"/>
                      </a:cubicBezTo>
                      <a:cubicBezTo>
                        <a:pt x="3837" y="3351"/>
                        <a:pt x="3851" y="3331"/>
                        <a:pt x="3864" y="3318"/>
                      </a:cubicBezTo>
                      <a:cubicBezTo>
                        <a:pt x="3890" y="3272"/>
                        <a:pt x="3923" y="3232"/>
                        <a:pt x="3929" y="3213"/>
                      </a:cubicBezTo>
                      <a:cubicBezTo>
                        <a:pt x="3943" y="3186"/>
                        <a:pt x="4028" y="2956"/>
                        <a:pt x="3976" y="2897"/>
                      </a:cubicBezTo>
                      <a:cubicBezTo>
                        <a:pt x="3923" y="2831"/>
                        <a:pt x="3824" y="2897"/>
                        <a:pt x="3778" y="2759"/>
                      </a:cubicBezTo>
                      <a:cubicBezTo>
                        <a:pt x="3732" y="2627"/>
                        <a:pt x="3699" y="2508"/>
                        <a:pt x="3699" y="2436"/>
                      </a:cubicBezTo>
                      <a:cubicBezTo>
                        <a:pt x="3699" y="2364"/>
                        <a:pt x="3673" y="2331"/>
                        <a:pt x="3646" y="2285"/>
                      </a:cubicBezTo>
                      <a:cubicBezTo>
                        <a:pt x="3620" y="2232"/>
                        <a:pt x="3614" y="2127"/>
                        <a:pt x="3620" y="2054"/>
                      </a:cubicBezTo>
                      <a:cubicBezTo>
                        <a:pt x="3633" y="1982"/>
                        <a:pt x="3666" y="1870"/>
                        <a:pt x="3640" y="1817"/>
                      </a:cubicBezTo>
                      <a:cubicBezTo>
                        <a:pt x="3614" y="1765"/>
                        <a:pt x="3508" y="1666"/>
                        <a:pt x="3462" y="1620"/>
                      </a:cubicBezTo>
                      <a:cubicBezTo>
                        <a:pt x="3416" y="1574"/>
                        <a:pt x="3410" y="1455"/>
                        <a:pt x="3410" y="1436"/>
                      </a:cubicBezTo>
                      <a:cubicBezTo>
                        <a:pt x="3403" y="1416"/>
                        <a:pt x="3416" y="1265"/>
                        <a:pt x="3449" y="1199"/>
                      </a:cubicBezTo>
                      <a:cubicBezTo>
                        <a:pt x="3482" y="1126"/>
                        <a:pt x="3554" y="1034"/>
                        <a:pt x="3515" y="955"/>
                      </a:cubicBezTo>
                      <a:cubicBezTo>
                        <a:pt x="3475" y="876"/>
                        <a:pt x="3416" y="797"/>
                        <a:pt x="3390" y="745"/>
                      </a:cubicBezTo>
                      <a:cubicBezTo>
                        <a:pt x="3363" y="692"/>
                        <a:pt x="3331" y="620"/>
                        <a:pt x="3331" y="527"/>
                      </a:cubicBezTo>
                      <a:cubicBezTo>
                        <a:pt x="3331" y="435"/>
                        <a:pt x="3363" y="205"/>
                        <a:pt x="3377" y="159"/>
                      </a:cubicBezTo>
                      <a:cubicBezTo>
                        <a:pt x="3383" y="139"/>
                        <a:pt x="3390" y="100"/>
                        <a:pt x="3390" y="60"/>
                      </a:cubicBezTo>
                      <a:cubicBezTo>
                        <a:pt x="3383" y="60"/>
                        <a:pt x="3377" y="60"/>
                        <a:pt x="3370" y="67"/>
                      </a:cubicBezTo>
                      <a:lnTo>
                        <a:pt x="3291" y="67"/>
                      </a:lnTo>
                      <a:cubicBezTo>
                        <a:pt x="3278" y="60"/>
                        <a:pt x="3271" y="60"/>
                        <a:pt x="3258" y="60"/>
                      </a:cubicBezTo>
                      <a:cubicBezTo>
                        <a:pt x="3245" y="54"/>
                        <a:pt x="3232" y="54"/>
                        <a:pt x="3219" y="54"/>
                      </a:cubicBezTo>
                      <a:lnTo>
                        <a:pt x="3212" y="54"/>
                      </a:lnTo>
                      <a:cubicBezTo>
                        <a:pt x="3206" y="54"/>
                        <a:pt x="3206" y="47"/>
                        <a:pt x="3199" y="47"/>
                      </a:cubicBezTo>
                      <a:cubicBezTo>
                        <a:pt x="3186" y="47"/>
                        <a:pt x="3179" y="40"/>
                        <a:pt x="3166" y="40"/>
                      </a:cubicBezTo>
                      <a:cubicBezTo>
                        <a:pt x="3133" y="34"/>
                        <a:pt x="3100" y="27"/>
                        <a:pt x="3074" y="21"/>
                      </a:cubicBezTo>
                      <a:cubicBezTo>
                        <a:pt x="3067" y="21"/>
                        <a:pt x="3061" y="14"/>
                        <a:pt x="3054" y="14"/>
                      </a:cubicBezTo>
                      <a:lnTo>
                        <a:pt x="3048" y="14"/>
                      </a:lnTo>
                      <a:cubicBezTo>
                        <a:pt x="3041" y="8"/>
                        <a:pt x="3041" y="8"/>
                        <a:pt x="3034" y="8"/>
                      </a:cubicBezTo>
                      <a:cubicBezTo>
                        <a:pt x="3028" y="8"/>
                        <a:pt x="3021" y="1"/>
                        <a:pt x="3015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1567;p19">
                  <a:extLst>
                    <a:ext uri="{FF2B5EF4-FFF2-40B4-BE49-F238E27FC236}">
                      <a16:creationId xmlns:a16="http://schemas.microsoft.com/office/drawing/2014/main" id="{CF77CD6D-CA14-624C-1BAF-97BBF696BC62}"/>
                    </a:ext>
                  </a:extLst>
                </p:cNvPr>
                <p:cNvSpPr/>
                <p:nvPr/>
              </p:nvSpPr>
              <p:spPr>
                <a:xfrm>
                  <a:off x="7344851" y="2745036"/>
                  <a:ext cx="877178" cy="70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37" h="6432" extrusionOk="0">
                      <a:moveTo>
                        <a:pt x="5076" y="1"/>
                      </a:moveTo>
                      <a:cubicBezTo>
                        <a:pt x="4992" y="1"/>
                        <a:pt x="4851" y="12"/>
                        <a:pt x="4799" y="26"/>
                      </a:cubicBezTo>
                      <a:cubicBezTo>
                        <a:pt x="4726" y="46"/>
                        <a:pt x="4535" y="217"/>
                        <a:pt x="4535" y="217"/>
                      </a:cubicBezTo>
                      <a:lnTo>
                        <a:pt x="4437" y="269"/>
                      </a:lnTo>
                      <a:lnTo>
                        <a:pt x="4410" y="289"/>
                      </a:lnTo>
                      <a:cubicBezTo>
                        <a:pt x="4410" y="289"/>
                        <a:pt x="4239" y="335"/>
                        <a:pt x="4187" y="368"/>
                      </a:cubicBezTo>
                      <a:cubicBezTo>
                        <a:pt x="4134" y="401"/>
                        <a:pt x="4055" y="460"/>
                        <a:pt x="4029" y="487"/>
                      </a:cubicBezTo>
                      <a:cubicBezTo>
                        <a:pt x="4002" y="520"/>
                        <a:pt x="3805" y="684"/>
                        <a:pt x="3792" y="704"/>
                      </a:cubicBezTo>
                      <a:cubicBezTo>
                        <a:pt x="3774" y="722"/>
                        <a:pt x="3652" y="751"/>
                        <a:pt x="3605" y="751"/>
                      </a:cubicBezTo>
                      <a:cubicBezTo>
                        <a:pt x="3601" y="751"/>
                        <a:pt x="3597" y="750"/>
                        <a:pt x="3594" y="750"/>
                      </a:cubicBezTo>
                      <a:cubicBezTo>
                        <a:pt x="3568" y="750"/>
                        <a:pt x="3607" y="684"/>
                        <a:pt x="3627" y="625"/>
                      </a:cubicBezTo>
                      <a:cubicBezTo>
                        <a:pt x="3647" y="559"/>
                        <a:pt x="3673" y="572"/>
                        <a:pt x="3680" y="546"/>
                      </a:cubicBezTo>
                      <a:cubicBezTo>
                        <a:pt x="3680" y="546"/>
                        <a:pt x="3601" y="533"/>
                        <a:pt x="3561" y="533"/>
                      </a:cubicBezTo>
                      <a:cubicBezTo>
                        <a:pt x="3535" y="533"/>
                        <a:pt x="3520" y="553"/>
                        <a:pt x="3500" y="553"/>
                      </a:cubicBezTo>
                      <a:cubicBezTo>
                        <a:pt x="3490" y="553"/>
                        <a:pt x="3478" y="548"/>
                        <a:pt x="3463" y="533"/>
                      </a:cubicBezTo>
                      <a:cubicBezTo>
                        <a:pt x="3410" y="487"/>
                        <a:pt x="3377" y="447"/>
                        <a:pt x="3364" y="434"/>
                      </a:cubicBezTo>
                      <a:cubicBezTo>
                        <a:pt x="3351" y="414"/>
                        <a:pt x="3259" y="348"/>
                        <a:pt x="3259" y="348"/>
                      </a:cubicBezTo>
                      <a:cubicBezTo>
                        <a:pt x="3259" y="348"/>
                        <a:pt x="3199" y="441"/>
                        <a:pt x="3206" y="467"/>
                      </a:cubicBezTo>
                      <a:cubicBezTo>
                        <a:pt x="3219" y="487"/>
                        <a:pt x="3232" y="520"/>
                        <a:pt x="3252" y="552"/>
                      </a:cubicBezTo>
                      <a:cubicBezTo>
                        <a:pt x="3272" y="585"/>
                        <a:pt x="3298" y="618"/>
                        <a:pt x="3278" y="631"/>
                      </a:cubicBezTo>
                      <a:cubicBezTo>
                        <a:pt x="3264" y="641"/>
                        <a:pt x="3257" y="650"/>
                        <a:pt x="3240" y="650"/>
                      </a:cubicBezTo>
                      <a:cubicBezTo>
                        <a:pt x="3233" y="650"/>
                        <a:pt x="3224" y="648"/>
                        <a:pt x="3212" y="645"/>
                      </a:cubicBezTo>
                      <a:cubicBezTo>
                        <a:pt x="3166" y="638"/>
                        <a:pt x="3114" y="618"/>
                        <a:pt x="3101" y="618"/>
                      </a:cubicBezTo>
                      <a:cubicBezTo>
                        <a:pt x="3087" y="618"/>
                        <a:pt x="3074" y="612"/>
                        <a:pt x="3059" y="612"/>
                      </a:cubicBezTo>
                      <a:cubicBezTo>
                        <a:pt x="3052" y="612"/>
                        <a:pt x="3044" y="614"/>
                        <a:pt x="3035" y="618"/>
                      </a:cubicBezTo>
                      <a:cubicBezTo>
                        <a:pt x="3002" y="625"/>
                        <a:pt x="2936" y="677"/>
                        <a:pt x="2962" y="717"/>
                      </a:cubicBezTo>
                      <a:cubicBezTo>
                        <a:pt x="2982" y="756"/>
                        <a:pt x="3041" y="809"/>
                        <a:pt x="3028" y="835"/>
                      </a:cubicBezTo>
                      <a:cubicBezTo>
                        <a:pt x="3022" y="855"/>
                        <a:pt x="2949" y="914"/>
                        <a:pt x="2956" y="934"/>
                      </a:cubicBezTo>
                      <a:cubicBezTo>
                        <a:pt x="2962" y="960"/>
                        <a:pt x="2989" y="993"/>
                        <a:pt x="3008" y="1039"/>
                      </a:cubicBezTo>
                      <a:cubicBezTo>
                        <a:pt x="3028" y="1085"/>
                        <a:pt x="3068" y="1125"/>
                        <a:pt x="3074" y="1132"/>
                      </a:cubicBezTo>
                      <a:cubicBezTo>
                        <a:pt x="3074" y="1145"/>
                        <a:pt x="3107" y="1184"/>
                        <a:pt x="3074" y="1211"/>
                      </a:cubicBezTo>
                      <a:cubicBezTo>
                        <a:pt x="3041" y="1237"/>
                        <a:pt x="3028" y="1250"/>
                        <a:pt x="2956" y="1270"/>
                      </a:cubicBezTo>
                      <a:cubicBezTo>
                        <a:pt x="2883" y="1283"/>
                        <a:pt x="2818" y="1296"/>
                        <a:pt x="2804" y="1296"/>
                      </a:cubicBezTo>
                      <a:cubicBezTo>
                        <a:pt x="2800" y="1296"/>
                        <a:pt x="2790" y="1295"/>
                        <a:pt x="2778" y="1295"/>
                      </a:cubicBezTo>
                      <a:cubicBezTo>
                        <a:pt x="2753" y="1295"/>
                        <a:pt x="2721" y="1298"/>
                        <a:pt x="2712" y="1316"/>
                      </a:cubicBezTo>
                      <a:cubicBezTo>
                        <a:pt x="2699" y="1342"/>
                        <a:pt x="2679" y="1382"/>
                        <a:pt x="2679" y="1447"/>
                      </a:cubicBezTo>
                      <a:cubicBezTo>
                        <a:pt x="2679" y="1513"/>
                        <a:pt x="2712" y="1520"/>
                        <a:pt x="2679" y="1573"/>
                      </a:cubicBezTo>
                      <a:cubicBezTo>
                        <a:pt x="2646" y="1619"/>
                        <a:pt x="2614" y="1605"/>
                        <a:pt x="2627" y="1645"/>
                      </a:cubicBezTo>
                      <a:cubicBezTo>
                        <a:pt x="2640" y="1684"/>
                        <a:pt x="2627" y="1711"/>
                        <a:pt x="2679" y="1770"/>
                      </a:cubicBezTo>
                      <a:cubicBezTo>
                        <a:pt x="2732" y="1829"/>
                        <a:pt x="2765" y="1869"/>
                        <a:pt x="2791" y="1921"/>
                      </a:cubicBezTo>
                      <a:cubicBezTo>
                        <a:pt x="2818" y="1974"/>
                        <a:pt x="2857" y="2040"/>
                        <a:pt x="2831" y="2066"/>
                      </a:cubicBezTo>
                      <a:cubicBezTo>
                        <a:pt x="2798" y="2086"/>
                        <a:pt x="2745" y="2106"/>
                        <a:pt x="2719" y="2139"/>
                      </a:cubicBezTo>
                      <a:cubicBezTo>
                        <a:pt x="2693" y="2171"/>
                        <a:pt x="2614" y="2231"/>
                        <a:pt x="2594" y="2277"/>
                      </a:cubicBezTo>
                      <a:cubicBezTo>
                        <a:pt x="2567" y="2323"/>
                        <a:pt x="2515" y="2369"/>
                        <a:pt x="2561" y="2408"/>
                      </a:cubicBezTo>
                      <a:cubicBezTo>
                        <a:pt x="2600" y="2448"/>
                        <a:pt x="2640" y="2441"/>
                        <a:pt x="2660" y="2454"/>
                      </a:cubicBezTo>
                      <a:cubicBezTo>
                        <a:pt x="2686" y="2468"/>
                        <a:pt x="2699" y="2540"/>
                        <a:pt x="2693" y="2553"/>
                      </a:cubicBezTo>
                      <a:cubicBezTo>
                        <a:pt x="2679" y="2573"/>
                        <a:pt x="2646" y="2612"/>
                        <a:pt x="2646" y="2645"/>
                      </a:cubicBezTo>
                      <a:cubicBezTo>
                        <a:pt x="2653" y="2678"/>
                        <a:pt x="2679" y="2744"/>
                        <a:pt x="2679" y="2770"/>
                      </a:cubicBezTo>
                      <a:cubicBezTo>
                        <a:pt x="2686" y="2797"/>
                        <a:pt x="2719" y="2830"/>
                        <a:pt x="2693" y="2862"/>
                      </a:cubicBezTo>
                      <a:cubicBezTo>
                        <a:pt x="2666" y="2902"/>
                        <a:pt x="2640" y="2928"/>
                        <a:pt x="2581" y="2968"/>
                      </a:cubicBezTo>
                      <a:cubicBezTo>
                        <a:pt x="2528" y="3007"/>
                        <a:pt x="2449" y="3066"/>
                        <a:pt x="2416" y="3080"/>
                      </a:cubicBezTo>
                      <a:cubicBezTo>
                        <a:pt x="2393" y="3085"/>
                        <a:pt x="2294" y="3157"/>
                        <a:pt x="2239" y="3157"/>
                      </a:cubicBezTo>
                      <a:cubicBezTo>
                        <a:pt x="2231" y="3157"/>
                        <a:pt x="2224" y="3155"/>
                        <a:pt x="2219" y="3152"/>
                      </a:cubicBezTo>
                      <a:cubicBezTo>
                        <a:pt x="2173" y="3126"/>
                        <a:pt x="2080" y="3093"/>
                        <a:pt x="2048" y="3080"/>
                      </a:cubicBezTo>
                      <a:cubicBezTo>
                        <a:pt x="2029" y="3071"/>
                        <a:pt x="1992" y="3055"/>
                        <a:pt x="1954" y="3055"/>
                      </a:cubicBezTo>
                      <a:cubicBezTo>
                        <a:pt x="1937" y="3055"/>
                        <a:pt x="1919" y="3058"/>
                        <a:pt x="1903" y="3066"/>
                      </a:cubicBezTo>
                      <a:cubicBezTo>
                        <a:pt x="1869" y="3079"/>
                        <a:pt x="1833" y="3084"/>
                        <a:pt x="1806" y="3084"/>
                      </a:cubicBezTo>
                      <a:cubicBezTo>
                        <a:pt x="1791" y="3084"/>
                        <a:pt x="1778" y="3082"/>
                        <a:pt x="1771" y="3080"/>
                      </a:cubicBezTo>
                      <a:cubicBezTo>
                        <a:pt x="1763" y="3074"/>
                        <a:pt x="1739" y="3072"/>
                        <a:pt x="1711" y="3072"/>
                      </a:cubicBezTo>
                      <a:cubicBezTo>
                        <a:pt x="1672" y="3072"/>
                        <a:pt x="1624" y="3076"/>
                        <a:pt x="1593" y="3080"/>
                      </a:cubicBezTo>
                      <a:cubicBezTo>
                        <a:pt x="1547" y="3086"/>
                        <a:pt x="1521" y="3093"/>
                        <a:pt x="1482" y="3113"/>
                      </a:cubicBezTo>
                      <a:cubicBezTo>
                        <a:pt x="1435" y="3139"/>
                        <a:pt x="1370" y="3178"/>
                        <a:pt x="1343" y="3198"/>
                      </a:cubicBezTo>
                      <a:cubicBezTo>
                        <a:pt x="1324" y="3224"/>
                        <a:pt x="1324" y="3231"/>
                        <a:pt x="1258" y="3231"/>
                      </a:cubicBezTo>
                      <a:cubicBezTo>
                        <a:pt x="1185" y="3231"/>
                        <a:pt x="1113" y="3185"/>
                        <a:pt x="1093" y="3185"/>
                      </a:cubicBezTo>
                      <a:cubicBezTo>
                        <a:pt x="1067" y="3185"/>
                        <a:pt x="968" y="3231"/>
                        <a:pt x="948" y="3231"/>
                      </a:cubicBezTo>
                      <a:cubicBezTo>
                        <a:pt x="929" y="3231"/>
                        <a:pt x="804" y="3264"/>
                        <a:pt x="725" y="3284"/>
                      </a:cubicBezTo>
                      <a:cubicBezTo>
                        <a:pt x="652" y="3303"/>
                        <a:pt x="534" y="3303"/>
                        <a:pt x="501" y="3336"/>
                      </a:cubicBezTo>
                      <a:cubicBezTo>
                        <a:pt x="461" y="3369"/>
                        <a:pt x="415" y="3461"/>
                        <a:pt x="396" y="3507"/>
                      </a:cubicBezTo>
                      <a:cubicBezTo>
                        <a:pt x="389" y="3527"/>
                        <a:pt x="389" y="3554"/>
                        <a:pt x="376" y="3573"/>
                      </a:cubicBezTo>
                      <a:cubicBezTo>
                        <a:pt x="376" y="3580"/>
                        <a:pt x="376" y="3580"/>
                        <a:pt x="376" y="3586"/>
                      </a:cubicBezTo>
                      <a:cubicBezTo>
                        <a:pt x="369" y="3593"/>
                        <a:pt x="369" y="3600"/>
                        <a:pt x="363" y="3613"/>
                      </a:cubicBezTo>
                      <a:cubicBezTo>
                        <a:pt x="363" y="3613"/>
                        <a:pt x="363" y="3619"/>
                        <a:pt x="356" y="3619"/>
                      </a:cubicBezTo>
                      <a:cubicBezTo>
                        <a:pt x="356" y="3626"/>
                        <a:pt x="356" y="3626"/>
                        <a:pt x="350" y="3632"/>
                      </a:cubicBezTo>
                      <a:cubicBezTo>
                        <a:pt x="350" y="3632"/>
                        <a:pt x="350" y="3632"/>
                        <a:pt x="343" y="3639"/>
                      </a:cubicBezTo>
                      <a:cubicBezTo>
                        <a:pt x="343" y="3639"/>
                        <a:pt x="336" y="3646"/>
                        <a:pt x="336" y="3646"/>
                      </a:cubicBezTo>
                      <a:cubicBezTo>
                        <a:pt x="290" y="3685"/>
                        <a:pt x="178" y="3711"/>
                        <a:pt x="159" y="3777"/>
                      </a:cubicBezTo>
                      <a:cubicBezTo>
                        <a:pt x="146" y="3823"/>
                        <a:pt x="159" y="3869"/>
                        <a:pt x="139" y="3915"/>
                      </a:cubicBezTo>
                      <a:cubicBezTo>
                        <a:pt x="132" y="3929"/>
                        <a:pt x="126" y="3942"/>
                        <a:pt x="113" y="3955"/>
                      </a:cubicBezTo>
                      <a:cubicBezTo>
                        <a:pt x="47" y="4008"/>
                        <a:pt x="1" y="4027"/>
                        <a:pt x="1" y="4067"/>
                      </a:cubicBezTo>
                      <a:cubicBezTo>
                        <a:pt x="1" y="4106"/>
                        <a:pt x="27" y="4212"/>
                        <a:pt x="27" y="4238"/>
                      </a:cubicBezTo>
                      <a:cubicBezTo>
                        <a:pt x="27" y="4258"/>
                        <a:pt x="40" y="4363"/>
                        <a:pt x="40" y="4363"/>
                      </a:cubicBezTo>
                      <a:cubicBezTo>
                        <a:pt x="40" y="4356"/>
                        <a:pt x="40" y="4356"/>
                        <a:pt x="47" y="4356"/>
                      </a:cubicBezTo>
                      <a:cubicBezTo>
                        <a:pt x="47" y="4356"/>
                        <a:pt x="53" y="4350"/>
                        <a:pt x="53" y="4350"/>
                      </a:cubicBezTo>
                      <a:cubicBezTo>
                        <a:pt x="60" y="4343"/>
                        <a:pt x="60" y="4343"/>
                        <a:pt x="67" y="4337"/>
                      </a:cubicBezTo>
                      <a:cubicBezTo>
                        <a:pt x="73" y="4337"/>
                        <a:pt x="73" y="4330"/>
                        <a:pt x="80" y="4330"/>
                      </a:cubicBezTo>
                      <a:cubicBezTo>
                        <a:pt x="86" y="4324"/>
                        <a:pt x="99" y="4317"/>
                        <a:pt x="113" y="4304"/>
                      </a:cubicBezTo>
                      <a:cubicBezTo>
                        <a:pt x="113" y="4304"/>
                        <a:pt x="119" y="4297"/>
                        <a:pt x="126" y="4297"/>
                      </a:cubicBezTo>
                      <a:cubicBezTo>
                        <a:pt x="126" y="4291"/>
                        <a:pt x="126" y="4291"/>
                        <a:pt x="126" y="4291"/>
                      </a:cubicBezTo>
                      <a:cubicBezTo>
                        <a:pt x="139" y="4284"/>
                        <a:pt x="146" y="4277"/>
                        <a:pt x="152" y="4277"/>
                      </a:cubicBezTo>
                      <a:cubicBezTo>
                        <a:pt x="159" y="4264"/>
                        <a:pt x="172" y="4258"/>
                        <a:pt x="185" y="4245"/>
                      </a:cubicBezTo>
                      <a:cubicBezTo>
                        <a:pt x="192" y="4238"/>
                        <a:pt x="205" y="4231"/>
                        <a:pt x="211" y="4225"/>
                      </a:cubicBezTo>
                      <a:cubicBezTo>
                        <a:pt x="225" y="4218"/>
                        <a:pt x="231" y="4212"/>
                        <a:pt x="244" y="4205"/>
                      </a:cubicBezTo>
                      <a:cubicBezTo>
                        <a:pt x="244" y="4198"/>
                        <a:pt x="251" y="4198"/>
                        <a:pt x="251" y="4198"/>
                      </a:cubicBezTo>
                      <a:cubicBezTo>
                        <a:pt x="271" y="4185"/>
                        <a:pt x="277" y="4179"/>
                        <a:pt x="290" y="4172"/>
                      </a:cubicBezTo>
                      <a:cubicBezTo>
                        <a:pt x="330" y="4152"/>
                        <a:pt x="369" y="4113"/>
                        <a:pt x="389" y="4113"/>
                      </a:cubicBezTo>
                      <a:cubicBezTo>
                        <a:pt x="409" y="4113"/>
                        <a:pt x="508" y="4126"/>
                        <a:pt x="527" y="4152"/>
                      </a:cubicBezTo>
                      <a:cubicBezTo>
                        <a:pt x="540" y="4179"/>
                        <a:pt x="652" y="4238"/>
                        <a:pt x="698" y="4238"/>
                      </a:cubicBezTo>
                      <a:cubicBezTo>
                        <a:pt x="729" y="4238"/>
                        <a:pt x="780" y="4241"/>
                        <a:pt x="821" y="4241"/>
                      </a:cubicBezTo>
                      <a:cubicBezTo>
                        <a:pt x="841" y="4241"/>
                        <a:pt x="859" y="4240"/>
                        <a:pt x="869" y="4238"/>
                      </a:cubicBezTo>
                      <a:cubicBezTo>
                        <a:pt x="909" y="4231"/>
                        <a:pt x="1021" y="4192"/>
                        <a:pt x="1074" y="4192"/>
                      </a:cubicBezTo>
                      <a:cubicBezTo>
                        <a:pt x="1120" y="4192"/>
                        <a:pt x="1238" y="4212"/>
                        <a:pt x="1238" y="4212"/>
                      </a:cubicBezTo>
                      <a:cubicBezTo>
                        <a:pt x="1238" y="4212"/>
                        <a:pt x="1240" y="4210"/>
                        <a:pt x="1243" y="4210"/>
                      </a:cubicBezTo>
                      <a:cubicBezTo>
                        <a:pt x="1250" y="4210"/>
                        <a:pt x="1260" y="4216"/>
                        <a:pt x="1264" y="4251"/>
                      </a:cubicBezTo>
                      <a:cubicBezTo>
                        <a:pt x="1271" y="4304"/>
                        <a:pt x="1278" y="4356"/>
                        <a:pt x="1284" y="4396"/>
                      </a:cubicBezTo>
                      <a:cubicBezTo>
                        <a:pt x="1284" y="4427"/>
                        <a:pt x="1296" y="4495"/>
                        <a:pt x="1315" y="4495"/>
                      </a:cubicBezTo>
                      <a:cubicBezTo>
                        <a:pt x="1315" y="4495"/>
                        <a:pt x="1316" y="4495"/>
                        <a:pt x="1317" y="4495"/>
                      </a:cubicBezTo>
                      <a:cubicBezTo>
                        <a:pt x="1330" y="4488"/>
                        <a:pt x="1416" y="4435"/>
                        <a:pt x="1416" y="4435"/>
                      </a:cubicBezTo>
                      <a:cubicBezTo>
                        <a:pt x="1416" y="4435"/>
                        <a:pt x="1451" y="4408"/>
                        <a:pt x="1472" y="4408"/>
                      </a:cubicBezTo>
                      <a:cubicBezTo>
                        <a:pt x="1480" y="4408"/>
                        <a:pt x="1486" y="4411"/>
                        <a:pt x="1488" y="4422"/>
                      </a:cubicBezTo>
                      <a:cubicBezTo>
                        <a:pt x="1488" y="4459"/>
                        <a:pt x="1499" y="4529"/>
                        <a:pt x="1511" y="4529"/>
                      </a:cubicBezTo>
                      <a:cubicBezTo>
                        <a:pt x="1512" y="4529"/>
                        <a:pt x="1513" y="4529"/>
                        <a:pt x="1514" y="4528"/>
                      </a:cubicBezTo>
                      <a:cubicBezTo>
                        <a:pt x="1528" y="4514"/>
                        <a:pt x="1587" y="4455"/>
                        <a:pt x="1587" y="4455"/>
                      </a:cubicBezTo>
                      <a:lnTo>
                        <a:pt x="1626" y="4396"/>
                      </a:lnTo>
                      <a:lnTo>
                        <a:pt x="1659" y="4383"/>
                      </a:lnTo>
                      <a:cubicBezTo>
                        <a:pt x="1659" y="4383"/>
                        <a:pt x="1694" y="4402"/>
                        <a:pt x="1737" y="4402"/>
                      </a:cubicBezTo>
                      <a:cubicBezTo>
                        <a:pt x="1750" y="4402"/>
                        <a:pt x="1764" y="4400"/>
                        <a:pt x="1778" y="4396"/>
                      </a:cubicBezTo>
                      <a:cubicBezTo>
                        <a:pt x="1844" y="4383"/>
                        <a:pt x="2008" y="4383"/>
                        <a:pt x="2015" y="4376"/>
                      </a:cubicBezTo>
                      <a:cubicBezTo>
                        <a:pt x="2028" y="4376"/>
                        <a:pt x="2048" y="4343"/>
                        <a:pt x="2067" y="4343"/>
                      </a:cubicBezTo>
                      <a:cubicBezTo>
                        <a:pt x="2094" y="4343"/>
                        <a:pt x="2173" y="4356"/>
                        <a:pt x="2186" y="4363"/>
                      </a:cubicBezTo>
                      <a:cubicBezTo>
                        <a:pt x="2192" y="4367"/>
                        <a:pt x="2200" y="4368"/>
                        <a:pt x="2209" y="4368"/>
                      </a:cubicBezTo>
                      <a:cubicBezTo>
                        <a:pt x="2230" y="4368"/>
                        <a:pt x="2257" y="4359"/>
                        <a:pt x="2271" y="4350"/>
                      </a:cubicBezTo>
                      <a:cubicBezTo>
                        <a:pt x="2284" y="4343"/>
                        <a:pt x="2278" y="4330"/>
                        <a:pt x="2344" y="4297"/>
                      </a:cubicBezTo>
                      <a:cubicBezTo>
                        <a:pt x="2403" y="4264"/>
                        <a:pt x="2482" y="4251"/>
                        <a:pt x="2489" y="4251"/>
                      </a:cubicBezTo>
                      <a:cubicBezTo>
                        <a:pt x="2495" y="4251"/>
                        <a:pt x="2554" y="4291"/>
                        <a:pt x="2554" y="4291"/>
                      </a:cubicBezTo>
                      <a:cubicBezTo>
                        <a:pt x="2554" y="4291"/>
                        <a:pt x="2567" y="4286"/>
                        <a:pt x="2588" y="4286"/>
                      </a:cubicBezTo>
                      <a:cubicBezTo>
                        <a:pt x="2604" y="4286"/>
                        <a:pt x="2624" y="4289"/>
                        <a:pt x="2646" y="4297"/>
                      </a:cubicBezTo>
                      <a:cubicBezTo>
                        <a:pt x="2693" y="4317"/>
                        <a:pt x="2765" y="4429"/>
                        <a:pt x="2772" y="4449"/>
                      </a:cubicBezTo>
                      <a:cubicBezTo>
                        <a:pt x="2772" y="4468"/>
                        <a:pt x="2699" y="4560"/>
                        <a:pt x="2693" y="4587"/>
                      </a:cubicBezTo>
                      <a:cubicBezTo>
                        <a:pt x="2686" y="4607"/>
                        <a:pt x="2765" y="4653"/>
                        <a:pt x="2785" y="4666"/>
                      </a:cubicBezTo>
                      <a:cubicBezTo>
                        <a:pt x="2804" y="4679"/>
                        <a:pt x="2844" y="4712"/>
                        <a:pt x="2831" y="4764"/>
                      </a:cubicBezTo>
                      <a:cubicBezTo>
                        <a:pt x="2811" y="4824"/>
                        <a:pt x="2824" y="4817"/>
                        <a:pt x="2798" y="4870"/>
                      </a:cubicBezTo>
                      <a:cubicBezTo>
                        <a:pt x="2765" y="4916"/>
                        <a:pt x="2818" y="5094"/>
                        <a:pt x="2844" y="5140"/>
                      </a:cubicBezTo>
                      <a:cubicBezTo>
                        <a:pt x="2864" y="5179"/>
                        <a:pt x="2897" y="5291"/>
                        <a:pt x="2910" y="5298"/>
                      </a:cubicBezTo>
                      <a:cubicBezTo>
                        <a:pt x="2914" y="5300"/>
                        <a:pt x="2921" y="5300"/>
                        <a:pt x="2930" y="5300"/>
                      </a:cubicBezTo>
                      <a:cubicBezTo>
                        <a:pt x="2948" y="5300"/>
                        <a:pt x="2971" y="5298"/>
                        <a:pt x="2989" y="5298"/>
                      </a:cubicBezTo>
                      <a:cubicBezTo>
                        <a:pt x="2992" y="5298"/>
                        <a:pt x="2994" y="5299"/>
                        <a:pt x="2995" y="5299"/>
                      </a:cubicBezTo>
                      <a:cubicBezTo>
                        <a:pt x="3007" y="5299"/>
                        <a:pt x="2984" y="5278"/>
                        <a:pt x="3101" y="5278"/>
                      </a:cubicBezTo>
                      <a:cubicBezTo>
                        <a:pt x="3232" y="5278"/>
                        <a:pt x="3291" y="5344"/>
                        <a:pt x="3291" y="5363"/>
                      </a:cubicBezTo>
                      <a:cubicBezTo>
                        <a:pt x="3291" y="5383"/>
                        <a:pt x="3272" y="5462"/>
                        <a:pt x="3245" y="5488"/>
                      </a:cubicBezTo>
                      <a:cubicBezTo>
                        <a:pt x="3212" y="5515"/>
                        <a:pt x="3153" y="5567"/>
                        <a:pt x="3147" y="5594"/>
                      </a:cubicBezTo>
                      <a:cubicBezTo>
                        <a:pt x="3140" y="5620"/>
                        <a:pt x="3147" y="5692"/>
                        <a:pt x="3153" y="5712"/>
                      </a:cubicBezTo>
                      <a:cubicBezTo>
                        <a:pt x="3160" y="5732"/>
                        <a:pt x="3166" y="5824"/>
                        <a:pt x="3160" y="5844"/>
                      </a:cubicBezTo>
                      <a:cubicBezTo>
                        <a:pt x="3147" y="5864"/>
                        <a:pt x="3140" y="5844"/>
                        <a:pt x="3153" y="5923"/>
                      </a:cubicBezTo>
                      <a:cubicBezTo>
                        <a:pt x="3166" y="5995"/>
                        <a:pt x="3212" y="6068"/>
                        <a:pt x="3226" y="6081"/>
                      </a:cubicBezTo>
                      <a:cubicBezTo>
                        <a:pt x="3245" y="6087"/>
                        <a:pt x="3311" y="6114"/>
                        <a:pt x="3318" y="6166"/>
                      </a:cubicBezTo>
                      <a:cubicBezTo>
                        <a:pt x="3324" y="6212"/>
                        <a:pt x="3344" y="6324"/>
                        <a:pt x="3384" y="6351"/>
                      </a:cubicBezTo>
                      <a:cubicBezTo>
                        <a:pt x="3416" y="6383"/>
                        <a:pt x="3456" y="6390"/>
                        <a:pt x="3482" y="6390"/>
                      </a:cubicBezTo>
                      <a:cubicBezTo>
                        <a:pt x="3505" y="6396"/>
                        <a:pt x="3700" y="6432"/>
                        <a:pt x="3757" y="6432"/>
                      </a:cubicBezTo>
                      <a:cubicBezTo>
                        <a:pt x="3765" y="6432"/>
                        <a:pt x="3770" y="6431"/>
                        <a:pt x="3772" y="6430"/>
                      </a:cubicBezTo>
                      <a:cubicBezTo>
                        <a:pt x="3778" y="6410"/>
                        <a:pt x="3792" y="6410"/>
                        <a:pt x="3811" y="6344"/>
                      </a:cubicBezTo>
                      <a:cubicBezTo>
                        <a:pt x="3838" y="6278"/>
                        <a:pt x="3851" y="6239"/>
                        <a:pt x="3890" y="6226"/>
                      </a:cubicBezTo>
                      <a:cubicBezTo>
                        <a:pt x="3925" y="6211"/>
                        <a:pt x="3922" y="6203"/>
                        <a:pt x="3955" y="6203"/>
                      </a:cubicBezTo>
                      <a:cubicBezTo>
                        <a:pt x="3966" y="6203"/>
                        <a:pt x="3981" y="6204"/>
                        <a:pt x="4002" y="6206"/>
                      </a:cubicBezTo>
                      <a:cubicBezTo>
                        <a:pt x="4081" y="6212"/>
                        <a:pt x="4114" y="6212"/>
                        <a:pt x="4154" y="6212"/>
                      </a:cubicBezTo>
                      <a:cubicBezTo>
                        <a:pt x="4187" y="6206"/>
                        <a:pt x="4246" y="6206"/>
                        <a:pt x="4279" y="6173"/>
                      </a:cubicBezTo>
                      <a:cubicBezTo>
                        <a:pt x="4312" y="6140"/>
                        <a:pt x="4391" y="6081"/>
                        <a:pt x="4391" y="6081"/>
                      </a:cubicBezTo>
                      <a:lnTo>
                        <a:pt x="4489" y="6054"/>
                      </a:lnTo>
                      <a:lnTo>
                        <a:pt x="4575" y="5975"/>
                      </a:lnTo>
                      <a:cubicBezTo>
                        <a:pt x="4575" y="5975"/>
                        <a:pt x="4831" y="5910"/>
                        <a:pt x="4917" y="5890"/>
                      </a:cubicBezTo>
                      <a:cubicBezTo>
                        <a:pt x="4937" y="5890"/>
                        <a:pt x="4957" y="5883"/>
                        <a:pt x="4983" y="5870"/>
                      </a:cubicBezTo>
                      <a:cubicBezTo>
                        <a:pt x="4989" y="5870"/>
                        <a:pt x="4996" y="5870"/>
                        <a:pt x="5003" y="5864"/>
                      </a:cubicBezTo>
                      <a:cubicBezTo>
                        <a:pt x="5029" y="5857"/>
                        <a:pt x="5055" y="5850"/>
                        <a:pt x="5082" y="5837"/>
                      </a:cubicBezTo>
                      <a:cubicBezTo>
                        <a:pt x="5108" y="5831"/>
                        <a:pt x="5134" y="5817"/>
                        <a:pt x="5154" y="5811"/>
                      </a:cubicBezTo>
                      <a:cubicBezTo>
                        <a:pt x="5161" y="5811"/>
                        <a:pt x="5167" y="5804"/>
                        <a:pt x="5174" y="5804"/>
                      </a:cubicBezTo>
                      <a:cubicBezTo>
                        <a:pt x="5220" y="5791"/>
                        <a:pt x="5266" y="5771"/>
                        <a:pt x="5299" y="5765"/>
                      </a:cubicBezTo>
                      <a:cubicBezTo>
                        <a:pt x="5299" y="5758"/>
                        <a:pt x="5305" y="5758"/>
                        <a:pt x="5305" y="5758"/>
                      </a:cubicBezTo>
                      <a:cubicBezTo>
                        <a:pt x="5312" y="5758"/>
                        <a:pt x="5319" y="5758"/>
                        <a:pt x="5325" y="5752"/>
                      </a:cubicBezTo>
                      <a:cubicBezTo>
                        <a:pt x="5336" y="5750"/>
                        <a:pt x="5348" y="5749"/>
                        <a:pt x="5360" y="5749"/>
                      </a:cubicBezTo>
                      <a:cubicBezTo>
                        <a:pt x="5426" y="5749"/>
                        <a:pt x="5512" y="5774"/>
                        <a:pt x="5562" y="5785"/>
                      </a:cubicBezTo>
                      <a:cubicBezTo>
                        <a:pt x="5615" y="5791"/>
                        <a:pt x="5700" y="5824"/>
                        <a:pt x="5733" y="5831"/>
                      </a:cubicBezTo>
                      <a:cubicBezTo>
                        <a:pt x="5759" y="5831"/>
                        <a:pt x="5799" y="5785"/>
                        <a:pt x="5838" y="5719"/>
                      </a:cubicBezTo>
                      <a:cubicBezTo>
                        <a:pt x="5871" y="5660"/>
                        <a:pt x="6181" y="5600"/>
                        <a:pt x="6181" y="5600"/>
                      </a:cubicBezTo>
                      <a:cubicBezTo>
                        <a:pt x="6181" y="5600"/>
                        <a:pt x="6246" y="5587"/>
                        <a:pt x="6266" y="5574"/>
                      </a:cubicBezTo>
                      <a:cubicBezTo>
                        <a:pt x="6293" y="5561"/>
                        <a:pt x="6299" y="5528"/>
                        <a:pt x="6279" y="5469"/>
                      </a:cubicBezTo>
                      <a:cubicBezTo>
                        <a:pt x="6253" y="5403"/>
                        <a:pt x="6293" y="5357"/>
                        <a:pt x="6312" y="5311"/>
                      </a:cubicBezTo>
                      <a:cubicBezTo>
                        <a:pt x="6332" y="5265"/>
                        <a:pt x="6352" y="5199"/>
                        <a:pt x="6365" y="5159"/>
                      </a:cubicBezTo>
                      <a:cubicBezTo>
                        <a:pt x="6385" y="5113"/>
                        <a:pt x="6385" y="5107"/>
                        <a:pt x="6437" y="5008"/>
                      </a:cubicBezTo>
                      <a:cubicBezTo>
                        <a:pt x="6497" y="4916"/>
                        <a:pt x="6529" y="4936"/>
                        <a:pt x="6556" y="4857"/>
                      </a:cubicBezTo>
                      <a:cubicBezTo>
                        <a:pt x="6562" y="4824"/>
                        <a:pt x="6608" y="4791"/>
                        <a:pt x="6655" y="4764"/>
                      </a:cubicBezTo>
                      <a:cubicBezTo>
                        <a:pt x="6655" y="4764"/>
                        <a:pt x="6655" y="4758"/>
                        <a:pt x="6648" y="4758"/>
                      </a:cubicBezTo>
                      <a:cubicBezTo>
                        <a:pt x="6641" y="4718"/>
                        <a:pt x="6608" y="4587"/>
                        <a:pt x="6608" y="4547"/>
                      </a:cubicBezTo>
                      <a:cubicBezTo>
                        <a:pt x="6608" y="4501"/>
                        <a:pt x="6701" y="4488"/>
                        <a:pt x="6773" y="4462"/>
                      </a:cubicBezTo>
                      <a:cubicBezTo>
                        <a:pt x="6845" y="4429"/>
                        <a:pt x="6878" y="4455"/>
                        <a:pt x="6918" y="4402"/>
                      </a:cubicBezTo>
                      <a:cubicBezTo>
                        <a:pt x="6964" y="4356"/>
                        <a:pt x="7036" y="4291"/>
                        <a:pt x="7063" y="4271"/>
                      </a:cubicBezTo>
                      <a:cubicBezTo>
                        <a:pt x="7089" y="4251"/>
                        <a:pt x="7076" y="4133"/>
                        <a:pt x="7109" y="4080"/>
                      </a:cubicBezTo>
                      <a:cubicBezTo>
                        <a:pt x="7142" y="4034"/>
                        <a:pt x="7201" y="3929"/>
                        <a:pt x="7273" y="3810"/>
                      </a:cubicBezTo>
                      <a:cubicBezTo>
                        <a:pt x="7346" y="3698"/>
                        <a:pt x="7273" y="3659"/>
                        <a:pt x="7267" y="3613"/>
                      </a:cubicBezTo>
                      <a:cubicBezTo>
                        <a:pt x="7260" y="3567"/>
                        <a:pt x="7128" y="3488"/>
                        <a:pt x="7069" y="3461"/>
                      </a:cubicBezTo>
                      <a:cubicBezTo>
                        <a:pt x="7016" y="3428"/>
                        <a:pt x="7181" y="3448"/>
                        <a:pt x="7227" y="3396"/>
                      </a:cubicBezTo>
                      <a:cubicBezTo>
                        <a:pt x="7280" y="3336"/>
                        <a:pt x="7227" y="3317"/>
                        <a:pt x="7221" y="3271"/>
                      </a:cubicBezTo>
                      <a:cubicBezTo>
                        <a:pt x="7214" y="3224"/>
                        <a:pt x="7188" y="3192"/>
                        <a:pt x="7148" y="3172"/>
                      </a:cubicBezTo>
                      <a:cubicBezTo>
                        <a:pt x="7115" y="3152"/>
                        <a:pt x="7115" y="3066"/>
                        <a:pt x="7115" y="3007"/>
                      </a:cubicBezTo>
                      <a:cubicBezTo>
                        <a:pt x="7115" y="2955"/>
                        <a:pt x="7227" y="2935"/>
                        <a:pt x="7273" y="2915"/>
                      </a:cubicBezTo>
                      <a:cubicBezTo>
                        <a:pt x="7293" y="2910"/>
                        <a:pt x="7305" y="2908"/>
                        <a:pt x="7317" y="2908"/>
                      </a:cubicBezTo>
                      <a:cubicBezTo>
                        <a:pt x="7334" y="2908"/>
                        <a:pt x="7351" y="2911"/>
                        <a:pt x="7385" y="2915"/>
                      </a:cubicBezTo>
                      <a:cubicBezTo>
                        <a:pt x="7394" y="2916"/>
                        <a:pt x="7401" y="2917"/>
                        <a:pt x="7406" y="2917"/>
                      </a:cubicBezTo>
                      <a:cubicBezTo>
                        <a:pt x="7430" y="2917"/>
                        <a:pt x="7413" y="2904"/>
                        <a:pt x="7418" y="2882"/>
                      </a:cubicBezTo>
                      <a:cubicBezTo>
                        <a:pt x="7425" y="2856"/>
                        <a:pt x="7530" y="2757"/>
                        <a:pt x="7530" y="2757"/>
                      </a:cubicBezTo>
                      <a:lnTo>
                        <a:pt x="7787" y="2790"/>
                      </a:lnTo>
                      <a:cubicBezTo>
                        <a:pt x="7773" y="2764"/>
                        <a:pt x="7793" y="2711"/>
                        <a:pt x="7793" y="2685"/>
                      </a:cubicBezTo>
                      <a:cubicBezTo>
                        <a:pt x="7793" y="2665"/>
                        <a:pt x="7681" y="2514"/>
                        <a:pt x="7648" y="2468"/>
                      </a:cubicBezTo>
                      <a:cubicBezTo>
                        <a:pt x="7609" y="2428"/>
                        <a:pt x="7576" y="2395"/>
                        <a:pt x="7543" y="2356"/>
                      </a:cubicBezTo>
                      <a:cubicBezTo>
                        <a:pt x="7510" y="2316"/>
                        <a:pt x="7517" y="2277"/>
                        <a:pt x="7517" y="2224"/>
                      </a:cubicBezTo>
                      <a:cubicBezTo>
                        <a:pt x="7517" y="2178"/>
                        <a:pt x="7517" y="2125"/>
                        <a:pt x="7530" y="2099"/>
                      </a:cubicBezTo>
                      <a:cubicBezTo>
                        <a:pt x="7536" y="2066"/>
                        <a:pt x="7582" y="2033"/>
                        <a:pt x="7648" y="2020"/>
                      </a:cubicBezTo>
                      <a:cubicBezTo>
                        <a:pt x="7708" y="2000"/>
                        <a:pt x="7721" y="1981"/>
                        <a:pt x="7747" y="1921"/>
                      </a:cubicBezTo>
                      <a:cubicBezTo>
                        <a:pt x="7767" y="1862"/>
                        <a:pt x="7661" y="1842"/>
                        <a:pt x="7681" y="1803"/>
                      </a:cubicBezTo>
                      <a:cubicBezTo>
                        <a:pt x="7701" y="1770"/>
                        <a:pt x="7767" y="1678"/>
                        <a:pt x="7800" y="1645"/>
                      </a:cubicBezTo>
                      <a:cubicBezTo>
                        <a:pt x="7833" y="1612"/>
                        <a:pt x="7977" y="1566"/>
                        <a:pt x="8004" y="1546"/>
                      </a:cubicBezTo>
                      <a:cubicBezTo>
                        <a:pt x="8030" y="1520"/>
                        <a:pt x="8037" y="1454"/>
                        <a:pt x="7997" y="1382"/>
                      </a:cubicBezTo>
                      <a:cubicBezTo>
                        <a:pt x="7964" y="1309"/>
                        <a:pt x="7912" y="1290"/>
                        <a:pt x="7859" y="1250"/>
                      </a:cubicBezTo>
                      <a:cubicBezTo>
                        <a:pt x="7813" y="1217"/>
                        <a:pt x="7714" y="1217"/>
                        <a:pt x="7681" y="1217"/>
                      </a:cubicBezTo>
                      <a:cubicBezTo>
                        <a:pt x="7642" y="1217"/>
                        <a:pt x="7569" y="1178"/>
                        <a:pt x="7563" y="1145"/>
                      </a:cubicBezTo>
                      <a:cubicBezTo>
                        <a:pt x="7563" y="1112"/>
                        <a:pt x="7530" y="1118"/>
                        <a:pt x="7438" y="1085"/>
                      </a:cubicBezTo>
                      <a:cubicBezTo>
                        <a:pt x="7388" y="1066"/>
                        <a:pt x="7364" y="1061"/>
                        <a:pt x="7342" y="1061"/>
                      </a:cubicBezTo>
                      <a:cubicBezTo>
                        <a:pt x="7321" y="1061"/>
                        <a:pt x="7303" y="1066"/>
                        <a:pt x="7267" y="1066"/>
                      </a:cubicBezTo>
                      <a:cubicBezTo>
                        <a:pt x="7260" y="1065"/>
                        <a:pt x="7254" y="1065"/>
                        <a:pt x="7249" y="1065"/>
                      </a:cubicBezTo>
                      <a:cubicBezTo>
                        <a:pt x="7197" y="1065"/>
                        <a:pt x="7213" y="1094"/>
                        <a:pt x="7201" y="1112"/>
                      </a:cubicBezTo>
                      <a:cubicBezTo>
                        <a:pt x="7194" y="1132"/>
                        <a:pt x="7128" y="1145"/>
                        <a:pt x="7128" y="1145"/>
                      </a:cubicBezTo>
                      <a:cubicBezTo>
                        <a:pt x="7128" y="1145"/>
                        <a:pt x="6997" y="1125"/>
                        <a:pt x="6984" y="1105"/>
                      </a:cubicBezTo>
                      <a:cubicBezTo>
                        <a:pt x="6970" y="1085"/>
                        <a:pt x="6964" y="993"/>
                        <a:pt x="6964" y="993"/>
                      </a:cubicBezTo>
                      <a:lnTo>
                        <a:pt x="6799" y="697"/>
                      </a:lnTo>
                      <a:cubicBezTo>
                        <a:pt x="6799" y="697"/>
                        <a:pt x="6727" y="651"/>
                        <a:pt x="6701" y="645"/>
                      </a:cubicBezTo>
                      <a:cubicBezTo>
                        <a:pt x="6697" y="643"/>
                        <a:pt x="6694" y="643"/>
                        <a:pt x="6690" y="643"/>
                      </a:cubicBezTo>
                      <a:cubicBezTo>
                        <a:pt x="6672" y="643"/>
                        <a:pt x="6650" y="656"/>
                        <a:pt x="6628" y="677"/>
                      </a:cubicBezTo>
                      <a:cubicBezTo>
                        <a:pt x="6608" y="697"/>
                        <a:pt x="6424" y="717"/>
                        <a:pt x="6424" y="717"/>
                      </a:cubicBezTo>
                      <a:cubicBezTo>
                        <a:pt x="6424" y="717"/>
                        <a:pt x="6339" y="697"/>
                        <a:pt x="6293" y="671"/>
                      </a:cubicBezTo>
                      <a:cubicBezTo>
                        <a:pt x="6246" y="645"/>
                        <a:pt x="6181" y="598"/>
                        <a:pt x="6056" y="539"/>
                      </a:cubicBezTo>
                      <a:cubicBezTo>
                        <a:pt x="5931" y="473"/>
                        <a:pt x="5924" y="447"/>
                        <a:pt x="5898" y="421"/>
                      </a:cubicBezTo>
                      <a:cubicBezTo>
                        <a:pt x="5871" y="394"/>
                        <a:pt x="5806" y="329"/>
                        <a:pt x="5680" y="296"/>
                      </a:cubicBezTo>
                      <a:cubicBezTo>
                        <a:pt x="5655" y="289"/>
                        <a:pt x="5635" y="287"/>
                        <a:pt x="5619" y="287"/>
                      </a:cubicBezTo>
                      <a:cubicBezTo>
                        <a:pt x="5552" y="287"/>
                        <a:pt x="5553" y="332"/>
                        <a:pt x="5516" y="348"/>
                      </a:cubicBezTo>
                      <a:cubicBezTo>
                        <a:pt x="5470" y="375"/>
                        <a:pt x="5450" y="447"/>
                        <a:pt x="5424" y="467"/>
                      </a:cubicBezTo>
                      <a:cubicBezTo>
                        <a:pt x="5414" y="475"/>
                        <a:pt x="5401" y="478"/>
                        <a:pt x="5388" y="478"/>
                      </a:cubicBezTo>
                      <a:cubicBezTo>
                        <a:pt x="5358" y="478"/>
                        <a:pt x="5322" y="463"/>
                        <a:pt x="5286" y="454"/>
                      </a:cubicBezTo>
                      <a:cubicBezTo>
                        <a:pt x="5233" y="447"/>
                        <a:pt x="5200" y="394"/>
                        <a:pt x="5174" y="335"/>
                      </a:cubicBezTo>
                      <a:cubicBezTo>
                        <a:pt x="5147" y="283"/>
                        <a:pt x="5193" y="230"/>
                        <a:pt x="5220" y="190"/>
                      </a:cubicBezTo>
                      <a:cubicBezTo>
                        <a:pt x="5246" y="144"/>
                        <a:pt x="5246" y="105"/>
                        <a:pt x="5246" y="105"/>
                      </a:cubicBezTo>
                      <a:cubicBezTo>
                        <a:pt x="5246" y="105"/>
                        <a:pt x="5174" y="26"/>
                        <a:pt x="5141" y="6"/>
                      </a:cubicBezTo>
                      <a:cubicBezTo>
                        <a:pt x="5133" y="2"/>
                        <a:pt x="5109" y="1"/>
                        <a:pt x="5076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750F32"/>
                    </a:solidFill>
                  </a:endParaRPr>
                </a:p>
              </p:txBody>
            </p:sp>
            <p:sp>
              <p:nvSpPr>
                <p:cNvPr id="284" name="Google Shape;1571;p19">
                  <a:extLst>
                    <a:ext uri="{FF2B5EF4-FFF2-40B4-BE49-F238E27FC236}">
                      <a16:creationId xmlns:a16="http://schemas.microsoft.com/office/drawing/2014/main" id="{2F689FE0-1A1B-CFD3-0730-75E46FFE3DBC}"/>
                    </a:ext>
                  </a:extLst>
                </p:cNvPr>
                <p:cNvSpPr/>
                <p:nvPr/>
              </p:nvSpPr>
              <p:spPr>
                <a:xfrm>
                  <a:off x="7069595" y="3419427"/>
                  <a:ext cx="515262" cy="334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1" h="3068" extrusionOk="0">
                      <a:moveTo>
                        <a:pt x="1838" y="0"/>
                      </a:moveTo>
                      <a:cubicBezTo>
                        <a:pt x="1792" y="0"/>
                        <a:pt x="1746" y="33"/>
                        <a:pt x="1746" y="33"/>
                      </a:cubicBezTo>
                      <a:cubicBezTo>
                        <a:pt x="1746" y="33"/>
                        <a:pt x="1641" y="66"/>
                        <a:pt x="1562" y="66"/>
                      </a:cubicBezTo>
                      <a:cubicBezTo>
                        <a:pt x="1483" y="66"/>
                        <a:pt x="1292" y="47"/>
                        <a:pt x="1292" y="47"/>
                      </a:cubicBezTo>
                      <a:lnTo>
                        <a:pt x="1062" y="20"/>
                      </a:lnTo>
                      <a:cubicBezTo>
                        <a:pt x="1055" y="27"/>
                        <a:pt x="1055" y="33"/>
                        <a:pt x="1049" y="33"/>
                      </a:cubicBezTo>
                      <a:cubicBezTo>
                        <a:pt x="1035" y="40"/>
                        <a:pt x="1029" y="53"/>
                        <a:pt x="1016" y="60"/>
                      </a:cubicBezTo>
                      <a:cubicBezTo>
                        <a:pt x="1009" y="66"/>
                        <a:pt x="1002" y="66"/>
                        <a:pt x="996" y="73"/>
                      </a:cubicBezTo>
                      <a:cubicBezTo>
                        <a:pt x="996" y="79"/>
                        <a:pt x="989" y="79"/>
                        <a:pt x="983" y="86"/>
                      </a:cubicBezTo>
                      <a:cubicBezTo>
                        <a:pt x="976" y="93"/>
                        <a:pt x="970" y="99"/>
                        <a:pt x="963" y="99"/>
                      </a:cubicBezTo>
                      <a:cubicBezTo>
                        <a:pt x="891" y="145"/>
                        <a:pt x="726" y="270"/>
                        <a:pt x="687" y="316"/>
                      </a:cubicBezTo>
                      <a:cubicBezTo>
                        <a:pt x="647" y="356"/>
                        <a:pt x="614" y="487"/>
                        <a:pt x="614" y="514"/>
                      </a:cubicBezTo>
                      <a:cubicBezTo>
                        <a:pt x="614" y="540"/>
                        <a:pt x="634" y="573"/>
                        <a:pt x="581" y="613"/>
                      </a:cubicBezTo>
                      <a:cubicBezTo>
                        <a:pt x="529" y="652"/>
                        <a:pt x="469" y="639"/>
                        <a:pt x="450" y="718"/>
                      </a:cubicBezTo>
                      <a:cubicBezTo>
                        <a:pt x="430" y="797"/>
                        <a:pt x="436" y="843"/>
                        <a:pt x="417" y="902"/>
                      </a:cubicBezTo>
                      <a:cubicBezTo>
                        <a:pt x="397" y="968"/>
                        <a:pt x="417" y="981"/>
                        <a:pt x="344" y="1027"/>
                      </a:cubicBezTo>
                      <a:cubicBezTo>
                        <a:pt x="272" y="1067"/>
                        <a:pt x="200" y="1073"/>
                        <a:pt x="200" y="1073"/>
                      </a:cubicBezTo>
                      <a:cubicBezTo>
                        <a:pt x="213" y="1100"/>
                        <a:pt x="219" y="1179"/>
                        <a:pt x="232" y="1218"/>
                      </a:cubicBezTo>
                      <a:cubicBezTo>
                        <a:pt x="246" y="1264"/>
                        <a:pt x="298" y="1383"/>
                        <a:pt x="232" y="1481"/>
                      </a:cubicBezTo>
                      <a:cubicBezTo>
                        <a:pt x="167" y="1580"/>
                        <a:pt x="153" y="1692"/>
                        <a:pt x="147" y="1771"/>
                      </a:cubicBezTo>
                      <a:cubicBezTo>
                        <a:pt x="140" y="1850"/>
                        <a:pt x="107" y="1975"/>
                        <a:pt x="94" y="1995"/>
                      </a:cubicBezTo>
                      <a:cubicBezTo>
                        <a:pt x="74" y="2014"/>
                        <a:pt x="28" y="2120"/>
                        <a:pt x="22" y="2133"/>
                      </a:cubicBezTo>
                      <a:cubicBezTo>
                        <a:pt x="22" y="2139"/>
                        <a:pt x="1" y="2181"/>
                        <a:pt x="57" y="2181"/>
                      </a:cubicBezTo>
                      <a:cubicBezTo>
                        <a:pt x="64" y="2181"/>
                        <a:pt x="72" y="2180"/>
                        <a:pt x="81" y="2179"/>
                      </a:cubicBezTo>
                      <a:cubicBezTo>
                        <a:pt x="173" y="2159"/>
                        <a:pt x="186" y="2139"/>
                        <a:pt x="239" y="2139"/>
                      </a:cubicBezTo>
                      <a:cubicBezTo>
                        <a:pt x="298" y="2139"/>
                        <a:pt x="423" y="2146"/>
                        <a:pt x="450" y="2159"/>
                      </a:cubicBezTo>
                      <a:cubicBezTo>
                        <a:pt x="483" y="2172"/>
                        <a:pt x="515" y="2172"/>
                        <a:pt x="529" y="2225"/>
                      </a:cubicBezTo>
                      <a:cubicBezTo>
                        <a:pt x="542" y="2278"/>
                        <a:pt x="627" y="2515"/>
                        <a:pt x="627" y="2515"/>
                      </a:cubicBezTo>
                      <a:cubicBezTo>
                        <a:pt x="627" y="2515"/>
                        <a:pt x="693" y="2613"/>
                        <a:pt x="706" y="2732"/>
                      </a:cubicBezTo>
                      <a:cubicBezTo>
                        <a:pt x="766" y="2712"/>
                        <a:pt x="838" y="2686"/>
                        <a:pt x="858" y="2686"/>
                      </a:cubicBezTo>
                      <a:cubicBezTo>
                        <a:pt x="869" y="2686"/>
                        <a:pt x="883" y="2684"/>
                        <a:pt x="899" y="2684"/>
                      </a:cubicBezTo>
                      <a:cubicBezTo>
                        <a:pt x="929" y="2684"/>
                        <a:pt x="963" y="2690"/>
                        <a:pt x="976" y="2725"/>
                      </a:cubicBezTo>
                      <a:cubicBezTo>
                        <a:pt x="989" y="2771"/>
                        <a:pt x="1095" y="2791"/>
                        <a:pt x="1095" y="2791"/>
                      </a:cubicBezTo>
                      <a:cubicBezTo>
                        <a:pt x="1095" y="2791"/>
                        <a:pt x="1120" y="2735"/>
                        <a:pt x="1149" y="2735"/>
                      </a:cubicBezTo>
                      <a:cubicBezTo>
                        <a:pt x="1153" y="2735"/>
                        <a:pt x="1156" y="2736"/>
                        <a:pt x="1160" y="2738"/>
                      </a:cubicBezTo>
                      <a:cubicBezTo>
                        <a:pt x="1164" y="2740"/>
                        <a:pt x="1168" y="2740"/>
                        <a:pt x="1173" y="2740"/>
                      </a:cubicBezTo>
                      <a:cubicBezTo>
                        <a:pt x="1202" y="2740"/>
                        <a:pt x="1245" y="2718"/>
                        <a:pt x="1280" y="2718"/>
                      </a:cubicBezTo>
                      <a:cubicBezTo>
                        <a:pt x="1298" y="2718"/>
                        <a:pt x="1313" y="2723"/>
                        <a:pt x="1325" y="2738"/>
                      </a:cubicBezTo>
                      <a:cubicBezTo>
                        <a:pt x="1364" y="2791"/>
                        <a:pt x="1470" y="2844"/>
                        <a:pt x="1489" y="2850"/>
                      </a:cubicBezTo>
                      <a:cubicBezTo>
                        <a:pt x="1492" y="2852"/>
                        <a:pt x="1497" y="2852"/>
                        <a:pt x="1504" y="2852"/>
                      </a:cubicBezTo>
                      <a:cubicBezTo>
                        <a:pt x="1523" y="2852"/>
                        <a:pt x="1556" y="2848"/>
                        <a:pt x="1590" y="2848"/>
                      </a:cubicBezTo>
                      <a:cubicBezTo>
                        <a:pt x="1602" y="2848"/>
                        <a:pt x="1615" y="2849"/>
                        <a:pt x="1628" y="2850"/>
                      </a:cubicBezTo>
                      <a:cubicBezTo>
                        <a:pt x="1637" y="2851"/>
                        <a:pt x="1649" y="2852"/>
                        <a:pt x="1661" y="2852"/>
                      </a:cubicBezTo>
                      <a:cubicBezTo>
                        <a:pt x="1674" y="2852"/>
                        <a:pt x="1689" y="2851"/>
                        <a:pt x="1704" y="2851"/>
                      </a:cubicBezTo>
                      <a:cubicBezTo>
                        <a:pt x="1749" y="2851"/>
                        <a:pt x="1797" y="2855"/>
                        <a:pt x="1825" y="2883"/>
                      </a:cubicBezTo>
                      <a:cubicBezTo>
                        <a:pt x="1878" y="2923"/>
                        <a:pt x="1898" y="2936"/>
                        <a:pt x="1898" y="2936"/>
                      </a:cubicBezTo>
                      <a:cubicBezTo>
                        <a:pt x="1898" y="2936"/>
                        <a:pt x="1930" y="2927"/>
                        <a:pt x="1969" y="2927"/>
                      </a:cubicBezTo>
                      <a:cubicBezTo>
                        <a:pt x="1988" y="2927"/>
                        <a:pt x="2009" y="2929"/>
                        <a:pt x="2029" y="2936"/>
                      </a:cubicBezTo>
                      <a:cubicBezTo>
                        <a:pt x="2088" y="2955"/>
                        <a:pt x="2233" y="3067"/>
                        <a:pt x="2292" y="3067"/>
                      </a:cubicBezTo>
                      <a:cubicBezTo>
                        <a:pt x="2345" y="3061"/>
                        <a:pt x="2431" y="3067"/>
                        <a:pt x="2431" y="3034"/>
                      </a:cubicBezTo>
                      <a:lnTo>
                        <a:pt x="2431" y="2903"/>
                      </a:lnTo>
                      <a:cubicBezTo>
                        <a:pt x="2431" y="2844"/>
                        <a:pt x="2417" y="2686"/>
                        <a:pt x="2529" y="2686"/>
                      </a:cubicBezTo>
                      <a:lnTo>
                        <a:pt x="2694" y="2686"/>
                      </a:lnTo>
                      <a:cubicBezTo>
                        <a:pt x="2694" y="2686"/>
                        <a:pt x="2747" y="2659"/>
                        <a:pt x="2766" y="2646"/>
                      </a:cubicBezTo>
                      <a:cubicBezTo>
                        <a:pt x="2785" y="2627"/>
                        <a:pt x="2884" y="2547"/>
                        <a:pt x="2914" y="2547"/>
                      </a:cubicBezTo>
                      <a:cubicBezTo>
                        <a:pt x="2916" y="2547"/>
                        <a:pt x="2917" y="2547"/>
                        <a:pt x="2918" y="2547"/>
                      </a:cubicBezTo>
                      <a:cubicBezTo>
                        <a:pt x="2951" y="2554"/>
                        <a:pt x="3010" y="2574"/>
                        <a:pt x="3010" y="2574"/>
                      </a:cubicBezTo>
                      <a:cubicBezTo>
                        <a:pt x="3010" y="2574"/>
                        <a:pt x="3016" y="2561"/>
                        <a:pt x="3102" y="2547"/>
                      </a:cubicBezTo>
                      <a:cubicBezTo>
                        <a:pt x="3187" y="2528"/>
                        <a:pt x="3273" y="2501"/>
                        <a:pt x="3293" y="2501"/>
                      </a:cubicBezTo>
                      <a:cubicBezTo>
                        <a:pt x="3313" y="2501"/>
                        <a:pt x="3418" y="2521"/>
                        <a:pt x="3451" y="2574"/>
                      </a:cubicBezTo>
                      <a:cubicBezTo>
                        <a:pt x="3490" y="2633"/>
                        <a:pt x="3517" y="2659"/>
                        <a:pt x="3543" y="2666"/>
                      </a:cubicBezTo>
                      <a:cubicBezTo>
                        <a:pt x="3561" y="2670"/>
                        <a:pt x="3578" y="2690"/>
                        <a:pt x="3606" y="2690"/>
                      </a:cubicBezTo>
                      <a:cubicBezTo>
                        <a:pt x="3620" y="2690"/>
                        <a:pt x="3636" y="2685"/>
                        <a:pt x="3655" y="2672"/>
                      </a:cubicBezTo>
                      <a:cubicBezTo>
                        <a:pt x="3707" y="2640"/>
                        <a:pt x="3800" y="2561"/>
                        <a:pt x="3846" y="2534"/>
                      </a:cubicBezTo>
                      <a:cubicBezTo>
                        <a:pt x="3869" y="2523"/>
                        <a:pt x="3936" y="2509"/>
                        <a:pt x="4038" y="2509"/>
                      </a:cubicBezTo>
                      <a:cubicBezTo>
                        <a:pt x="4109" y="2509"/>
                        <a:pt x="4197" y="2515"/>
                        <a:pt x="4300" y="2534"/>
                      </a:cubicBezTo>
                      <a:cubicBezTo>
                        <a:pt x="4287" y="2515"/>
                        <a:pt x="4287" y="2495"/>
                        <a:pt x="4287" y="2475"/>
                      </a:cubicBezTo>
                      <a:cubicBezTo>
                        <a:pt x="4300" y="2416"/>
                        <a:pt x="4379" y="2291"/>
                        <a:pt x="4445" y="2245"/>
                      </a:cubicBezTo>
                      <a:cubicBezTo>
                        <a:pt x="4484" y="2212"/>
                        <a:pt x="4629" y="2120"/>
                        <a:pt x="4721" y="2034"/>
                      </a:cubicBezTo>
                      <a:cubicBezTo>
                        <a:pt x="4708" y="2001"/>
                        <a:pt x="4688" y="1968"/>
                        <a:pt x="4662" y="1955"/>
                      </a:cubicBezTo>
                      <a:cubicBezTo>
                        <a:pt x="4622" y="1929"/>
                        <a:pt x="4616" y="1731"/>
                        <a:pt x="4576" y="1731"/>
                      </a:cubicBezTo>
                      <a:lnTo>
                        <a:pt x="4418" y="1731"/>
                      </a:lnTo>
                      <a:cubicBezTo>
                        <a:pt x="4418" y="1731"/>
                        <a:pt x="4373" y="1840"/>
                        <a:pt x="4358" y="1840"/>
                      </a:cubicBezTo>
                      <a:cubicBezTo>
                        <a:pt x="4354" y="1840"/>
                        <a:pt x="4352" y="1835"/>
                        <a:pt x="4352" y="1823"/>
                      </a:cubicBezTo>
                      <a:lnTo>
                        <a:pt x="4352" y="1573"/>
                      </a:lnTo>
                      <a:cubicBezTo>
                        <a:pt x="4352" y="1573"/>
                        <a:pt x="4326" y="1527"/>
                        <a:pt x="4267" y="1527"/>
                      </a:cubicBezTo>
                      <a:cubicBezTo>
                        <a:pt x="4227" y="1527"/>
                        <a:pt x="4144" y="1521"/>
                        <a:pt x="4089" y="1521"/>
                      </a:cubicBezTo>
                      <a:cubicBezTo>
                        <a:pt x="4061" y="1521"/>
                        <a:pt x="4041" y="1523"/>
                        <a:pt x="4036" y="1527"/>
                      </a:cubicBezTo>
                      <a:cubicBezTo>
                        <a:pt x="4032" y="1531"/>
                        <a:pt x="4015" y="1532"/>
                        <a:pt x="3993" y="1532"/>
                      </a:cubicBezTo>
                      <a:cubicBezTo>
                        <a:pt x="3927" y="1532"/>
                        <a:pt x="3813" y="1521"/>
                        <a:pt x="3813" y="1521"/>
                      </a:cubicBezTo>
                      <a:cubicBezTo>
                        <a:pt x="3813" y="1521"/>
                        <a:pt x="3806" y="1455"/>
                        <a:pt x="3813" y="1429"/>
                      </a:cubicBezTo>
                      <a:cubicBezTo>
                        <a:pt x="3819" y="1402"/>
                        <a:pt x="3839" y="1356"/>
                        <a:pt x="3839" y="1317"/>
                      </a:cubicBezTo>
                      <a:cubicBezTo>
                        <a:pt x="3839" y="1284"/>
                        <a:pt x="3859" y="1238"/>
                        <a:pt x="3813" y="1192"/>
                      </a:cubicBezTo>
                      <a:cubicBezTo>
                        <a:pt x="3767" y="1152"/>
                        <a:pt x="3688" y="1047"/>
                        <a:pt x="3661" y="1001"/>
                      </a:cubicBezTo>
                      <a:cubicBezTo>
                        <a:pt x="3635" y="961"/>
                        <a:pt x="3602" y="863"/>
                        <a:pt x="3602" y="823"/>
                      </a:cubicBezTo>
                      <a:cubicBezTo>
                        <a:pt x="3602" y="777"/>
                        <a:pt x="3635" y="659"/>
                        <a:pt x="3602" y="593"/>
                      </a:cubicBezTo>
                      <a:cubicBezTo>
                        <a:pt x="3563" y="527"/>
                        <a:pt x="3457" y="323"/>
                        <a:pt x="3418" y="310"/>
                      </a:cubicBezTo>
                      <a:cubicBezTo>
                        <a:pt x="3390" y="293"/>
                        <a:pt x="3284" y="244"/>
                        <a:pt x="3223" y="244"/>
                      </a:cubicBezTo>
                      <a:cubicBezTo>
                        <a:pt x="3212" y="244"/>
                        <a:pt x="3202" y="246"/>
                        <a:pt x="3194" y="251"/>
                      </a:cubicBezTo>
                      <a:cubicBezTo>
                        <a:pt x="3141" y="283"/>
                        <a:pt x="2970" y="323"/>
                        <a:pt x="2970" y="323"/>
                      </a:cubicBezTo>
                      <a:lnTo>
                        <a:pt x="2714" y="251"/>
                      </a:lnTo>
                      <a:cubicBezTo>
                        <a:pt x="2714" y="251"/>
                        <a:pt x="2654" y="158"/>
                        <a:pt x="2628" y="158"/>
                      </a:cubicBezTo>
                      <a:cubicBezTo>
                        <a:pt x="2602" y="158"/>
                        <a:pt x="2187" y="93"/>
                        <a:pt x="2187" y="93"/>
                      </a:cubicBezTo>
                      <a:lnTo>
                        <a:pt x="1990" y="33"/>
                      </a:lnTo>
                      <a:cubicBezTo>
                        <a:pt x="1990" y="33"/>
                        <a:pt x="1884" y="0"/>
                        <a:pt x="1838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E98AAC"/>
                    </a:solidFill>
                  </a:endParaRPr>
                </a:p>
              </p:txBody>
            </p:sp>
            <p:sp>
              <p:nvSpPr>
                <p:cNvPr id="285" name="Google Shape;1572;p19">
                  <a:extLst>
                    <a:ext uri="{FF2B5EF4-FFF2-40B4-BE49-F238E27FC236}">
                      <a16:creationId xmlns:a16="http://schemas.microsoft.com/office/drawing/2014/main" id="{14FB6B89-04F5-F0D4-625F-3D82F364EB98}"/>
                    </a:ext>
                  </a:extLst>
                </p:cNvPr>
                <p:cNvSpPr/>
                <p:nvPr/>
              </p:nvSpPr>
              <p:spPr>
                <a:xfrm>
                  <a:off x="6841379" y="3789637"/>
                  <a:ext cx="615673" cy="5267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1" h="4826" extrusionOk="0">
                      <a:moveTo>
                        <a:pt x="3104" y="0"/>
                      </a:moveTo>
                      <a:cubicBezTo>
                        <a:pt x="3038" y="0"/>
                        <a:pt x="2988" y="2"/>
                        <a:pt x="2975" y="4"/>
                      </a:cubicBezTo>
                      <a:cubicBezTo>
                        <a:pt x="2964" y="7"/>
                        <a:pt x="2934" y="7"/>
                        <a:pt x="2895" y="7"/>
                      </a:cubicBezTo>
                      <a:cubicBezTo>
                        <a:pt x="2816" y="7"/>
                        <a:pt x="2699" y="4"/>
                        <a:pt x="2620" y="4"/>
                      </a:cubicBezTo>
                      <a:lnTo>
                        <a:pt x="2606" y="11"/>
                      </a:lnTo>
                      <a:cubicBezTo>
                        <a:pt x="2560" y="37"/>
                        <a:pt x="2508" y="70"/>
                        <a:pt x="2475" y="97"/>
                      </a:cubicBezTo>
                      <a:cubicBezTo>
                        <a:pt x="2416" y="149"/>
                        <a:pt x="2205" y="189"/>
                        <a:pt x="2179" y="202"/>
                      </a:cubicBezTo>
                      <a:cubicBezTo>
                        <a:pt x="2159" y="215"/>
                        <a:pt x="2001" y="294"/>
                        <a:pt x="1817" y="426"/>
                      </a:cubicBezTo>
                      <a:cubicBezTo>
                        <a:pt x="1626" y="557"/>
                        <a:pt x="1461" y="669"/>
                        <a:pt x="1349" y="768"/>
                      </a:cubicBezTo>
                      <a:cubicBezTo>
                        <a:pt x="1244" y="873"/>
                        <a:pt x="1343" y="860"/>
                        <a:pt x="1316" y="893"/>
                      </a:cubicBezTo>
                      <a:cubicBezTo>
                        <a:pt x="1306" y="903"/>
                        <a:pt x="1294" y="906"/>
                        <a:pt x="1280" y="906"/>
                      </a:cubicBezTo>
                      <a:cubicBezTo>
                        <a:pt x="1264" y="906"/>
                        <a:pt x="1247" y="902"/>
                        <a:pt x="1229" y="902"/>
                      </a:cubicBezTo>
                      <a:cubicBezTo>
                        <a:pt x="1212" y="902"/>
                        <a:pt x="1194" y="906"/>
                        <a:pt x="1178" y="919"/>
                      </a:cubicBezTo>
                      <a:cubicBezTo>
                        <a:pt x="1132" y="959"/>
                        <a:pt x="1060" y="1044"/>
                        <a:pt x="1007" y="1090"/>
                      </a:cubicBezTo>
                      <a:cubicBezTo>
                        <a:pt x="955" y="1130"/>
                        <a:pt x="652" y="1492"/>
                        <a:pt x="546" y="1591"/>
                      </a:cubicBezTo>
                      <a:cubicBezTo>
                        <a:pt x="448" y="1696"/>
                        <a:pt x="92" y="2091"/>
                        <a:pt x="53" y="2150"/>
                      </a:cubicBezTo>
                      <a:cubicBezTo>
                        <a:pt x="13" y="2203"/>
                        <a:pt x="0" y="2222"/>
                        <a:pt x="53" y="2249"/>
                      </a:cubicBezTo>
                      <a:cubicBezTo>
                        <a:pt x="62" y="2254"/>
                        <a:pt x="75" y="2256"/>
                        <a:pt x="92" y="2256"/>
                      </a:cubicBezTo>
                      <a:cubicBezTo>
                        <a:pt x="163" y="2256"/>
                        <a:pt x="289" y="2216"/>
                        <a:pt x="316" y="2189"/>
                      </a:cubicBezTo>
                      <a:cubicBezTo>
                        <a:pt x="335" y="2165"/>
                        <a:pt x="376" y="2124"/>
                        <a:pt x="437" y="2124"/>
                      </a:cubicBezTo>
                      <a:cubicBezTo>
                        <a:pt x="460" y="2124"/>
                        <a:pt x="485" y="2129"/>
                        <a:pt x="514" y="2143"/>
                      </a:cubicBezTo>
                      <a:cubicBezTo>
                        <a:pt x="619" y="2196"/>
                        <a:pt x="744" y="2249"/>
                        <a:pt x="797" y="2328"/>
                      </a:cubicBezTo>
                      <a:cubicBezTo>
                        <a:pt x="856" y="2407"/>
                        <a:pt x="1007" y="2571"/>
                        <a:pt x="1047" y="2630"/>
                      </a:cubicBezTo>
                      <a:cubicBezTo>
                        <a:pt x="1086" y="2696"/>
                        <a:pt x="1099" y="2782"/>
                        <a:pt x="1132" y="2821"/>
                      </a:cubicBezTo>
                      <a:cubicBezTo>
                        <a:pt x="1142" y="2833"/>
                        <a:pt x="1165" y="2840"/>
                        <a:pt x="1191" y="2840"/>
                      </a:cubicBezTo>
                      <a:cubicBezTo>
                        <a:pt x="1236" y="2840"/>
                        <a:pt x="1288" y="2821"/>
                        <a:pt x="1297" y="2775"/>
                      </a:cubicBezTo>
                      <a:cubicBezTo>
                        <a:pt x="1307" y="2716"/>
                        <a:pt x="1314" y="2653"/>
                        <a:pt x="1348" y="2653"/>
                      </a:cubicBezTo>
                      <a:cubicBezTo>
                        <a:pt x="1356" y="2653"/>
                        <a:pt x="1365" y="2656"/>
                        <a:pt x="1376" y="2663"/>
                      </a:cubicBezTo>
                      <a:cubicBezTo>
                        <a:pt x="1435" y="2696"/>
                        <a:pt x="1474" y="2762"/>
                        <a:pt x="1573" y="2854"/>
                      </a:cubicBezTo>
                      <a:cubicBezTo>
                        <a:pt x="1665" y="2953"/>
                        <a:pt x="1659" y="2953"/>
                        <a:pt x="1771" y="2999"/>
                      </a:cubicBezTo>
                      <a:cubicBezTo>
                        <a:pt x="1882" y="3052"/>
                        <a:pt x="1889" y="3019"/>
                        <a:pt x="1955" y="3078"/>
                      </a:cubicBezTo>
                      <a:cubicBezTo>
                        <a:pt x="2027" y="3144"/>
                        <a:pt x="2152" y="3177"/>
                        <a:pt x="2179" y="3190"/>
                      </a:cubicBezTo>
                      <a:cubicBezTo>
                        <a:pt x="2205" y="3203"/>
                        <a:pt x="2205" y="3183"/>
                        <a:pt x="2291" y="3295"/>
                      </a:cubicBezTo>
                      <a:cubicBezTo>
                        <a:pt x="2376" y="3414"/>
                        <a:pt x="2547" y="3453"/>
                        <a:pt x="2547" y="3453"/>
                      </a:cubicBezTo>
                      <a:cubicBezTo>
                        <a:pt x="2547" y="3453"/>
                        <a:pt x="2620" y="3519"/>
                        <a:pt x="2679" y="3578"/>
                      </a:cubicBezTo>
                      <a:cubicBezTo>
                        <a:pt x="2738" y="3644"/>
                        <a:pt x="2817" y="3710"/>
                        <a:pt x="2817" y="3762"/>
                      </a:cubicBezTo>
                      <a:cubicBezTo>
                        <a:pt x="2817" y="3815"/>
                        <a:pt x="2857" y="3887"/>
                        <a:pt x="2903" y="3914"/>
                      </a:cubicBezTo>
                      <a:cubicBezTo>
                        <a:pt x="2949" y="3940"/>
                        <a:pt x="3061" y="3953"/>
                        <a:pt x="3093" y="3986"/>
                      </a:cubicBezTo>
                      <a:cubicBezTo>
                        <a:pt x="3120" y="4026"/>
                        <a:pt x="3192" y="4098"/>
                        <a:pt x="3159" y="4151"/>
                      </a:cubicBezTo>
                      <a:cubicBezTo>
                        <a:pt x="3120" y="4197"/>
                        <a:pt x="3041" y="4249"/>
                        <a:pt x="3021" y="4276"/>
                      </a:cubicBezTo>
                      <a:cubicBezTo>
                        <a:pt x="2995" y="4309"/>
                        <a:pt x="2936" y="4302"/>
                        <a:pt x="2903" y="4374"/>
                      </a:cubicBezTo>
                      <a:cubicBezTo>
                        <a:pt x="2870" y="4447"/>
                        <a:pt x="2857" y="4467"/>
                        <a:pt x="2870" y="4585"/>
                      </a:cubicBezTo>
                      <a:cubicBezTo>
                        <a:pt x="2883" y="4657"/>
                        <a:pt x="2863" y="4796"/>
                        <a:pt x="2968" y="4822"/>
                      </a:cubicBezTo>
                      <a:cubicBezTo>
                        <a:pt x="2976" y="4825"/>
                        <a:pt x="2984" y="4826"/>
                        <a:pt x="2992" y="4826"/>
                      </a:cubicBezTo>
                      <a:cubicBezTo>
                        <a:pt x="3087" y="4826"/>
                        <a:pt x="3204" y="4659"/>
                        <a:pt x="3271" y="4605"/>
                      </a:cubicBezTo>
                      <a:cubicBezTo>
                        <a:pt x="3317" y="4565"/>
                        <a:pt x="3376" y="4559"/>
                        <a:pt x="3416" y="4519"/>
                      </a:cubicBezTo>
                      <a:cubicBezTo>
                        <a:pt x="3515" y="4414"/>
                        <a:pt x="3574" y="4249"/>
                        <a:pt x="3620" y="4111"/>
                      </a:cubicBezTo>
                      <a:cubicBezTo>
                        <a:pt x="3653" y="4012"/>
                        <a:pt x="3679" y="3907"/>
                        <a:pt x="3752" y="3828"/>
                      </a:cubicBezTo>
                      <a:cubicBezTo>
                        <a:pt x="3791" y="3789"/>
                        <a:pt x="3850" y="3762"/>
                        <a:pt x="3896" y="3723"/>
                      </a:cubicBezTo>
                      <a:cubicBezTo>
                        <a:pt x="3982" y="3657"/>
                        <a:pt x="4002" y="3545"/>
                        <a:pt x="4087" y="3479"/>
                      </a:cubicBezTo>
                      <a:cubicBezTo>
                        <a:pt x="4173" y="3414"/>
                        <a:pt x="4272" y="3361"/>
                        <a:pt x="4364" y="3308"/>
                      </a:cubicBezTo>
                      <a:cubicBezTo>
                        <a:pt x="4502" y="3236"/>
                        <a:pt x="4805" y="2979"/>
                        <a:pt x="4857" y="2894"/>
                      </a:cubicBezTo>
                      <a:cubicBezTo>
                        <a:pt x="4910" y="2802"/>
                        <a:pt x="5318" y="2071"/>
                        <a:pt x="5417" y="1874"/>
                      </a:cubicBezTo>
                      <a:cubicBezTo>
                        <a:pt x="5436" y="1834"/>
                        <a:pt x="5469" y="1788"/>
                        <a:pt x="5509" y="1735"/>
                      </a:cubicBezTo>
                      <a:cubicBezTo>
                        <a:pt x="5515" y="1722"/>
                        <a:pt x="5522" y="1716"/>
                        <a:pt x="5529" y="1709"/>
                      </a:cubicBezTo>
                      <a:cubicBezTo>
                        <a:pt x="5548" y="1683"/>
                        <a:pt x="5568" y="1656"/>
                        <a:pt x="5588" y="1637"/>
                      </a:cubicBezTo>
                      <a:cubicBezTo>
                        <a:pt x="5561" y="1584"/>
                        <a:pt x="5542" y="1551"/>
                        <a:pt x="5542" y="1544"/>
                      </a:cubicBezTo>
                      <a:cubicBezTo>
                        <a:pt x="5522" y="1512"/>
                        <a:pt x="5496" y="1479"/>
                        <a:pt x="5496" y="1479"/>
                      </a:cubicBezTo>
                      <a:cubicBezTo>
                        <a:pt x="5496" y="1479"/>
                        <a:pt x="5459" y="1490"/>
                        <a:pt x="5432" y="1490"/>
                      </a:cubicBezTo>
                      <a:cubicBezTo>
                        <a:pt x="5423" y="1490"/>
                        <a:pt x="5415" y="1489"/>
                        <a:pt x="5410" y="1485"/>
                      </a:cubicBezTo>
                      <a:cubicBezTo>
                        <a:pt x="5408" y="1484"/>
                        <a:pt x="5406" y="1483"/>
                        <a:pt x="5403" y="1483"/>
                      </a:cubicBezTo>
                      <a:cubicBezTo>
                        <a:pt x="5389" y="1483"/>
                        <a:pt x="5368" y="1503"/>
                        <a:pt x="5343" y="1503"/>
                      </a:cubicBezTo>
                      <a:cubicBezTo>
                        <a:pt x="5331" y="1503"/>
                        <a:pt x="5318" y="1499"/>
                        <a:pt x="5305" y="1485"/>
                      </a:cubicBezTo>
                      <a:cubicBezTo>
                        <a:pt x="5285" y="1465"/>
                        <a:pt x="5280" y="1460"/>
                        <a:pt x="5283" y="1460"/>
                      </a:cubicBezTo>
                      <a:cubicBezTo>
                        <a:pt x="5285" y="1460"/>
                        <a:pt x="5293" y="1464"/>
                        <a:pt x="5301" y="1464"/>
                      </a:cubicBezTo>
                      <a:cubicBezTo>
                        <a:pt x="5308" y="1464"/>
                        <a:pt x="5314" y="1462"/>
                        <a:pt x="5318" y="1452"/>
                      </a:cubicBezTo>
                      <a:cubicBezTo>
                        <a:pt x="5338" y="1419"/>
                        <a:pt x="5410" y="1347"/>
                        <a:pt x="5436" y="1288"/>
                      </a:cubicBezTo>
                      <a:cubicBezTo>
                        <a:pt x="5463" y="1229"/>
                        <a:pt x="5436" y="1169"/>
                        <a:pt x="5456" y="1156"/>
                      </a:cubicBezTo>
                      <a:cubicBezTo>
                        <a:pt x="5476" y="1136"/>
                        <a:pt x="5555" y="1117"/>
                        <a:pt x="5608" y="1005"/>
                      </a:cubicBezTo>
                      <a:cubicBezTo>
                        <a:pt x="5640" y="943"/>
                        <a:pt x="5603" y="930"/>
                        <a:pt x="5560" y="930"/>
                      </a:cubicBezTo>
                      <a:cubicBezTo>
                        <a:pt x="5525" y="930"/>
                        <a:pt x="5485" y="939"/>
                        <a:pt x="5476" y="939"/>
                      </a:cubicBezTo>
                      <a:cubicBezTo>
                        <a:pt x="5456" y="939"/>
                        <a:pt x="5226" y="972"/>
                        <a:pt x="5153" y="972"/>
                      </a:cubicBezTo>
                      <a:cubicBezTo>
                        <a:pt x="5081" y="972"/>
                        <a:pt x="4910" y="880"/>
                        <a:pt x="4851" y="801"/>
                      </a:cubicBezTo>
                      <a:cubicBezTo>
                        <a:pt x="4798" y="722"/>
                        <a:pt x="4337" y="373"/>
                        <a:pt x="4324" y="334"/>
                      </a:cubicBezTo>
                      <a:cubicBezTo>
                        <a:pt x="4311" y="301"/>
                        <a:pt x="4239" y="287"/>
                        <a:pt x="4239" y="287"/>
                      </a:cubicBezTo>
                      <a:cubicBezTo>
                        <a:pt x="4239" y="287"/>
                        <a:pt x="3995" y="241"/>
                        <a:pt x="3923" y="222"/>
                      </a:cubicBezTo>
                      <a:cubicBezTo>
                        <a:pt x="3857" y="195"/>
                        <a:pt x="3673" y="90"/>
                        <a:pt x="3528" y="44"/>
                      </a:cubicBezTo>
                      <a:cubicBezTo>
                        <a:pt x="3431" y="9"/>
                        <a:pt x="3235" y="0"/>
                        <a:pt x="310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E98AAC"/>
                    </a:solidFill>
                  </a:endParaRPr>
                </a:p>
              </p:txBody>
            </p:sp>
            <p:sp>
              <p:nvSpPr>
                <p:cNvPr id="286" name="Google Shape;1586;p19">
                  <a:extLst>
                    <a:ext uri="{FF2B5EF4-FFF2-40B4-BE49-F238E27FC236}">
                      <a16:creationId xmlns:a16="http://schemas.microsoft.com/office/drawing/2014/main" id="{C908B543-8A2D-53F4-8B30-D0BBE580A855}"/>
                    </a:ext>
                  </a:extLst>
                </p:cNvPr>
                <p:cNvSpPr/>
                <p:nvPr/>
              </p:nvSpPr>
              <p:spPr>
                <a:xfrm>
                  <a:off x="6796849" y="2989624"/>
                  <a:ext cx="560338" cy="5470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4" h="5012" extrusionOk="0">
                      <a:moveTo>
                        <a:pt x="1342" y="1"/>
                      </a:moveTo>
                      <a:cubicBezTo>
                        <a:pt x="1306" y="1"/>
                        <a:pt x="1277" y="5"/>
                        <a:pt x="1257" y="29"/>
                      </a:cubicBezTo>
                      <a:cubicBezTo>
                        <a:pt x="1231" y="75"/>
                        <a:pt x="1224" y="82"/>
                        <a:pt x="1165" y="82"/>
                      </a:cubicBezTo>
                      <a:cubicBezTo>
                        <a:pt x="1124" y="82"/>
                        <a:pt x="1055" y="46"/>
                        <a:pt x="995" y="46"/>
                      </a:cubicBezTo>
                      <a:cubicBezTo>
                        <a:pt x="958" y="46"/>
                        <a:pt x="924" y="59"/>
                        <a:pt x="902" y="102"/>
                      </a:cubicBezTo>
                      <a:cubicBezTo>
                        <a:pt x="836" y="220"/>
                        <a:pt x="665" y="358"/>
                        <a:pt x="599" y="391"/>
                      </a:cubicBezTo>
                      <a:cubicBezTo>
                        <a:pt x="540" y="424"/>
                        <a:pt x="500" y="417"/>
                        <a:pt x="408" y="424"/>
                      </a:cubicBezTo>
                      <a:lnTo>
                        <a:pt x="342" y="424"/>
                      </a:lnTo>
                      <a:cubicBezTo>
                        <a:pt x="342" y="464"/>
                        <a:pt x="349" y="523"/>
                        <a:pt x="369" y="556"/>
                      </a:cubicBezTo>
                      <a:cubicBezTo>
                        <a:pt x="408" y="615"/>
                        <a:pt x="474" y="661"/>
                        <a:pt x="481" y="700"/>
                      </a:cubicBezTo>
                      <a:cubicBezTo>
                        <a:pt x="481" y="740"/>
                        <a:pt x="428" y="766"/>
                        <a:pt x="408" y="786"/>
                      </a:cubicBezTo>
                      <a:cubicBezTo>
                        <a:pt x="388" y="806"/>
                        <a:pt x="362" y="799"/>
                        <a:pt x="349" y="898"/>
                      </a:cubicBezTo>
                      <a:cubicBezTo>
                        <a:pt x="329" y="990"/>
                        <a:pt x="303" y="1102"/>
                        <a:pt x="303" y="1122"/>
                      </a:cubicBezTo>
                      <a:cubicBezTo>
                        <a:pt x="296" y="1141"/>
                        <a:pt x="309" y="1128"/>
                        <a:pt x="323" y="1201"/>
                      </a:cubicBezTo>
                      <a:cubicBezTo>
                        <a:pt x="342" y="1273"/>
                        <a:pt x="356" y="1372"/>
                        <a:pt x="323" y="1378"/>
                      </a:cubicBezTo>
                      <a:cubicBezTo>
                        <a:pt x="321" y="1379"/>
                        <a:pt x="320" y="1379"/>
                        <a:pt x="318" y="1379"/>
                      </a:cubicBezTo>
                      <a:cubicBezTo>
                        <a:pt x="301" y="1379"/>
                        <a:pt x="279" y="1356"/>
                        <a:pt x="258" y="1356"/>
                      </a:cubicBezTo>
                      <a:cubicBezTo>
                        <a:pt x="248" y="1356"/>
                        <a:pt x="239" y="1362"/>
                        <a:pt x="231" y="1378"/>
                      </a:cubicBezTo>
                      <a:cubicBezTo>
                        <a:pt x="198" y="1431"/>
                        <a:pt x="66" y="1721"/>
                        <a:pt x="53" y="1753"/>
                      </a:cubicBezTo>
                      <a:cubicBezTo>
                        <a:pt x="33" y="1786"/>
                        <a:pt x="0" y="1832"/>
                        <a:pt x="40" y="1872"/>
                      </a:cubicBezTo>
                      <a:cubicBezTo>
                        <a:pt x="73" y="1905"/>
                        <a:pt x="132" y="1911"/>
                        <a:pt x="178" y="1957"/>
                      </a:cubicBezTo>
                      <a:cubicBezTo>
                        <a:pt x="217" y="2004"/>
                        <a:pt x="184" y="2050"/>
                        <a:pt x="184" y="2050"/>
                      </a:cubicBezTo>
                      <a:cubicBezTo>
                        <a:pt x="184" y="2050"/>
                        <a:pt x="20" y="2076"/>
                        <a:pt x="13" y="2096"/>
                      </a:cubicBezTo>
                      <a:cubicBezTo>
                        <a:pt x="7" y="2115"/>
                        <a:pt x="0" y="2300"/>
                        <a:pt x="59" y="2379"/>
                      </a:cubicBezTo>
                      <a:cubicBezTo>
                        <a:pt x="112" y="2451"/>
                        <a:pt x="152" y="2510"/>
                        <a:pt x="184" y="2570"/>
                      </a:cubicBezTo>
                      <a:cubicBezTo>
                        <a:pt x="211" y="2629"/>
                        <a:pt x="244" y="2734"/>
                        <a:pt x="224" y="2853"/>
                      </a:cubicBezTo>
                      <a:cubicBezTo>
                        <a:pt x="204" y="2978"/>
                        <a:pt x="152" y="3149"/>
                        <a:pt x="152" y="3149"/>
                      </a:cubicBezTo>
                      <a:cubicBezTo>
                        <a:pt x="152" y="3149"/>
                        <a:pt x="105" y="3188"/>
                        <a:pt x="125" y="3234"/>
                      </a:cubicBezTo>
                      <a:cubicBezTo>
                        <a:pt x="152" y="3280"/>
                        <a:pt x="178" y="3267"/>
                        <a:pt x="178" y="3320"/>
                      </a:cubicBezTo>
                      <a:cubicBezTo>
                        <a:pt x="178" y="3372"/>
                        <a:pt x="171" y="3478"/>
                        <a:pt x="132" y="3491"/>
                      </a:cubicBezTo>
                      <a:cubicBezTo>
                        <a:pt x="92" y="3504"/>
                        <a:pt x="86" y="3570"/>
                        <a:pt x="138" y="3570"/>
                      </a:cubicBezTo>
                      <a:cubicBezTo>
                        <a:pt x="158" y="3572"/>
                        <a:pt x="175" y="3573"/>
                        <a:pt x="191" y="3573"/>
                      </a:cubicBezTo>
                      <a:cubicBezTo>
                        <a:pt x="222" y="3573"/>
                        <a:pt x="250" y="3570"/>
                        <a:pt x="290" y="3570"/>
                      </a:cubicBezTo>
                      <a:cubicBezTo>
                        <a:pt x="293" y="3570"/>
                        <a:pt x="296" y="3570"/>
                        <a:pt x="299" y="3570"/>
                      </a:cubicBezTo>
                      <a:cubicBezTo>
                        <a:pt x="332" y="3570"/>
                        <a:pt x="342" y="3548"/>
                        <a:pt x="359" y="3548"/>
                      </a:cubicBezTo>
                      <a:cubicBezTo>
                        <a:pt x="368" y="3548"/>
                        <a:pt x="379" y="3553"/>
                        <a:pt x="395" y="3570"/>
                      </a:cubicBezTo>
                      <a:cubicBezTo>
                        <a:pt x="448" y="3629"/>
                        <a:pt x="514" y="3675"/>
                        <a:pt x="592" y="3675"/>
                      </a:cubicBezTo>
                      <a:cubicBezTo>
                        <a:pt x="641" y="3675"/>
                        <a:pt x="794" y="3687"/>
                        <a:pt x="919" y="3687"/>
                      </a:cubicBezTo>
                      <a:cubicBezTo>
                        <a:pt x="981" y="3687"/>
                        <a:pt x="1036" y="3684"/>
                        <a:pt x="1066" y="3675"/>
                      </a:cubicBezTo>
                      <a:cubicBezTo>
                        <a:pt x="1152" y="3655"/>
                        <a:pt x="1165" y="3563"/>
                        <a:pt x="1198" y="3563"/>
                      </a:cubicBezTo>
                      <a:cubicBezTo>
                        <a:pt x="1237" y="3563"/>
                        <a:pt x="1277" y="3590"/>
                        <a:pt x="1310" y="3629"/>
                      </a:cubicBezTo>
                      <a:cubicBezTo>
                        <a:pt x="1343" y="3675"/>
                        <a:pt x="1441" y="3708"/>
                        <a:pt x="1481" y="3708"/>
                      </a:cubicBezTo>
                      <a:cubicBezTo>
                        <a:pt x="1512" y="3708"/>
                        <a:pt x="1519" y="3691"/>
                        <a:pt x="1540" y="3691"/>
                      </a:cubicBezTo>
                      <a:cubicBezTo>
                        <a:pt x="1550" y="3691"/>
                        <a:pt x="1564" y="3695"/>
                        <a:pt x="1586" y="3708"/>
                      </a:cubicBezTo>
                      <a:cubicBezTo>
                        <a:pt x="1652" y="3741"/>
                        <a:pt x="1744" y="3794"/>
                        <a:pt x="1751" y="3840"/>
                      </a:cubicBezTo>
                      <a:cubicBezTo>
                        <a:pt x="1764" y="3892"/>
                        <a:pt x="1777" y="3958"/>
                        <a:pt x="1784" y="3978"/>
                      </a:cubicBezTo>
                      <a:cubicBezTo>
                        <a:pt x="1790" y="4004"/>
                        <a:pt x="1836" y="4004"/>
                        <a:pt x="1823" y="4077"/>
                      </a:cubicBezTo>
                      <a:cubicBezTo>
                        <a:pt x="1817" y="4149"/>
                        <a:pt x="1784" y="4182"/>
                        <a:pt x="1790" y="4254"/>
                      </a:cubicBezTo>
                      <a:cubicBezTo>
                        <a:pt x="1790" y="4320"/>
                        <a:pt x="1836" y="4347"/>
                        <a:pt x="1856" y="4399"/>
                      </a:cubicBezTo>
                      <a:cubicBezTo>
                        <a:pt x="1876" y="4452"/>
                        <a:pt x="1869" y="4498"/>
                        <a:pt x="1869" y="4531"/>
                      </a:cubicBezTo>
                      <a:cubicBezTo>
                        <a:pt x="1869" y="4564"/>
                        <a:pt x="1836" y="4616"/>
                        <a:pt x="1863" y="4682"/>
                      </a:cubicBezTo>
                      <a:cubicBezTo>
                        <a:pt x="1896" y="4741"/>
                        <a:pt x="1929" y="4787"/>
                        <a:pt x="1929" y="4834"/>
                      </a:cubicBezTo>
                      <a:cubicBezTo>
                        <a:pt x="1929" y="4880"/>
                        <a:pt x="1909" y="4919"/>
                        <a:pt x="2021" y="4939"/>
                      </a:cubicBezTo>
                      <a:cubicBezTo>
                        <a:pt x="2105" y="4954"/>
                        <a:pt x="2207" y="4972"/>
                        <a:pt x="2264" y="4972"/>
                      </a:cubicBezTo>
                      <a:cubicBezTo>
                        <a:pt x="2283" y="4972"/>
                        <a:pt x="2297" y="4970"/>
                        <a:pt x="2304" y="4965"/>
                      </a:cubicBezTo>
                      <a:cubicBezTo>
                        <a:pt x="2330" y="4945"/>
                        <a:pt x="2422" y="4899"/>
                        <a:pt x="2442" y="4886"/>
                      </a:cubicBezTo>
                      <a:cubicBezTo>
                        <a:pt x="2457" y="4882"/>
                        <a:pt x="2514" y="4879"/>
                        <a:pt x="2561" y="4879"/>
                      </a:cubicBezTo>
                      <a:cubicBezTo>
                        <a:pt x="2595" y="4879"/>
                        <a:pt x="2623" y="4881"/>
                        <a:pt x="2626" y="4886"/>
                      </a:cubicBezTo>
                      <a:cubicBezTo>
                        <a:pt x="2626" y="4893"/>
                        <a:pt x="2685" y="4985"/>
                        <a:pt x="2699" y="5011"/>
                      </a:cubicBezTo>
                      <a:cubicBezTo>
                        <a:pt x="2699" y="5011"/>
                        <a:pt x="2771" y="5005"/>
                        <a:pt x="2843" y="4965"/>
                      </a:cubicBezTo>
                      <a:cubicBezTo>
                        <a:pt x="2916" y="4926"/>
                        <a:pt x="2896" y="4906"/>
                        <a:pt x="2916" y="4840"/>
                      </a:cubicBezTo>
                      <a:cubicBezTo>
                        <a:pt x="2935" y="4781"/>
                        <a:pt x="2929" y="4735"/>
                        <a:pt x="2949" y="4656"/>
                      </a:cubicBezTo>
                      <a:cubicBezTo>
                        <a:pt x="2968" y="4577"/>
                        <a:pt x="3028" y="4590"/>
                        <a:pt x="3080" y="4551"/>
                      </a:cubicBezTo>
                      <a:cubicBezTo>
                        <a:pt x="3139" y="4511"/>
                        <a:pt x="3113" y="4478"/>
                        <a:pt x="3113" y="4452"/>
                      </a:cubicBezTo>
                      <a:cubicBezTo>
                        <a:pt x="3113" y="4425"/>
                        <a:pt x="3146" y="4294"/>
                        <a:pt x="3186" y="4254"/>
                      </a:cubicBezTo>
                      <a:cubicBezTo>
                        <a:pt x="3225" y="4208"/>
                        <a:pt x="3390" y="4083"/>
                        <a:pt x="3462" y="4037"/>
                      </a:cubicBezTo>
                      <a:cubicBezTo>
                        <a:pt x="3462" y="4037"/>
                        <a:pt x="3475" y="4031"/>
                        <a:pt x="3482" y="4024"/>
                      </a:cubicBezTo>
                      <a:cubicBezTo>
                        <a:pt x="3488" y="4017"/>
                        <a:pt x="3488" y="4017"/>
                        <a:pt x="3495" y="4011"/>
                      </a:cubicBezTo>
                      <a:cubicBezTo>
                        <a:pt x="3501" y="4004"/>
                        <a:pt x="3508" y="4004"/>
                        <a:pt x="3515" y="3998"/>
                      </a:cubicBezTo>
                      <a:cubicBezTo>
                        <a:pt x="3528" y="3991"/>
                        <a:pt x="3534" y="3978"/>
                        <a:pt x="3548" y="3971"/>
                      </a:cubicBezTo>
                      <a:cubicBezTo>
                        <a:pt x="3554" y="3971"/>
                        <a:pt x="3554" y="3965"/>
                        <a:pt x="3561" y="3958"/>
                      </a:cubicBezTo>
                      <a:cubicBezTo>
                        <a:pt x="3567" y="3952"/>
                        <a:pt x="3574" y="3952"/>
                        <a:pt x="3580" y="3945"/>
                      </a:cubicBezTo>
                      <a:cubicBezTo>
                        <a:pt x="3653" y="3879"/>
                        <a:pt x="3745" y="3807"/>
                        <a:pt x="3824" y="3741"/>
                      </a:cubicBezTo>
                      <a:cubicBezTo>
                        <a:pt x="3831" y="3734"/>
                        <a:pt x="3837" y="3728"/>
                        <a:pt x="3844" y="3721"/>
                      </a:cubicBezTo>
                      <a:cubicBezTo>
                        <a:pt x="3857" y="3708"/>
                        <a:pt x="3870" y="3695"/>
                        <a:pt x="3883" y="3688"/>
                      </a:cubicBezTo>
                      <a:cubicBezTo>
                        <a:pt x="3890" y="3682"/>
                        <a:pt x="3896" y="3675"/>
                        <a:pt x="3903" y="3669"/>
                      </a:cubicBezTo>
                      <a:cubicBezTo>
                        <a:pt x="3923" y="3649"/>
                        <a:pt x="3942" y="3636"/>
                        <a:pt x="3949" y="3623"/>
                      </a:cubicBezTo>
                      <a:lnTo>
                        <a:pt x="3956" y="3623"/>
                      </a:lnTo>
                      <a:cubicBezTo>
                        <a:pt x="3982" y="3590"/>
                        <a:pt x="4094" y="3537"/>
                        <a:pt x="4179" y="3471"/>
                      </a:cubicBezTo>
                      <a:cubicBezTo>
                        <a:pt x="4265" y="3405"/>
                        <a:pt x="4291" y="3405"/>
                        <a:pt x="4278" y="3372"/>
                      </a:cubicBezTo>
                      <a:cubicBezTo>
                        <a:pt x="4265" y="3333"/>
                        <a:pt x="4278" y="3267"/>
                        <a:pt x="4311" y="3241"/>
                      </a:cubicBezTo>
                      <a:cubicBezTo>
                        <a:pt x="4337" y="3221"/>
                        <a:pt x="4423" y="3188"/>
                        <a:pt x="4423" y="3188"/>
                      </a:cubicBezTo>
                      <a:cubicBezTo>
                        <a:pt x="4423" y="3188"/>
                        <a:pt x="4416" y="3063"/>
                        <a:pt x="4397" y="3030"/>
                      </a:cubicBezTo>
                      <a:cubicBezTo>
                        <a:pt x="4383" y="2997"/>
                        <a:pt x="4416" y="2964"/>
                        <a:pt x="4515" y="2833"/>
                      </a:cubicBezTo>
                      <a:cubicBezTo>
                        <a:pt x="4553" y="2785"/>
                        <a:pt x="4577" y="2772"/>
                        <a:pt x="4595" y="2772"/>
                      </a:cubicBezTo>
                      <a:cubicBezTo>
                        <a:pt x="4619" y="2772"/>
                        <a:pt x="4633" y="2793"/>
                        <a:pt x="4653" y="2793"/>
                      </a:cubicBezTo>
                      <a:cubicBezTo>
                        <a:pt x="4659" y="2793"/>
                        <a:pt x="4666" y="2791"/>
                        <a:pt x="4673" y="2787"/>
                      </a:cubicBezTo>
                      <a:cubicBezTo>
                        <a:pt x="4726" y="2754"/>
                        <a:pt x="4673" y="2701"/>
                        <a:pt x="4673" y="2635"/>
                      </a:cubicBezTo>
                      <a:cubicBezTo>
                        <a:pt x="4673" y="2570"/>
                        <a:pt x="4653" y="2438"/>
                        <a:pt x="4719" y="2359"/>
                      </a:cubicBezTo>
                      <a:cubicBezTo>
                        <a:pt x="4778" y="2280"/>
                        <a:pt x="4956" y="2273"/>
                        <a:pt x="4976" y="2273"/>
                      </a:cubicBezTo>
                      <a:cubicBezTo>
                        <a:pt x="4989" y="2273"/>
                        <a:pt x="5061" y="2122"/>
                        <a:pt x="5061" y="2122"/>
                      </a:cubicBezTo>
                      <a:cubicBezTo>
                        <a:pt x="5061" y="2122"/>
                        <a:pt x="5041" y="2017"/>
                        <a:pt x="5041" y="1997"/>
                      </a:cubicBezTo>
                      <a:cubicBezTo>
                        <a:pt x="5041" y="1971"/>
                        <a:pt x="5022" y="1865"/>
                        <a:pt x="5022" y="1826"/>
                      </a:cubicBezTo>
                      <a:cubicBezTo>
                        <a:pt x="5022" y="1786"/>
                        <a:pt x="5068" y="1767"/>
                        <a:pt x="5134" y="1714"/>
                      </a:cubicBezTo>
                      <a:cubicBezTo>
                        <a:pt x="5081" y="1655"/>
                        <a:pt x="5055" y="1576"/>
                        <a:pt x="4982" y="1536"/>
                      </a:cubicBezTo>
                      <a:cubicBezTo>
                        <a:pt x="4910" y="1497"/>
                        <a:pt x="4897" y="1477"/>
                        <a:pt x="4877" y="1444"/>
                      </a:cubicBezTo>
                      <a:cubicBezTo>
                        <a:pt x="4857" y="1418"/>
                        <a:pt x="4732" y="1365"/>
                        <a:pt x="4686" y="1359"/>
                      </a:cubicBezTo>
                      <a:cubicBezTo>
                        <a:pt x="4647" y="1352"/>
                        <a:pt x="4443" y="1332"/>
                        <a:pt x="4357" y="1266"/>
                      </a:cubicBezTo>
                      <a:cubicBezTo>
                        <a:pt x="4271" y="1201"/>
                        <a:pt x="4179" y="1155"/>
                        <a:pt x="4140" y="1089"/>
                      </a:cubicBezTo>
                      <a:cubicBezTo>
                        <a:pt x="4094" y="1030"/>
                        <a:pt x="4081" y="1049"/>
                        <a:pt x="3956" y="1036"/>
                      </a:cubicBezTo>
                      <a:cubicBezTo>
                        <a:pt x="3931" y="1033"/>
                        <a:pt x="3915" y="1032"/>
                        <a:pt x="3905" y="1032"/>
                      </a:cubicBezTo>
                      <a:cubicBezTo>
                        <a:pt x="3865" y="1032"/>
                        <a:pt x="3905" y="1051"/>
                        <a:pt x="3837" y="1082"/>
                      </a:cubicBezTo>
                      <a:cubicBezTo>
                        <a:pt x="3820" y="1089"/>
                        <a:pt x="3806" y="1093"/>
                        <a:pt x="3795" y="1093"/>
                      </a:cubicBezTo>
                      <a:cubicBezTo>
                        <a:pt x="3756" y="1093"/>
                        <a:pt x="3748" y="1055"/>
                        <a:pt x="3712" y="1030"/>
                      </a:cubicBezTo>
                      <a:cubicBezTo>
                        <a:pt x="3666" y="1003"/>
                        <a:pt x="3725" y="957"/>
                        <a:pt x="3752" y="937"/>
                      </a:cubicBezTo>
                      <a:cubicBezTo>
                        <a:pt x="3771" y="918"/>
                        <a:pt x="3804" y="799"/>
                        <a:pt x="3804" y="799"/>
                      </a:cubicBezTo>
                      <a:cubicBezTo>
                        <a:pt x="3804" y="799"/>
                        <a:pt x="3633" y="786"/>
                        <a:pt x="3567" y="733"/>
                      </a:cubicBezTo>
                      <a:cubicBezTo>
                        <a:pt x="3501" y="674"/>
                        <a:pt x="3567" y="621"/>
                        <a:pt x="3567" y="621"/>
                      </a:cubicBezTo>
                      <a:cubicBezTo>
                        <a:pt x="3501" y="621"/>
                        <a:pt x="3350" y="556"/>
                        <a:pt x="3324" y="556"/>
                      </a:cubicBezTo>
                      <a:cubicBezTo>
                        <a:pt x="3291" y="556"/>
                        <a:pt x="3166" y="569"/>
                        <a:pt x="3146" y="569"/>
                      </a:cubicBezTo>
                      <a:cubicBezTo>
                        <a:pt x="3126" y="569"/>
                        <a:pt x="3041" y="470"/>
                        <a:pt x="3041" y="450"/>
                      </a:cubicBezTo>
                      <a:cubicBezTo>
                        <a:pt x="3041" y="431"/>
                        <a:pt x="3061" y="385"/>
                        <a:pt x="3100" y="338"/>
                      </a:cubicBezTo>
                      <a:cubicBezTo>
                        <a:pt x="3146" y="286"/>
                        <a:pt x="3186" y="259"/>
                        <a:pt x="3186" y="207"/>
                      </a:cubicBezTo>
                      <a:cubicBezTo>
                        <a:pt x="3186" y="161"/>
                        <a:pt x="3146" y="3"/>
                        <a:pt x="3126" y="3"/>
                      </a:cubicBezTo>
                      <a:cubicBezTo>
                        <a:pt x="3107" y="3"/>
                        <a:pt x="2929" y="174"/>
                        <a:pt x="2929" y="174"/>
                      </a:cubicBezTo>
                      <a:cubicBezTo>
                        <a:pt x="2929" y="174"/>
                        <a:pt x="2903" y="174"/>
                        <a:pt x="2870" y="227"/>
                      </a:cubicBezTo>
                      <a:cubicBezTo>
                        <a:pt x="2837" y="279"/>
                        <a:pt x="2758" y="319"/>
                        <a:pt x="2758" y="319"/>
                      </a:cubicBezTo>
                      <a:cubicBezTo>
                        <a:pt x="2758" y="319"/>
                        <a:pt x="2705" y="292"/>
                        <a:pt x="2659" y="253"/>
                      </a:cubicBezTo>
                      <a:cubicBezTo>
                        <a:pt x="2612" y="223"/>
                        <a:pt x="2607" y="124"/>
                        <a:pt x="2529" y="124"/>
                      </a:cubicBezTo>
                      <a:cubicBezTo>
                        <a:pt x="2521" y="124"/>
                        <a:pt x="2511" y="125"/>
                        <a:pt x="2501" y="128"/>
                      </a:cubicBezTo>
                      <a:cubicBezTo>
                        <a:pt x="2402" y="154"/>
                        <a:pt x="2310" y="187"/>
                        <a:pt x="2290" y="213"/>
                      </a:cubicBezTo>
                      <a:cubicBezTo>
                        <a:pt x="2272" y="237"/>
                        <a:pt x="2282" y="267"/>
                        <a:pt x="2199" y="267"/>
                      </a:cubicBezTo>
                      <a:cubicBezTo>
                        <a:pt x="2191" y="267"/>
                        <a:pt x="2182" y="267"/>
                        <a:pt x="2172" y="266"/>
                      </a:cubicBezTo>
                      <a:cubicBezTo>
                        <a:pt x="2054" y="259"/>
                        <a:pt x="1843" y="115"/>
                        <a:pt x="1823" y="108"/>
                      </a:cubicBezTo>
                      <a:cubicBezTo>
                        <a:pt x="1797" y="102"/>
                        <a:pt x="1488" y="3"/>
                        <a:pt x="1422" y="3"/>
                      </a:cubicBezTo>
                      <a:cubicBezTo>
                        <a:pt x="1393" y="3"/>
                        <a:pt x="1366" y="1"/>
                        <a:pt x="1342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5" name="CaixaDeTexto 35">
                <a:extLst>
                  <a:ext uri="{FF2B5EF4-FFF2-40B4-BE49-F238E27FC236}">
                    <a16:creationId xmlns:a16="http://schemas.microsoft.com/office/drawing/2014/main" id="{2884329E-02A8-CE01-364F-00D10E4F9A37}"/>
                  </a:ext>
                </a:extLst>
              </p:cNvPr>
              <p:cNvSpPr txBox="1"/>
              <p:nvPr/>
            </p:nvSpPr>
            <p:spPr>
              <a:xfrm>
                <a:off x="5204839" y="992262"/>
                <a:ext cx="1055191" cy="191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sz="80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309" name="Agrupar 308">
              <a:extLst>
                <a:ext uri="{FF2B5EF4-FFF2-40B4-BE49-F238E27FC236}">
                  <a16:creationId xmlns:a16="http://schemas.microsoft.com/office/drawing/2014/main" id="{6855DBEE-32A0-94D8-ABBD-A06C0F999AAF}"/>
                </a:ext>
              </a:extLst>
            </p:cNvPr>
            <p:cNvGrpSpPr/>
            <p:nvPr/>
          </p:nvGrpSpPr>
          <p:grpSpPr>
            <a:xfrm>
              <a:off x="12556659" y="6102195"/>
              <a:ext cx="2777917" cy="1769750"/>
              <a:chOff x="12368265" y="6108895"/>
              <a:chExt cx="2777917" cy="1769750"/>
            </a:xfrm>
          </p:grpSpPr>
          <p:grpSp>
            <p:nvGrpSpPr>
              <p:cNvPr id="289" name="Agrupar 288">
                <a:extLst>
                  <a:ext uri="{FF2B5EF4-FFF2-40B4-BE49-F238E27FC236}">
                    <a16:creationId xmlns:a16="http://schemas.microsoft.com/office/drawing/2014/main" id="{BB738897-9552-C97D-1ADC-C57584D23F16}"/>
                  </a:ext>
                </a:extLst>
              </p:cNvPr>
              <p:cNvGrpSpPr/>
              <p:nvPr/>
            </p:nvGrpSpPr>
            <p:grpSpPr>
              <a:xfrm>
                <a:off x="12368265" y="6115420"/>
                <a:ext cx="2777917" cy="1742233"/>
                <a:chOff x="9905199" y="2269053"/>
                <a:chExt cx="2616923" cy="1905455"/>
              </a:xfrm>
            </p:grpSpPr>
            <p:grpSp>
              <p:nvGrpSpPr>
                <p:cNvPr id="290" name="Agrupar 289">
                  <a:extLst>
                    <a:ext uri="{FF2B5EF4-FFF2-40B4-BE49-F238E27FC236}">
                      <a16:creationId xmlns:a16="http://schemas.microsoft.com/office/drawing/2014/main" id="{F31B61BF-541E-FE37-764C-3382138CC971}"/>
                    </a:ext>
                  </a:extLst>
                </p:cNvPr>
                <p:cNvGrpSpPr/>
                <p:nvPr/>
              </p:nvGrpSpPr>
              <p:grpSpPr>
                <a:xfrm>
                  <a:off x="9905199" y="2283022"/>
                  <a:ext cx="220135" cy="1891486"/>
                  <a:chOff x="9457265" y="2577677"/>
                  <a:chExt cx="220135" cy="1891486"/>
                </a:xfrm>
              </p:grpSpPr>
              <p:sp>
                <p:nvSpPr>
                  <p:cNvPr id="296" name="Elipse 295">
                    <a:extLst>
                      <a:ext uri="{FF2B5EF4-FFF2-40B4-BE49-F238E27FC236}">
                        <a16:creationId xmlns:a16="http://schemas.microsoft.com/office/drawing/2014/main" id="{6DA684A6-0303-DC8F-0C78-50077F550A40}"/>
                      </a:ext>
                    </a:extLst>
                  </p:cNvPr>
                  <p:cNvSpPr/>
                  <p:nvPr/>
                </p:nvSpPr>
                <p:spPr>
                  <a:xfrm>
                    <a:off x="9457267" y="2577677"/>
                    <a:ext cx="220133" cy="286205"/>
                  </a:xfrm>
                  <a:prstGeom prst="ellipse">
                    <a:avLst/>
                  </a:prstGeom>
                  <a:solidFill>
                    <a:srgbClr val="7E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en-US" sz="2000"/>
                  </a:p>
                </p:txBody>
              </p:sp>
              <p:sp>
                <p:nvSpPr>
                  <p:cNvPr id="297" name="Elipse 296">
                    <a:extLst>
                      <a:ext uri="{FF2B5EF4-FFF2-40B4-BE49-F238E27FC236}">
                        <a16:creationId xmlns:a16="http://schemas.microsoft.com/office/drawing/2014/main" id="{B6FBF10F-0613-7C3C-99E6-28656BA01937}"/>
                      </a:ext>
                    </a:extLst>
                  </p:cNvPr>
                  <p:cNvSpPr/>
                  <p:nvPr/>
                </p:nvSpPr>
                <p:spPr>
                  <a:xfrm>
                    <a:off x="9457266" y="3010747"/>
                    <a:ext cx="220133" cy="286205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en-US" sz="2000"/>
                  </a:p>
                </p:txBody>
              </p:sp>
              <p:sp>
                <p:nvSpPr>
                  <p:cNvPr id="298" name="Elipse 297">
                    <a:extLst>
                      <a:ext uri="{FF2B5EF4-FFF2-40B4-BE49-F238E27FC236}">
                        <a16:creationId xmlns:a16="http://schemas.microsoft.com/office/drawing/2014/main" id="{AA857989-C3A0-907A-A595-9F02474D1FE7}"/>
                      </a:ext>
                    </a:extLst>
                  </p:cNvPr>
                  <p:cNvSpPr/>
                  <p:nvPr/>
                </p:nvSpPr>
                <p:spPr>
                  <a:xfrm>
                    <a:off x="9457266" y="3380316"/>
                    <a:ext cx="220133" cy="286205"/>
                  </a:xfrm>
                  <a:prstGeom prst="ellipse">
                    <a:avLst/>
                  </a:prstGeom>
                  <a:solidFill>
                    <a:srgbClr val="C9373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en-US" sz="2000"/>
                  </a:p>
                </p:txBody>
              </p:sp>
              <p:sp>
                <p:nvSpPr>
                  <p:cNvPr id="299" name="Elipse 298">
                    <a:extLst>
                      <a:ext uri="{FF2B5EF4-FFF2-40B4-BE49-F238E27FC236}">
                        <a16:creationId xmlns:a16="http://schemas.microsoft.com/office/drawing/2014/main" id="{8EC6653E-F87C-94E7-7DBD-FE0913665944}"/>
                      </a:ext>
                    </a:extLst>
                  </p:cNvPr>
                  <p:cNvSpPr/>
                  <p:nvPr/>
                </p:nvSpPr>
                <p:spPr>
                  <a:xfrm>
                    <a:off x="9457265" y="3749887"/>
                    <a:ext cx="220133" cy="286205"/>
                  </a:xfrm>
                  <a:prstGeom prst="ellipse">
                    <a:avLst/>
                  </a:prstGeom>
                  <a:solidFill>
                    <a:srgbClr val="C9373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en-US" sz="2000"/>
                  </a:p>
                </p:txBody>
              </p:sp>
              <p:sp>
                <p:nvSpPr>
                  <p:cNvPr id="300" name="Elipse 299">
                    <a:extLst>
                      <a:ext uri="{FF2B5EF4-FFF2-40B4-BE49-F238E27FC236}">
                        <a16:creationId xmlns:a16="http://schemas.microsoft.com/office/drawing/2014/main" id="{F343D1A0-4A5F-12B5-B3E1-B81913FB56F1}"/>
                      </a:ext>
                    </a:extLst>
                  </p:cNvPr>
                  <p:cNvSpPr/>
                  <p:nvPr/>
                </p:nvSpPr>
                <p:spPr>
                  <a:xfrm>
                    <a:off x="9457265" y="4182958"/>
                    <a:ext cx="220133" cy="28620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en-US" sz="2000"/>
                  </a:p>
                </p:txBody>
              </p:sp>
            </p:grpSp>
            <p:sp>
              <p:nvSpPr>
                <p:cNvPr id="291" name="TextBox 20">
                  <a:extLst>
                    <a:ext uri="{FF2B5EF4-FFF2-40B4-BE49-F238E27FC236}">
                      <a16:creationId xmlns:a16="http://schemas.microsoft.com/office/drawing/2014/main" id="{4E169C2E-2DB7-5068-B084-159191699973}"/>
                    </a:ext>
                  </a:extLst>
                </p:cNvPr>
                <p:cNvSpPr txBox="1"/>
                <p:nvPr/>
              </p:nvSpPr>
              <p:spPr>
                <a:xfrm>
                  <a:off x="10159428" y="2269053"/>
                  <a:ext cx="2362694" cy="3366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endParaRPr lang="pt-BR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endParaRPr>
                </a:p>
              </p:txBody>
            </p:sp>
          </p:grpSp>
          <p:grpSp>
            <p:nvGrpSpPr>
              <p:cNvPr id="306" name="Agrupar 305">
                <a:extLst>
                  <a:ext uri="{FF2B5EF4-FFF2-40B4-BE49-F238E27FC236}">
                    <a16:creationId xmlns:a16="http://schemas.microsoft.com/office/drawing/2014/main" id="{5653BB97-3BB2-D052-C4A3-1C841AEEE766}"/>
                  </a:ext>
                </a:extLst>
              </p:cNvPr>
              <p:cNvGrpSpPr/>
              <p:nvPr/>
            </p:nvGrpSpPr>
            <p:grpSpPr>
              <a:xfrm>
                <a:off x="12751152" y="6108895"/>
                <a:ext cx="1530924" cy="1769750"/>
                <a:chOff x="12709150" y="6016573"/>
                <a:chExt cx="1442200" cy="1935549"/>
              </a:xfrm>
            </p:grpSpPr>
            <p:sp>
              <p:nvSpPr>
                <p:cNvPr id="301" name="CaixaDeTexto 300">
                  <a:extLst>
                    <a:ext uri="{FF2B5EF4-FFF2-40B4-BE49-F238E27FC236}">
                      <a16:creationId xmlns:a16="http://schemas.microsoft.com/office/drawing/2014/main" id="{20AF07E4-A4A9-EC79-419E-4DD128AFFADC}"/>
                    </a:ext>
                  </a:extLst>
                </p:cNvPr>
                <p:cNvSpPr txBox="1"/>
                <p:nvPr/>
              </p:nvSpPr>
              <p:spPr>
                <a:xfrm>
                  <a:off x="12709150" y="6016573"/>
                  <a:ext cx="1442200" cy="3702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PE – 79%</a:t>
                  </a:r>
                </a:p>
              </p:txBody>
            </p:sp>
            <p:sp>
              <p:nvSpPr>
                <p:cNvPr id="302" name="CaixaDeTexto 301">
                  <a:extLst>
                    <a:ext uri="{FF2B5EF4-FFF2-40B4-BE49-F238E27FC236}">
                      <a16:creationId xmlns:a16="http://schemas.microsoft.com/office/drawing/2014/main" id="{2DDAC610-3ED9-D4C5-3038-7728B73A79C1}"/>
                    </a:ext>
                  </a:extLst>
                </p:cNvPr>
                <p:cNvSpPr txBox="1"/>
                <p:nvPr/>
              </p:nvSpPr>
              <p:spPr>
                <a:xfrm>
                  <a:off x="12709150" y="6447636"/>
                  <a:ext cx="1442200" cy="3702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>
                      <a:latin typeface="Poppins" panose="00000500000000000000" pitchFamily="2" charset="0"/>
                      <a:cs typeface="Poppins" panose="00000500000000000000" pitchFamily="2" charset="0"/>
                    </a:rPr>
                    <a:t>PB – 14%</a:t>
                  </a:r>
                </a:p>
              </p:txBody>
            </p:sp>
            <p:sp>
              <p:nvSpPr>
                <p:cNvPr id="303" name="CaixaDeTexto 302">
                  <a:extLst>
                    <a:ext uri="{FF2B5EF4-FFF2-40B4-BE49-F238E27FC236}">
                      <a16:creationId xmlns:a16="http://schemas.microsoft.com/office/drawing/2014/main" id="{A5E6D98B-85D8-2F75-3BC1-FD972B79A432}"/>
                    </a:ext>
                  </a:extLst>
                </p:cNvPr>
                <p:cNvSpPr txBox="1"/>
                <p:nvPr/>
              </p:nvSpPr>
              <p:spPr>
                <a:xfrm>
                  <a:off x="12709150" y="6862243"/>
                  <a:ext cx="1442200" cy="3702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>
                      <a:latin typeface="Poppins" panose="00000500000000000000" pitchFamily="2" charset="0"/>
                      <a:cs typeface="Poppins" panose="00000500000000000000" pitchFamily="2" charset="0"/>
                    </a:rPr>
                    <a:t>AL – 4%</a:t>
                  </a:r>
                </a:p>
              </p:txBody>
            </p:sp>
            <p:sp>
              <p:nvSpPr>
                <p:cNvPr id="304" name="CaixaDeTexto 303">
                  <a:extLst>
                    <a:ext uri="{FF2B5EF4-FFF2-40B4-BE49-F238E27FC236}">
                      <a16:creationId xmlns:a16="http://schemas.microsoft.com/office/drawing/2014/main" id="{AF646165-C6A3-63D4-BCBB-40F8A7A33406}"/>
                    </a:ext>
                  </a:extLst>
                </p:cNvPr>
                <p:cNvSpPr txBox="1"/>
                <p:nvPr/>
              </p:nvSpPr>
              <p:spPr>
                <a:xfrm>
                  <a:off x="12709150" y="7194418"/>
                  <a:ext cx="1442200" cy="3702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>
                      <a:latin typeface="Poppins" panose="00000500000000000000" pitchFamily="2" charset="0"/>
                      <a:cs typeface="Poppins" panose="00000500000000000000" pitchFamily="2" charset="0"/>
                    </a:rPr>
                    <a:t>RN – 2%</a:t>
                  </a:r>
                </a:p>
              </p:txBody>
            </p:sp>
            <p:sp>
              <p:nvSpPr>
                <p:cNvPr id="305" name="CaixaDeTexto 304">
                  <a:extLst>
                    <a:ext uri="{FF2B5EF4-FFF2-40B4-BE49-F238E27FC236}">
                      <a16:creationId xmlns:a16="http://schemas.microsoft.com/office/drawing/2014/main" id="{E8F0A971-0CE1-7C92-1C6F-A381D0F25977}"/>
                    </a:ext>
                  </a:extLst>
                </p:cNvPr>
                <p:cNvSpPr txBox="1"/>
                <p:nvPr/>
              </p:nvSpPr>
              <p:spPr>
                <a:xfrm>
                  <a:off x="12709150" y="7581851"/>
                  <a:ext cx="1442200" cy="3702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>
                      <a:latin typeface="Poppins" panose="00000500000000000000" pitchFamily="2" charset="0"/>
                      <a:cs typeface="Poppins" panose="00000500000000000000" pitchFamily="2" charset="0"/>
                    </a:rPr>
                    <a:t>SE – 1%</a:t>
                  </a:r>
                </a:p>
              </p:txBody>
            </p:sp>
          </p:grpSp>
        </p:grpSp>
      </p:grpSp>
      <p:sp>
        <p:nvSpPr>
          <p:cNvPr id="311" name="CaixaDeTexto 310">
            <a:extLst>
              <a:ext uri="{FF2B5EF4-FFF2-40B4-BE49-F238E27FC236}">
                <a16:creationId xmlns:a16="http://schemas.microsoft.com/office/drawing/2014/main" id="{52501A5E-382F-15B7-C395-D004B5E208E9}"/>
              </a:ext>
            </a:extLst>
          </p:cNvPr>
          <p:cNvSpPr txBox="1"/>
          <p:nvPr/>
        </p:nvSpPr>
        <p:spPr>
          <a:xfrm>
            <a:off x="10279610" y="5658516"/>
            <a:ext cx="4154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Área de atuação (% da receita total)</a:t>
            </a:r>
            <a:endParaRPr lang="en-US" sz="1400">
              <a:solidFill>
                <a:schemeClr val="tx1">
                  <a:lumMod val="65000"/>
                  <a:lumOff val="3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FE2A6D71-BC93-D360-626F-25BA985032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7264249"/>
              </p:ext>
            </p:extLst>
          </p:nvPr>
        </p:nvGraphicFramePr>
        <p:xfrm>
          <a:off x="7675412" y="1814952"/>
          <a:ext cx="6758511" cy="3588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17169369-02F1-A1B5-C940-999BC9F5406C}"/>
              </a:ext>
            </a:extLst>
          </p:cNvPr>
          <p:cNvGrpSpPr/>
          <p:nvPr/>
        </p:nvGrpSpPr>
        <p:grpSpPr>
          <a:xfrm>
            <a:off x="665560" y="1835186"/>
            <a:ext cx="6835164" cy="3424417"/>
            <a:chOff x="646310" y="2018066"/>
            <a:chExt cx="6835164" cy="3424417"/>
          </a:xfrm>
        </p:grpSpPr>
        <p:grpSp>
          <p:nvGrpSpPr>
            <p:cNvPr id="201" name="Agrupar 200">
              <a:extLst>
                <a:ext uri="{FF2B5EF4-FFF2-40B4-BE49-F238E27FC236}">
                  <a16:creationId xmlns:a16="http://schemas.microsoft.com/office/drawing/2014/main" id="{75406235-ABCE-15F6-5168-627A3345E02A}"/>
                </a:ext>
              </a:extLst>
            </p:cNvPr>
            <p:cNvGrpSpPr/>
            <p:nvPr/>
          </p:nvGrpSpPr>
          <p:grpSpPr>
            <a:xfrm>
              <a:off x="646310" y="2018066"/>
              <a:ext cx="3600000" cy="1639136"/>
              <a:chOff x="541875" y="2018066"/>
              <a:chExt cx="3600000" cy="1639136"/>
            </a:xfrm>
          </p:grpSpPr>
          <p:pic>
            <p:nvPicPr>
              <p:cNvPr id="22" name="Imagem 21" descr="Caminhão de bombeiros&#10;&#10;O conteúdo gerado por IA pode estar incorreto.">
                <a:extLst>
                  <a:ext uri="{FF2B5EF4-FFF2-40B4-BE49-F238E27FC236}">
                    <a16:creationId xmlns:a16="http://schemas.microsoft.com/office/drawing/2014/main" id="{F727675F-7D01-DBDC-1809-F13BA67A96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8183" y="2018066"/>
                <a:ext cx="862563" cy="879901"/>
              </a:xfrm>
              <a:prstGeom prst="rect">
                <a:avLst/>
              </a:prstGeom>
            </p:spPr>
          </p:pic>
          <p:sp>
            <p:nvSpPr>
              <p:cNvPr id="23" name="TextBox 10">
                <a:extLst>
                  <a:ext uri="{FF2B5EF4-FFF2-40B4-BE49-F238E27FC236}">
                    <a16:creationId xmlns:a16="http://schemas.microsoft.com/office/drawing/2014/main" id="{26D3FACF-ADC8-608C-FAD3-0A5BA14F2FAD}"/>
                  </a:ext>
                </a:extLst>
              </p:cNvPr>
              <p:cNvSpPr txBox="1"/>
              <p:nvPr/>
            </p:nvSpPr>
            <p:spPr>
              <a:xfrm>
                <a:off x="541875" y="2981311"/>
                <a:ext cx="3600000" cy="675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pt-BR" b="1" dirty="0">
                    <a:solidFill>
                      <a:srgbClr val="67686C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Business Principal: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pt-BR" sz="1440" dirty="0">
                    <a:latin typeface="Poppins" panose="00000500000000000000" pitchFamily="2" charset="0"/>
                    <a:cs typeface="Poppins" panose="00000500000000000000" pitchFamily="2" charset="0"/>
                  </a:rPr>
                  <a:t>Locação de empilhadeiras</a:t>
                </a:r>
                <a:endParaRPr lang="en-US" sz="144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24" name="TextBox 10">
              <a:extLst>
                <a:ext uri="{FF2B5EF4-FFF2-40B4-BE49-F238E27FC236}">
                  <a16:creationId xmlns:a16="http://schemas.microsoft.com/office/drawing/2014/main" id="{17CEDEEE-E148-4516-82C8-6521C6C9167B}"/>
                </a:ext>
              </a:extLst>
            </p:cNvPr>
            <p:cNvSpPr txBox="1"/>
            <p:nvPr/>
          </p:nvSpPr>
          <p:spPr>
            <a:xfrm>
              <a:off x="3743593" y="3116124"/>
              <a:ext cx="3600000" cy="406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pt-BR" b="1" dirty="0">
                  <a:solidFill>
                    <a:srgbClr val="67686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Tempo de mercado</a:t>
              </a: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3A1CE280-A080-5659-8DAD-F2F83509FADE}"/>
                </a:ext>
              </a:extLst>
            </p:cNvPr>
            <p:cNvSpPr txBox="1"/>
            <p:nvPr/>
          </p:nvSpPr>
          <p:spPr>
            <a:xfrm>
              <a:off x="3715200" y="2387961"/>
              <a:ext cx="3600000" cy="720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pt-BR" sz="3600" b="1" dirty="0">
                  <a:solidFill>
                    <a:srgbClr val="C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27 anos</a:t>
              </a:r>
            </a:p>
          </p:txBody>
        </p:sp>
        <p:grpSp>
          <p:nvGrpSpPr>
            <p:cNvPr id="63" name="Agrupar 62">
              <a:extLst>
                <a:ext uri="{FF2B5EF4-FFF2-40B4-BE49-F238E27FC236}">
                  <a16:creationId xmlns:a16="http://schemas.microsoft.com/office/drawing/2014/main" id="{2A8D318D-C6F4-3624-AE6E-C9A897AC8E51}"/>
                </a:ext>
              </a:extLst>
            </p:cNvPr>
            <p:cNvGrpSpPr/>
            <p:nvPr/>
          </p:nvGrpSpPr>
          <p:grpSpPr>
            <a:xfrm>
              <a:off x="646310" y="4302268"/>
              <a:ext cx="3600000" cy="909936"/>
              <a:chOff x="398326" y="4534560"/>
              <a:chExt cx="3600000" cy="909936"/>
            </a:xfrm>
          </p:grpSpPr>
          <p:sp>
            <p:nvSpPr>
              <p:cNvPr id="26" name="TextBox 10">
                <a:extLst>
                  <a:ext uri="{FF2B5EF4-FFF2-40B4-BE49-F238E27FC236}">
                    <a16:creationId xmlns:a16="http://schemas.microsoft.com/office/drawing/2014/main" id="{3DD363B1-09EF-E7D0-C1D8-83C812FDA918}"/>
                  </a:ext>
                </a:extLst>
              </p:cNvPr>
              <p:cNvSpPr txBox="1"/>
              <p:nvPr/>
            </p:nvSpPr>
            <p:spPr>
              <a:xfrm>
                <a:off x="398326" y="5038231"/>
                <a:ext cx="3600000" cy="406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pt-BR" b="1" dirty="0">
                    <a:solidFill>
                      <a:srgbClr val="67686C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Sede – Recife (PE)</a:t>
                </a:r>
              </a:p>
            </p:txBody>
          </p:sp>
          <p:sp>
            <p:nvSpPr>
              <p:cNvPr id="62" name="Google Shape;1574;p19">
                <a:extLst>
                  <a:ext uri="{FF2B5EF4-FFF2-40B4-BE49-F238E27FC236}">
                    <a16:creationId xmlns:a16="http://schemas.microsoft.com/office/drawing/2014/main" id="{5BB67B1B-7754-CD2C-242F-AB2091B12D90}"/>
                  </a:ext>
                </a:extLst>
              </p:cNvPr>
              <p:cNvSpPr/>
              <p:nvPr/>
            </p:nvSpPr>
            <p:spPr>
              <a:xfrm>
                <a:off x="1619924" y="4534560"/>
                <a:ext cx="930822" cy="356546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1687" extrusionOk="0">
                    <a:moveTo>
                      <a:pt x="2815" y="0"/>
                    </a:moveTo>
                    <a:cubicBezTo>
                      <a:pt x="2799" y="0"/>
                      <a:pt x="2782" y="6"/>
                      <a:pt x="2765" y="21"/>
                    </a:cubicBezTo>
                    <a:cubicBezTo>
                      <a:pt x="2706" y="74"/>
                      <a:pt x="2666" y="74"/>
                      <a:pt x="2627" y="139"/>
                    </a:cubicBezTo>
                    <a:cubicBezTo>
                      <a:pt x="2587" y="199"/>
                      <a:pt x="2548" y="245"/>
                      <a:pt x="2488" y="284"/>
                    </a:cubicBezTo>
                    <a:cubicBezTo>
                      <a:pt x="2438" y="322"/>
                      <a:pt x="2252" y="436"/>
                      <a:pt x="2194" y="436"/>
                    </a:cubicBezTo>
                    <a:cubicBezTo>
                      <a:pt x="2191" y="436"/>
                      <a:pt x="2188" y="436"/>
                      <a:pt x="2186" y="435"/>
                    </a:cubicBezTo>
                    <a:cubicBezTo>
                      <a:pt x="2133" y="422"/>
                      <a:pt x="2087" y="376"/>
                      <a:pt x="2074" y="357"/>
                    </a:cubicBezTo>
                    <a:cubicBezTo>
                      <a:pt x="2068" y="340"/>
                      <a:pt x="2053" y="285"/>
                      <a:pt x="2016" y="285"/>
                    </a:cubicBezTo>
                    <a:cubicBezTo>
                      <a:pt x="2010" y="285"/>
                      <a:pt x="2003" y="287"/>
                      <a:pt x="1995" y="291"/>
                    </a:cubicBezTo>
                    <a:cubicBezTo>
                      <a:pt x="1949" y="317"/>
                      <a:pt x="1903" y="337"/>
                      <a:pt x="1896" y="337"/>
                    </a:cubicBezTo>
                    <a:cubicBezTo>
                      <a:pt x="1883" y="337"/>
                      <a:pt x="1791" y="304"/>
                      <a:pt x="1791" y="271"/>
                    </a:cubicBezTo>
                    <a:cubicBezTo>
                      <a:pt x="1791" y="271"/>
                      <a:pt x="1784" y="264"/>
                      <a:pt x="1778" y="258"/>
                    </a:cubicBezTo>
                    <a:cubicBezTo>
                      <a:pt x="1745" y="297"/>
                      <a:pt x="1705" y="317"/>
                      <a:pt x="1672" y="376"/>
                    </a:cubicBezTo>
                    <a:cubicBezTo>
                      <a:pt x="1639" y="421"/>
                      <a:pt x="1634" y="452"/>
                      <a:pt x="1605" y="452"/>
                    </a:cubicBezTo>
                    <a:cubicBezTo>
                      <a:pt x="1599" y="452"/>
                      <a:pt x="1594" y="451"/>
                      <a:pt x="1587" y="449"/>
                    </a:cubicBezTo>
                    <a:cubicBezTo>
                      <a:pt x="1541" y="429"/>
                      <a:pt x="1481" y="422"/>
                      <a:pt x="1422" y="337"/>
                    </a:cubicBezTo>
                    <a:cubicBezTo>
                      <a:pt x="1363" y="245"/>
                      <a:pt x="1350" y="231"/>
                      <a:pt x="1317" y="192"/>
                    </a:cubicBezTo>
                    <a:cubicBezTo>
                      <a:pt x="1291" y="152"/>
                      <a:pt x="1172" y="93"/>
                      <a:pt x="1172" y="93"/>
                    </a:cubicBezTo>
                    <a:cubicBezTo>
                      <a:pt x="1172" y="93"/>
                      <a:pt x="1088" y="76"/>
                      <a:pt x="1031" y="76"/>
                    </a:cubicBezTo>
                    <a:cubicBezTo>
                      <a:pt x="1008" y="76"/>
                      <a:pt x="989" y="79"/>
                      <a:pt x="981" y="87"/>
                    </a:cubicBezTo>
                    <a:cubicBezTo>
                      <a:pt x="948" y="113"/>
                      <a:pt x="876" y="133"/>
                      <a:pt x="843" y="139"/>
                    </a:cubicBezTo>
                    <a:cubicBezTo>
                      <a:pt x="838" y="140"/>
                      <a:pt x="833" y="141"/>
                      <a:pt x="827" y="141"/>
                    </a:cubicBezTo>
                    <a:cubicBezTo>
                      <a:pt x="788" y="141"/>
                      <a:pt x="723" y="125"/>
                      <a:pt x="672" y="120"/>
                    </a:cubicBezTo>
                    <a:cubicBezTo>
                      <a:pt x="646" y="120"/>
                      <a:pt x="553" y="93"/>
                      <a:pt x="455" y="67"/>
                    </a:cubicBezTo>
                    <a:cubicBezTo>
                      <a:pt x="442" y="80"/>
                      <a:pt x="428" y="100"/>
                      <a:pt x="415" y="120"/>
                    </a:cubicBezTo>
                    <a:cubicBezTo>
                      <a:pt x="389" y="172"/>
                      <a:pt x="369" y="238"/>
                      <a:pt x="369" y="264"/>
                    </a:cubicBezTo>
                    <a:cubicBezTo>
                      <a:pt x="369" y="291"/>
                      <a:pt x="395" y="324"/>
                      <a:pt x="428" y="376"/>
                    </a:cubicBezTo>
                    <a:cubicBezTo>
                      <a:pt x="461" y="429"/>
                      <a:pt x="461" y="587"/>
                      <a:pt x="461" y="587"/>
                    </a:cubicBezTo>
                    <a:cubicBezTo>
                      <a:pt x="461" y="587"/>
                      <a:pt x="461" y="593"/>
                      <a:pt x="455" y="607"/>
                    </a:cubicBezTo>
                    <a:cubicBezTo>
                      <a:pt x="442" y="640"/>
                      <a:pt x="409" y="718"/>
                      <a:pt x="376" y="758"/>
                    </a:cubicBezTo>
                    <a:cubicBezTo>
                      <a:pt x="336" y="811"/>
                      <a:pt x="270" y="857"/>
                      <a:pt x="152" y="942"/>
                    </a:cubicBezTo>
                    <a:cubicBezTo>
                      <a:pt x="27" y="1028"/>
                      <a:pt x="14" y="1054"/>
                      <a:pt x="14" y="1054"/>
                    </a:cubicBezTo>
                    <a:lnTo>
                      <a:pt x="1" y="1067"/>
                    </a:lnTo>
                    <a:cubicBezTo>
                      <a:pt x="7" y="1087"/>
                      <a:pt x="27" y="1100"/>
                      <a:pt x="40" y="1120"/>
                    </a:cubicBezTo>
                    <a:cubicBezTo>
                      <a:pt x="119" y="1186"/>
                      <a:pt x="152" y="1166"/>
                      <a:pt x="211" y="1225"/>
                    </a:cubicBezTo>
                    <a:cubicBezTo>
                      <a:pt x="264" y="1278"/>
                      <a:pt x="349" y="1403"/>
                      <a:pt x="356" y="1423"/>
                    </a:cubicBezTo>
                    <a:cubicBezTo>
                      <a:pt x="363" y="1442"/>
                      <a:pt x="382" y="1456"/>
                      <a:pt x="356" y="1482"/>
                    </a:cubicBezTo>
                    <a:cubicBezTo>
                      <a:pt x="330" y="1515"/>
                      <a:pt x="310" y="1554"/>
                      <a:pt x="310" y="1567"/>
                    </a:cubicBezTo>
                    <a:cubicBezTo>
                      <a:pt x="310" y="1587"/>
                      <a:pt x="372" y="1686"/>
                      <a:pt x="400" y="1686"/>
                    </a:cubicBezTo>
                    <a:cubicBezTo>
                      <a:pt x="400" y="1686"/>
                      <a:pt x="401" y="1686"/>
                      <a:pt x="402" y="1686"/>
                    </a:cubicBezTo>
                    <a:cubicBezTo>
                      <a:pt x="422" y="1673"/>
                      <a:pt x="580" y="1574"/>
                      <a:pt x="580" y="1574"/>
                    </a:cubicBezTo>
                    <a:cubicBezTo>
                      <a:pt x="580" y="1574"/>
                      <a:pt x="619" y="1561"/>
                      <a:pt x="639" y="1535"/>
                    </a:cubicBezTo>
                    <a:cubicBezTo>
                      <a:pt x="659" y="1515"/>
                      <a:pt x="692" y="1475"/>
                      <a:pt x="692" y="1423"/>
                    </a:cubicBezTo>
                    <a:cubicBezTo>
                      <a:pt x="692" y="1370"/>
                      <a:pt x="659" y="1350"/>
                      <a:pt x="692" y="1344"/>
                    </a:cubicBezTo>
                    <a:lnTo>
                      <a:pt x="784" y="1344"/>
                    </a:lnTo>
                    <a:cubicBezTo>
                      <a:pt x="810" y="1344"/>
                      <a:pt x="863" y="1324"/>
                      <a:pt x="882" y="1311"/>
                    </a:cubicBezTo>
                    <a:cubicBezTo>
                      <a:pt x="896" y="1298"/>
                      <a:pt x="915" y="1311"/>
                      <a:pt x="948" y="1258"/>
                    </a:cubicBezTo>
                    <a:cubicBezTo>
                      <a:pt x="981" y="1212"/>
                      <a:pt x="1040" y="1153"/>
                      <a:pt x="1080" y="1107"/>
                    </a:cubicBezTo>
                    <a:cubicBezTo>
                      <a:pt x="1119" y="1067"/>
                      <a:pt x="1179" y="1015"/>
                      <a:pt x="1212" y="1001"/>
                    </a:cubicBezTo>
                    <a:cubicBezTo>
                      <a:pt x="1240" y="992"/>
                      <a:pt x="1266" y="947"/>
                      <a:pt x="1296" y="947"/>
                    </a:cubicBezTo>
                    <a:cubicBezTo>
                      <a:pt x="1306" y="947"/>
                      <a:pt x="1318" y="953"/>
                      <a:pt x="1330" y="969"/>
                    </a:cubicBezTo>
                    <a:cubicBezTo>
                      <a:pt x="1369" y="1034"/>
                      <a:pt x="1389" y="1087"/>
                      <a:pt x="1416" y="1107"/>
                    </a:cubicBezTo>
                    <a:cubicBezTo>
                      <a:pt x="1448" y="1120"/>
                      <a:pt x="1422" y="1120"/>
                      <a:pt x="1514" y="1133"/>
                    </a:cubicBezTo>
                    <a:cubicBezTo>
                      <a:pt x="1606" y="1146"/>
                      <a:pt x="1666" y="1140"/>
                      <a:pt x="1679" y="1146"/>
                    </a:cubicBezTo>
                    <a:cubicBezTo>
                      <a:pt x="1692" y="1153"/>
                      <a:pt x="1731" y="1212"/>
                      <a:pt x="1764" y="1232"/>
                    </a:cubicBezTo>
                    <a:cubicBezTo>
                      <a:pt x="1804" y="1252"/>
                      <a:pt x="1850" y="1265"/>
                      <a:pt x="1870" y="1265"/>
                    </a:cubicBezTo>
                    <a:cubicBezTo>
                      <a:pt x="1896" y="1265"/>
                      <a:pt x="1982" y="1265"/>
                      <a:pt x="2028" y="1311"/>
                    </a:cubicBezTo>
                    <a:cubicBezTo>
                      <a:pt x="2074" y="1350"/>
                      <a:pt x="2093" y="1442"/>
                      <a:pt x="2093" y="1462"/>
                    </a:cubicBezTo>
                    <a:cubicBezTo>
                      <a:pt x="2093" y="1475"/>
                      <a:pt x="2100" y="1489"/>
                      <a:pt x="2113" y="1521"/>
                    </a:cubicBezTo>
                    <a:cubicBezTo>
                      <a:pt x="2113" y="1521"/>
                      <a:pt x="2199" y="1482"/>
                      <a:pt x="2218" y="1442"/>
                    </a:cubicBezTo>
                    <a:cubicBezTo>
                      <a:pt x="2232" y="1410"/>
                      <a:pt x="2251" y="1396"/>
                      <a:pt x="2258" y="1390"/>
                    </a:cubicBezTo>
                    <a:cubicBezTo>
                      <a:pt x="2265" y="1390"/>
                      <a:pt x="2324" y="1377"/>
                      <a:pt x="2337" y="1363"/>
                    </a:cubicBezTo>
                    <a:cubicBezTo>
                      <a:pt x="2344" y="1357"/>
                      <a:pt x="2363" y="1337"/>
                      <a:pt x="2376" y="1324"/>
                    </a:cubicBezTo>
                    <a:lnTo>
                      <a:pt x="2376" y="1317"/>
                    </a:lnTo>
                    <a:cubicBezTo>
                      <a:pt x="2376" y="1311"/>
                      <a:pt x="2383" y="1311"/>
                      <a:pt x="2383" y="1304"/>
                    </a:cubicBezTo>
                    <a:cubicBezTo>
                      <a:pt x="2390" y="1298"/>
                      <a:pt x="2390" y="1291"/>
                      <a:pt x="2396" y="1284"/>
                    </a:cubicBezTo>
                    <a:cubicBezTo>
                      <a:pt x="2409" y="1259"/>
                      <a:pt x="2457" y="1198"/>
                      <a:pt x="2473" y="1198"/>
                    </a:cubicBezTo>
                    <a:cubicBezTo>
                      <a:pt x="2474" y="1198"/>
                      <a:pt x="2475" y="1199"/>
                      <a:pt x="2475" y="1199"/>
                    </a:cubicBezTo>
                    <a:cubicBezTo>
                      <a:pt x="2482" y="1199"/>
                      <a:pt x="2574" y="1278"/>
                      <a:pt x="2580" y="1284"/>
                    </a:cubicBezTo>
                    <a:cubicBezTo>
                      <a:pt x="2587" y="1291"/>
                      <a:pt x="2611" y="1357"/>
                      <a:pt x="2631" y="1357"/>
                    </a:cubicBezTo>
                    <a:cubicBezTo>
                      <a:pt x="2631" y="1357"/>
                      <a:pt x="2632" y="1357"/>
                      <a:pt x="2633" y="1357"/>
                    </a:cubicBezTo>
                    <a:cubicBezTo>
                      <a:pt x="2637" y="1355"/>
                      <a:pt x="2647" y="1354"/>
                      <a:pt x="2660" y="1354"/>
                    </a:cubicBezTo>
                    <a:cubicBezTo>
                      <a:pt x="2696" y="1354"/>
                      <a:pt x="2755" y="1360"/>
                      <a:pt x="2765" y="1370"/>
                    </a:cubicBezTo>
                    <a:cubicBezTo>
                      <a:pt x="2771" y="1390"/>
                      <a:pt x="2844" y="1429"/>
                      <a:pt x="2857" y="1449"/>
                    </a:cubicBezTo>
                    <a:cubicBezTo>
                      <a:pt x="2870" y="1475"/>
                      <a:pt x="2916" y="1515"/>
                      <a:pt x="2936" y="1521"/>
                    </a:cubicBezTo>
                    <a:cubicBezTo>
                      <a:pt x="2952" y="1527"/>
                      <a:pt x="2955" y="1536"/>
                      <a:pt x="2980" y="1536"/>
                    </a:cubicBezTo>
                    <a:cubicBezTo>
                      <a:pt x="2986" y="1536"/>
                      <a:pt x="2993" y="1536"/>
                      <a:pt x="3002" y="1535"/>
                    </a:cubicBezTo>
                    <a:cubicBezTo>
                      <a:pt x="3032" y="1535"/>
                      <a:pt x="3075" y="1543"/>
                      <a:pt x="3107" y="1543"/>
                    </a:cubicBezTo>
                    <a:cubicBezTo>
                      <a:pt x="3124" y="1543"/>
                      <a:pt x="3138" y="1541"/>
                      <a:pt x="3146" y="1535"/>
                    </a:cubicBezTo>
                    <a:cubicBezTo>
                      <a:pt x="3173" y="1521"/>
                      <a:pt x="3272" y="1475"/>
                      <a:pt x="3298" y="1475"/>
                    </a:cubicBezTo>
                    <a:cubicBezTo>
                      <a:pt x="3303" y="1474"/>
                      <a:pt x="3309" y="1474"/>
                      <a:pt x="3315" y="1474"/>
                    </a:cubicBezTo>
                    <a:cubicBezTo>
                      <a:pt x="3334" y="1474"/>
                      <a:pt x="3359" y="1478"/>
                      <a:pt x="3382" y="1478"/>
                    </a:cubicBezTo>
                    <a:cubicBezTo>
                      <a:pt x="3399" y="1478"/>
                      <a:pt x="3415" y="1476"/>
                      <a:pt x="3429" y="1469"/>
                    </a:cubicBezTo>
                    <a:cubicBezTo>
                      <a:pt x="3476" y="1442"/>
                      <a:pt x="3515" y="1436"/>
                      <a:pt x="3541" y="1403"/>
                    </a:cubicBezTo>
                    <a:cubicBezTo>
                      <a:pt x="3568" y="1363"/>
                      <a:pt x="3614" y="1324"/>
                      <a:pt x="3640" y="1291"/>
                    </a:cubicBezTo>
                    <a:cubicBezTo>
                      <a:pt x="3673" y="1265"/>
                      <a:pt x="3686" y="1232"/>
                      <a:pt x="3732" y="1225"/>
                    </a:cubicBezTo>
                    <a:cubicBezTo>
                      <a:pt x="3778" y="1219"/>
                      <a:pt x="3838" y="1219"/>
                      <a:pt x="3844" y="1219"/>
                    </a:cubicBezTo>
                    <a:cubicBezTo>
                      <a:pt x="3857" y="1219"/>
                      <a:pt x="3969" y="1179"/>
                      <a:pt x="3969" y="1179"/>
                    </a:cubicBezTo>
                    <a:cubicBezTo>
                      <a:pt x="3969" y="1179"/>
                      <a:pt x="4035" y="1133"/>
                      <a:pt x="4068" y="1133"/>
                    </a:cubicBezTo>
                    <a:cubicBezTo>
                      <a:pt x="4101" y="1133"/>
                      <a:pt x="4186" y="1159"/>
                      <a:pt x="4193" y="1173"/>
                    </a:cubicBezTo>
                    <a:cubicBezTo>
                      <a:pt x="4206" y="1179"/>
                      <a:pt x="4311" y="1219"/>
                      <a:pt x="4311" y="1219"/>
                    </a:cubicBezTo>
                    <a:lnTo>
                      <a:pt x="4364" y="1284"/>
                    </a:lnTo>
                    <a:cubicBezTo>
                      <a:pt x="4417" y="1199"/>
                      <a:pt x="4456" y="1133"/>
                      <a:pt x="4463" y="1113"/>
                    </a:cubicBezTo>
                    <a:cubicBezTo>
                      <a:pt x="4489" y="1061"/>
                      <a:pt x="4588" y="442"/>
                      <a:pt x="4588" y="251"/>
                    </a:cubicBezTo>
                    <a:cubicBezTo>
                      <a:pt x="4542" y="231"/>
                      <a:pt x="4482" y="205"/>
                      <a:pt x="4476" y="205"/>
                    </a:cubicBezTo>
                    <a:cubicBezTo>
                      <a:pt x="4469" y="205"/>
                      <a:pt x="4305" y="120"/>
                      <a:pt x="4305" y="120"/>
                    </a:cubicBezTo>
                    <a:cubicBezTo>
                      <a:pt x="4305" y="120"/>
                      <a:pt x="4287" y="108"/>
                      <a:pt x="4260" y="108"/>
                    </a:cubicBezTo>
                    <a:cubicBezTo>
                      <a:pt x="4246" y="108"/>
                      <a:pt x="4230" y="111"/>
                      <a:pt x="4213" y="120"/>
                    </a:cubicBezTo>
                    <a:cubicBezTo>
                      <a:pt x="4160" y="146"/>
                      <a:pt x="4088" y="179"/>
                      <a:pt x="4081" y="199"/>
                    </a:cubicBezTo>
                    <a:cubicBezTo>
                      <a:pt x="4074" y="212"/>
                      <a:pt x="4088" y="231"/>
                      <a:pt x="4061" y="284"/>
                    </a:cubicBezTo>
                    <a:cubicBezTo>
                      <a:pt x="4028" y="337"/>
                      <a:pt x="3963" y="343"/>
                      <a:pt x="3949" y="343"/>
                    </a:cubicBezTo>
                    <a:cubicBezTo>
                      <a:pt x="3943" y="343"/>
                      <a:pt x="3831" y="363"/>
                      <a:pt x="3805" y="376"/>
                    </a:cubicBezTo>
                    <a:cubicBezTo>
                      <a:pt x="3772" y="396"/>
                      <a:pt x="3739" y="396"/>
                      <a:pt x="3699" y="396"/>
                    </a:cubicBezTo>
                    <a:cubicBezTo>
                      <a:pt x="3677" y="396"/>
                      <a:pt x="3641" y="402"/>
                      <a:pt x="3597" y="402"/>
                    </a:cubicBezTo>
                    <a:cubicBezTo>
                      <a:pt x="3576" y="402"/>
                      <a:pt x="3552" y="400"/>
                      <a:pt x="3528" y="396"/>
                    </a:cubicBezTo>
                    <a:cubicBezTo>
                      <a:pt x="3495" y="389"/>
                      <a:pt x="3474" y="384"/>
                      <a:pt x="3457" y="384"/>
                    </a:cubicBezTo>
                    <a:cubicBezTo>
                      <a:pt x="3439" y="384"/>
                      <a:pt x="3426" y="389"/>
                      <a:pt x="3410" y="403"/>
                    </a:cubicBezTo>
                    <a:cubicBezTo>
                      <a:pt x="3377" y="435"/>
                      <a:pt x="3357" y="442"/>
                      <a:pt x="3331" y="482"/>
                    </a:cubicBezTo>
                    <a:cubicBezTo>
                      <a:pt x="3304" y="514"/>
                      <a:pt x="3278" y="561"/>
                      <a:pt x="3278" y="607"/>
                    </a:cubicBezTo>
                    <a:cubicBezTo>
                      <a:pt x="3278" y="653"/>
                      <a:pt x="3212" y="705"/>
                      <a:pt x="3193" y="705"/>
                    </a:cubicBezTo>
                    <a:cubicBezTo>
                      <a:pt x="3179" y="705"/>
                      <a:pt x="3152" y="697"/>
                      <a:pt x="3127" y="697"/>
                    </a:cubicBezTo>
                    <a:cubicBezTo>
                      <a:pt x="3114" y="697"/>
                      <a:pt x="3103" y="699"/>
                      <a:pt x="3094" y="705"/>
                    </a:cubicBezTo>
                    <a:cubicBezTo>
                      <a:pt x="3067" y="725"/>
                      <a:pt x="3048" y="758"/>
                      <a:pt x="3008" y="758"/>
                    </a:cubicBezTo>
                    <a:cubicBezTo>
                      <a:pt x="2969" y="758"/>
                      <a:pt x="2916" y="732"/>
                      <a:pt x="2903" y="718"/>
                    </a:cubicBezTo>
                    <a:cubicBezTo>
                      <a:pt x="2896" y="699"/>
                      <a:pt x="2896" y="593"/>
                      <a:pt x="2877" y="574"/>
                    </a:cubicBezTo>
                    <a:cubicBezTo>
                      <a:pt x="2850" y="554"/>
                      <a:pt x="2811" y="514"/>
                      <a:pt x="2804" y="508"/>
                    </a:cubicBezTo>
                    <a:cubicBezTo>
                      <a:pt x="2804" y="495"/>
                      <a:pt x="2817" y="442"/>
                      <a:pt x="2844" y="422"/>
                    </a:cubicBezTo>
                    <a:cubicBezTo>
                      <a:pt x="2877" y="396"/>
                      <a:pt x="2910" y="383"/>
                      <a:pt x="2910" y="357"/>
                    </a:cubicBezTo>
                    <a:cubicBezTo>
                      <a:pt x="2910" y="337"/>
                      <a:pt x="2890" y="310"/>
                      <a:pt x="2910" y="284"/>
                    </a:cubicBezTo>
                    <a:cubicBezTo>
                      <a:pt x="2929" y="258"/>
                      <a:pt x="2982" y="231"/>
                      <a:pt x="2995" y="231"/>
                    </a:cubicBezTo>
                    <a:cubicBezTo>
                      <a:pt x="3008" y="225"/>
                      <a:pt x="3028" y="199"/>
                      <a:pt x="3028" y="172"/>
                    </a:cubicBezTo>
                    <a:cubicBezTo>
                      <a:pt x="3028" y="139"/>
                      <a:pt x="2982" y="41"/>
                      <a:pt x="2936" y="34"/>
                    </a:cubicBezTo>
                    <a:cubicBezTo>
                      <a:pt x="2898" y="34"/>
                      <a:pt x="2857" y="0"/>
                      <a:pt x="2815" y="0"/>
                    </a:cubicBezTo>
                    <a:close/>
                  </a:path>
                </a:pathLst>
              </a:custGeom>
              <a:solidFill>
                <a:srgbClr val="7E0000"/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94" name="Straight Connector 8">
              <a:extLst>
                <a:ext uri="{FF2B5EF4-FFF2-40B4-BE49-F238E27FC236}">
                  <a16:creationId xmlns:a16="http://schemas.microsoft.com/office/drawing/2014/main" id="{8533FA63-926F-4628-BBE4-9AC0CF34386F}"/>
                </a:ext>
              </a:extLst>
            </p:cNvPr>
            <p:cNvCxnSpPr>
              <a:cxnSpLocks/>
            </p:cNvCxnSpPr>
            <p:nvPr/>
          </p:nvCxnSpPr>
          <p:spPr>
            <a:xfrm>
              <a:off x="4141875" y="2264700"/>
              <a:ext cx="0" cy="3177783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8">
              <a:extLst>
                <a:ext uri="{FF2B5EF4-FFF2-40B4-BE49-F238E27FC236}">
                  <a16:creationId xmlns:a16="http://schemas.microsoft.com/office/drawing/2014/main" id="{E1133A09-B972-986A-B35C-95D96B7280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1212" y="3914071"/>
              <a:ext cx="6045401" cy="13793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Box 10">
              <a:extLst>
                <a:ext uri="{FF2B5EF4-FFF2-40B4-BE49-F238E27FC236}">
                  <a16:creationId xmlns:a16="http://schemas.microsoft.com/office/drawing/2014/main" id="{1F2EB584-0623-7898-7CA2-2BAE8EAB714A}"/>
                </a:ext>
              </a:extLst>
            </p:cNvPr>
            <p:cNvSpPr txBox="1"/>
            <p:nvPr/>
          </p:nvSpPr>
          <p:spPr>
            <a:xfrm>
              <a:off x="3881474" y="4804351"/>
              <a:ext cx="3600000" cy="406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pt-BR" b="1" dirty="0">
                  <a:solidFill>
                    <a:srgbClr val="67686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Parceiro atual</a:t>
              </a:r>
            </a:p>
          </p:txBody>
        </p:sp>
        <p:pic>
          <p:nvPicPr>
            <p:cNvPr id="203" name="Picture 2" descr="Generated image">
              <a:extLst>
                <a:ext uri="{FF2B5EF4-FFF2-40B4-BE49-F238E27FC236}">
                  <a16:creationId xmlns:a16="http://schemas.microsoft.com/office/drawing/2014/main" id="{BA5F3FA3-FAC0-E782-A027-DEF2C4099D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574" t="30182" r="3474" b="39852"/>
            <a:stretch>
              <a:fillRect/>
            </a:stretch>
          </p:blipFill>
          <p:spPr bwMode="auto">
            <a:xfrm>
              <a:off x="4948533" y="3952833"/>
              <a:ext cx="1381435" cy="891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6" name="Gráfico 205" descr="Marcador com preenchimento sólido">
            <a:extLst>
              <a:ext uri="{FF2B5EF4-FFF2-40B4-BE49-F238E27FC236}">
                <a16:creationId xmlns:a16="http://schemas.microsoft.com/office/drawing/2014/main" id="{68960224-A9D6-3DEC-10CC-D84C3D8E36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6282" y="3874371"/>
            <a:ext cx="446680" cy="44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2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3F1A4-7630-9866-A9B1-B85CA4680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aixaDeTexto 36">
            <a:extLst>
              <a:ext uri="{FF2B5EF4-FFF2-40B4-BE49-F238E27FC236}">
                <a16:creationId xmlns:a16="http://schemas.microsoft.com/office/drawing/2014/main" id="{E541E47C-1C03-695B-00C4-AFBE5F708324}"/>
              </a:ext>
            </a:extLst>
          </p:cNvPr>
          <p:cNvSpPr txBox="1"/>
          <p:nvPr/>
        </p:nvSpPr>
        <p:spPr>
          <a:xfrm>
            <a:off x="941824" y="394563"/>
            <a:ext cx="328063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Montserrat" panose="00000500000000000000" pitchFamily="2" charset="0"/>
              </a:rPr>
              <a:t>Nossa Trajetória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E0D1909-5819-3E4D-9D6D-9013889A174F}"/>
              </a:ext>
            </a:extLst>
          </p:cNvPr>
          <p:cNvCxnSpPr>
            <a:cxnSpLocks/>
          </p:cNvCxnSpPr>
          <p:nvPr/>
        </p:nvCxnSpPr>
        <p:spPr>
          <a:xfrm>
            <a:off x="1757599" y="4236773"/>
            <a:ext cx="11208725" cy="15720"/>
          </a:xfrm>
          <a:prstGeom prst="line">
            <a:avLst/>
          </a:prstGeom>
          <a:ln w="38100">
            <a:solidFill>
              <a:srgbClr val="B9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áfico 7" descr="Naipe de ouro com preenchimento sólido">
            <a:extLst>
              <a:ext uri="{FF2B5EF4-FFF2-40B4-BE49-F238E27FC236}">
                <a16:creationId xmlns:a16="http://schemas.microsoft.com/office/drawing/2014/main" id="{4D24AB43-6A7F-F4D3-2723-90C2B5551F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19696" y="4094236"/>
            <a:ext cx="275805" cy="28669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FE02D4B-8093-80C3-5EFF-A8CE228C6575}"/>
              </a:ext>
            </a:extLst>
          </p:cNvPr>
          <p:cNvSpPr txBox="1"/>
          <p:nvPr/>
        </p:nvSpPr>
        <p:spPr>
          <a:xfrm>
            <a:off x="853681" y="4542479"/>
            <a:ext cx="1807834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1998</a:t>
            </a:r>
          </a:p>
          <a:p>
            <a:pPr algn="ctr"/>
            <a:r>
              <a:rPr lang="pt-B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 Fundação </a:t>
            </a:r>
            <a:r>
              <a:rPr lang="pt-BR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Pennamaq</a:t>
            </a:r>
            <a:endParaRPr lang="pt-BR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pt-BR" sz="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pic>
        <p:nvPicPr>
          <p:cNvPr id="17" name="Gráfico 16" descr="Naipe de ouro com preenchimento sólido">
            <a:extLst>
              <a:ext uri="{FF2B5EF4-FFF2-40B4-BE49-F238E27FC236}">
                <a16:creationId xmlns:a16="http://schemas.microsoft.com/office/drawing/2014/main" id="{90F48BCE-4617-91E5-4245-FB5F36D016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38422" y="4096632"/>
            <a:ext cx="275805" cy="28669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47D745E-3C96-4E57-78A6-427163D013B5}"/>
              </a:ext>
            </a:extLst>
          </p:cNvPr>
          <p:cNvSpPr txBox="1"/>
          <p:nvPr/>
        </p:nvSpPr>
        <p:spPr>
          <a:xfrm>
            <a:off x="2491995" y="3082194"/>
            <a:ext cx="1963531" cy="1215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2002 </a:t>
            </a:r>
          </a:p>
          <a:p>
            <a:pPr algn="ctr"/>
            <a:r>
              <a:rPr lang="pt-B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Evolução para a </a:t>
            </a:r>
            <a:r>
              <a:rPr lang="pt-BR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Multylog</a:t>
            </a:r>
            <a:endParaRPr lang="pt-BR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pt-BR" sz="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pt-BR" sz="12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Gráfico 2" descr="Naipe de ouro com preenchimento sólido">
            <a:extLst>
              <a:ext uri="{FF2B5EF4-FFF2-40B4-BE49-F238E27FC236}">
                <a16:creationId xmlns:a16="http://schemas.microsoft.com/office/drawing/2014/main" id="{626043C4-A9C5-62EA-6CB2-CA2549F38B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57148" y="4094236"/>
            <a:ext cx="275805" cy="28669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5241778-A81A-8605-A104-270E8E4061BE}"/>
              </a:ext>
            </a:extLst>
          </p:cNvPr>
          <p:cNvSpPr txBox="1"/>
          <p:nvPr/>
        </p:nvSpPr>
        <p:spPr>
          <a:xfrm>
            <a:off x="4065965" y="4523469"/>
            <a:ext cx="230828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2006 </a:t>
            </a:r>
          </a:p>
          <a:p>
            <a:pPr algn="ctr"/>
            <a:r>
              <a:rPr lang="pt-B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Expansão Regional</a:t>
            </a:r>
          </a:p>
          <a:p>
            <a:pPr algn="ctr"/>
            <a:endParaRPr lang="pt-BR" sz="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EB92C61-CF31-69C7-C814-5DF949864693}"/>
              </a:ext>
            </a:extLst>
          </p:cNvPr>
          <p:cNvSpPr txBox="1"/>
          <p:nvPr/>
        </p:nvSpPr>
        <p:spPr>
          <a:xfrm>
            <a:off x="5821774" y="3164244"/>
            <a:ext cx="2240913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2010 </a:t>
            </a:r>
          </a:p>
          <a:p>
            <a:pPr algn="ctr"/>
            <a:r>
              <a:rPr lang="pt-B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Começo da eletrificação</a:t>
            </a:r>
          </a:p>
          <a:p>
            <a:pPr algn="ctr"/>
            <a:endParaRPr lang="pt-BR" sz="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pic>
        <p:nvPicPr>
          <p:cNvPr id="9" name="Gráfico 8" descr="Naipe de ouro com preenchimento sólido">
            <a:extLst>
              <a:ext uri="{FF2B5EF4-FFF2-40B4-BE49-F238E27FC236}">
                <a16:creationId xmlns:a16="http://schemas.microsoft.com/office/drawing/2014/main" id="{D7AD735D-CC70-05A8-FAD4-617C70350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20620" y="4109143"/>
            <a:ext cx="275805" cy="286697"/>
          </a:xfrm>
          <a:prstGeom prst="rect">
            <a:avLst/>
          </a:prstGeom>
        </p:spPr>
      </p:pic>
      <p:pic>
        <p:nvPicPr>
          <p:cNvPr id="11" name="Gráfico 10" descr="Naipe de ouro com preenchimento sólido">
            <a:extLst>
              <a:ext uri="{FF2B5EF4-FFF2-40B4-BE49-F238E27FC236}">
                <a16:creationId xmlns:a16="http://schemas.microsoft.com/office/drawing/2014/main" id="{21E80A5D-0FA8-8146-F509-2B7676B38D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84094" y="4102419"/>
            <a:ext cx="275805" cy="28669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377FFDA3-4372-75CB-E4A0-EF986A1939C9}"/>
              </a:ext>
            </a:extLst>
          </p:cNvPr>
          <p:cNvSpPr txBox="1"/>
          <p:nvPr/>
        </p:nvSpPr>
        <p:spPr>
          <a:xfrm>
            <a:off x="7657965" y="4569634"/>
            <a:ext cx="2128061" cy="1527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2016 </a:t>
            </a:r>
          </a:p>
          <a:p>
            <a:pPr algn="ctr"/>
            <a:r>
              <a:rPr lang="pt-B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Início da parceria com a </a:t>
            </a:r>
            <a:r>
              <a:rPr lang="pt-BR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Baoli</a:t>
            </a:r>
            <a:endParaRPr lang="pt-BR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pt-BR" sz="1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14" name="Gráfico 13" descr="Naipe de ouro com preenchimento sólido">
            <a:extLst>
              <a:ext uri="{FF2B5EF4-FFF2-40B4-BE49-F238E27FC236}">
                <a16:creationId xmlns:a16="http://schemas.microsoft.com/office/drawing/2014/main" id="{E776E559-B4E9-F275-4E9B-91DAF6E8F1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4296" y="4102419"/>
            <a:ext cx="275805" cy="286697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2E623833-A9AE-82D0-C6A9-C2B306AC80E0}"/>
              </a:ext>
            </a:extLst>
          </p:cNvPr>
          <p:cNvSpPr txBox="1"/>
          <p:nvPr/>
        </p:nvSpPr>
        <p:spPr>
          <a:xfrm>
            <a:off x="9387899" y="3074670"/>
            <a:ext cx="2828598" cy="1487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2020</a:t>
            </a:r>
          </a:p>
          <a:p>
            <a:pPr algn="ctr"/>
            <a:r>
              <a:rPr lang="pt-B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Novo Mix de Equipamentos </a:t>
            </a:r>
          </a:p>
          <a:p>
            <a:pPr algn="ctr"/>
            <a:endParaRPr lang="pt-BR" sz="1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pic>
        <p:nvPicPr>
          <p:cNvPr id="16" name="Gráfico 15" descr="Naipe de ouro com preenchimento sólido">
            <a:extLst>
              <a:ext uri="{FF2B5EF4-FFF2-40B4-BE49-F238E27FC236}">
                <a16:creationId xmlns:a16="http://schemas.microsoft.com/office/drawing/2014/main" id="{1C974236-74BB-6E92-26F6-3AB59E878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29159" y="4102419"/>
            <a:ext cx="275805" cy="286697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E0489099-A67B-BF01-7CDF-44F789645228}"/>
              </a:ext>
            </a:extLst>
          </p:cNvPr>
          <p:cNvSpPr txBox="1"/>
          <p:nvPr/>
        </p:nvSpPr>
        <p:spPr>
          <a:xfrm>
            <a:off x="11719833" y="4531652"/>
            <a:ext cx="2492981" cy="994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 </a:t>
            </a:r>
            <a:r>
              <a:rPr lang="pt-B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2025</a:t>
            </a:r>
          </a:p>
          <a:p>
            <a:pPr algn="ctr"/>
            <a:r>
              <a:rPr lang="pt-B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Nova parceria</a:t>
            </a:r>
            <a:endParaRPr lang="pt-BR" sz="1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DF383EC2-C031-43E5-D5AB-D0CD978B95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68" t="33650" r="2248" b="40544"/>
          <a:stretch>
            <a:fillRect/>
          </a:stretch>
        </p:blipFill>
        <p:spPr bwMode="auto">
          <a:xfrm>
            <a:off x="8073441" y="5457421"/>
            <a:ext cx="1473509" cy="78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5E9DC9FA-139A-4779-CCA0-D104B452D6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83" t="29914" r="15674" b="31909"/>
          <a:stretch>
            <a:fillRect/>
          </a:stretch>
        </p:blipFill>
        <p:spPr>
          <a:xfrm>
            <a:off x="2463733" y="2179659"/>
            <a:ext cx="2020053" cy="810438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9B37CA80-41E4-F260-4E14-C88ABC940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620" y="2201850"/>
            <a:ext cx="898580" cy="898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6" name="Agrupar 55">
            <a:extLst>
              <a:ext uri="{FF2B5EF4-FFF2-40B4-BE49-F238E27FC236}">
                <a16:creationId xmlns:a16="http://schemas.microsoft.com/office/drawing/2014/main" id="{5B02F7C5-D7FD-94BB-8A18-BC54CBA04211}"/>
              </a:ext>
            </a:extLst>
          </p:cNvPr>
          <p:cNvGrpSpPr/>
          <p:nvPr/>
        </p:nvGrpSpPr>
        <p:grpSpPr>
          <a:xfrm>
            <a:off x="4720951" y="5294543"/>
            <a:ext cx="903332" cy="964086"/>
            <a:chOff x="5554273" y="1294251"/>
            <a:chExt cx="3048554" cy="3133804"/>
          </a:xfrm>
        </p:grpSpPr>
        <p:sp>
          <p:nvSpPr>
            <p:cNvPr id="58" name="Google Shape;1564;p19">
              <a:extLst>
                <a:ext uri="{FF2B5EF4-FFF2-40B4-BE49-F238E27FC236}">
                  <a16:creationId xmlns:a16="http://schemas.microsoft.com/office/drawing/2014/main" id="{CA238288-AE15-7D3A-3600-9F289A39B2A3}"/>
                </a:ext>
              </a:extLst>
            </p:cNvPr>
            <p:cNvSpPr/>
            <p:nvPr/>
          </p:nvSpPr>
          <p:spPr>
            <a:xfrm>
              <a:off x="7164661" y="2707425"/>
              <a:ext cx="576163" cy="580966"/>
            </a:xfrm>
            <a:custGeom>
              <a:avLst/>
              <a:gdLst/>
              <a:ahLst/>
              <a:cxnLst/>
              <a:rect l="l" t="t" r="r" b="b"/>
              <a:pathLst>
                <a:path w="5279" h="5323" extrusionOk="0">
                  <a:moveTo>
                    <a:pt x="3864" y="2293"/>
                  </a:moveTo>
                  <a:cubicBezTo>
                    <a:pt x="3890" y="2293"/>
                    <a:pt x="3910" y="2293"/>
                    <a:pt x="3917" y="2296"/>
                  </a:cubicBezTo>
                  <a:cubicBezTo>
                    <a:pt x="3937" y="2302"/>
                    <a:pt x="4002" y="2322"/>
                    <a:pt x="4022" y="2322"/>
                  </a:cubicBezTo>
                  <a:cubicBezTo>
                    <a:pt x="4035" y="2322"/>
                    <a:pt x="4147" y="2328"/>
                    <a:pt x="4147" y="2328"/>
                  </a:cubicBezTo>
                  <a:lnTo>
                    <a:pt x="4226" y="2414"/>
                  </a:lnTo>
                  <a:lnTo>
                    <a:pt x="4226" y="2506"/>
                  </a:lnTo>
                  <a:cubicBezTo>
                    <a:pt x="4226" y="2526"/>
                    <a:pt x="4206" y="2526"/>
                    <a:pt x="4187" y="2546"/>
                  </a:cubicBezTo>
                  <a:cubicBezTo>
                    <a:pt x="4167" y="2565"/>
                    <a:pt x="4167" y="2644"/>
                    <a:pt x="4167" y="2664"/>
                  </a:cubicBezTo>
                  <a:cubicBezTo>
                    <a:pt x="4167" y="2684"/>
                    <a:pt x="4206" y="2710"/>
                    <a:pt x="4160" y="2723"/>
                  </a:cubicBezTo>
                  <a:cubicBezTo>
                    <a:pt x="4114" y="2736"/>
                    <a:pt x="4035" y="2743"/>
                    <a:pt x="3996" y="2750"/>
                  </a:cubicBezTo>
                  <a:cubicBezTo>
                    <a:pt x="3950" y="2750"/>
                    <a:pt x="3871" y="2743"/>
                    <a:pt x="3752" y="2730"/>
                  </a:cubicBezTo>
                  <a:cubicBezTo>
                    <a:pt x="3634" y="2710"/>
                    <a:pt x="3542" y="2710"/>
                    <a:pt x="3515" y="2704"/>
                  </a:cubicBezTo>
                  <a:cubicBezTo>
                    <a:pt x="3489" y="2697"/>
                    <a:pt x="3450" y="2638"/>
                    <a:pt x="3489" y="2598"/>
                  </a:cubicBezTo>
                  <a:cubicBezTo>
                    <a:pt x="3522" y="2559"/>
                    <a:pt x="3535" y="2552"/>
                    <a:pt x="3548" y="2539"/>
                  </a:cubicBezTo>
                  <a:cubicBezTo>
                    <a:pt x="3561" y="2526"/>
                    <a:pt x="3601" y="2506"/>
                    <a:pt x="3601" y="2500"/>
                  </a:cubicBezTo>
                  <a:cubicBezTo>
                    <a:pt x="3601" y="2486"/>
                    <a:pt x="3581" y="2427"/>
                    <a:pt x="3607" y="2388"/>
                  </a:cubicBezTo>
                  <a:cubicBezTo>
                    <a:pt x="3634" y="2348"/>
                    <a:pt x="3673" y="2296"/>
                    <a:pt x="3713" y="2296"/>
                  </a:cubicBezTo>
                  <a:cubicBezTo>
                    <a:pt x="3739" y="2296"/>
                    <a:pt x="3812" y="2293"/>
                    <a:pt x="3864" y="2293"/>
                  </a:cubicBezTo>
                  <a:close/>
                  <a:moveTo>
                    <a:pt x="2156" y="1"/>
                  </a:moveTo>
                  <a:cubicBezTo>
                    <a:pt x="2141" y="1"/>
                    <a:pt x="2096" y="86"/>
                    <a:pt x="2061" y="150"/>
                  </a:cubicBezTo>
                  <a:cubicBezTo>
                    <a:pt x="2015" y="222"/>
                    <a:pt x="1975" y="374"/>
                    <a:pt x="1975" y="374"/>
                  </a:cubicBezTo>
                  <a:lnTo>
                    <a:pt x="1903" y="532"/>
                  </a:lnTo>
                  <a:cubicBezTo>
                    <a:pt x="1903" y="532"/>
                    <a:pt x="1863" y="683"/>
                    <a:pt x="1863" y="716"/>
                  </a:cubicBezTo>
                  <a:cubicBezTo>
                    <a:pt x="1863" y="756"/>
                    <a:pt x="1850" y="788"/>
                    <a:pt x="1804" y="867"/>
                  </a:cubicBezTo>
                  <a:cubicBezTo>
                    <a:pt x="1752" y="953"/>
                    <a:pt x="1699" y="900"/>
                    <a:pt x="1699" y="1071"/>
                  </a:cubicBezTo>
                  <a:cubicBezTo>
                    <a:pt x="1699" y="1243"/>
                    <a:pt x="1732" y="1269"/>
                    <a:pt x="1699" y="1348"/>
                  </a:cubicBezTo>
                  <a:cubicBezTo>
                    <a:pt x="1659" y="1427"/>
                    <a:pt x="1580" y="1447"/>
                    <a:pt x="1561" y="1578"/>
                  </a:cubicBezTo>
                  <a:cubicBezTo>
                    <a:pt x="1534" y="1703"/>
                    <a:pt x="1561" y="1782"/>
                    <a:pt x="1541" y="1848"/>
                  </a:cubicBezTo>
                  <a:cubicBezTo>
                    <a:pt x="1521" y="1914"/>
                    <a:pt x="1284" y="1953"/>
                    <a:pt x="1218" y="2059"/>
                  </a:cubicBezTo>
                  <a:cubicBezTo>
                    <a:pt x="1146" y="2164"/>
                    <a:pt x="1139" y="2276"/>
                    <a:pt x="1074" y="2394"/>
                  </a:cubicBezTo>
                  <a:cubicBezTo>
                    <a:pt x="1014" y="2519"/>
                    <a:pt x="975" y="2598"/>
                    <a:pt x="903" y="2625"/>
                  </a:cubicBezTo>
                  <a:cubicBezTo>
                    <a:pt x="830" y="2658"/>
                    <a:pt x="718" y="2644"/>
                    <a:pt x="646" y="2690"/>
                  </a:cubicBezTo>
                  <a:cubicBezTo>
                    <a:pt x="580" y="2730"/>
                    <a:pt x="573" y="2815"/>
                    <a:pt x="475" y="2862"/>
                  </a:cubicBezTo>
                  <a:cubicBezTo>
                    <a:pt x="383" y="2901"/>
                    <a:pt x="330" y="2894"/>
                    <a:pt x="330" y="2954"/>
                  </a:cubicBezTo>
                  <a:cubicBezTo>
                    <a:pt x="330" y="3019"/>
                    <a:pt x="363" y="3026"/>
                    <a:pt x="363" y="3092"/>
                  </a:cubicBezTo>
                  <a:cubicBezTo>
                    <a:pt x="363" y="3158"/>
                    <a:pt x="383" y="3230"/>
                    <a:pt x="258" y="3322"/>
                  </a:cubicBezTo>
                  <a:cubicBezTo>
                    <a:pt x="251" y="3329"/>
                    <a:pt x="244" y="3335"/>
                    <a:pt x="238" y="3342"/>
                  </a:cubicBezTo>
                  <a:cubicBezTo>
                    <a:pt x="225" y="3349"/>
                    <a:pt x="218" y="3355"/>
                    <a:pt x="211" y="3362"/>
                  </a:cubicBezTo>
                  <a:cubicBezTo>
                    <a:pt x="205" y="3375"/>
                    <a:pt x="198" y="3381"/>
                    <a:pt x="192" y="3395"/>
                  </a:cubicBezTo>
                  <a:cubicBezTo>
                    <a:pt x="179" y="3401"/>
                    <a:pt x="172" y="3414"/>
                    <a:pt x="165" y="3421"/>
                  </a:cubicBezTo>
                  <a:cubicBezTo>
                    <a:pt x="165" y="3428"/>
                    <a:pt x="159" y="3434"/>
                    <a:pt x="159" y="3441"/>
                  </a:cubicBezTo>
                  <a:cubicBezTo>
                    <a:pt x="152" y="3441"/>
                    <a:pt x="152" y="3447"/>
                    <a:pt x="146" y="3454"/>
                  </a:cubicBezTo>
                  <a:cubicBezTo>
                    <a:pt x="139" y="3467"/>
                    <a:pt x="133" y="3474"/>
                    <a:pt x="126" y="3487"/>
                  </a:cubicBezTo>
                  <a:cubicBezTo>
                    <a:pt x="119" y="3500"/>
                    <a:pt x="113" y="3507"/>
                    <a:pt x="106" y="3520"/>
                  </a:cubicBezTo>
                  <a:cubicBezTo>
                    <a:pt x="100" y="3533"/>
                    <a:pt x="93" y="3539"/>
                    <a:pt x="86" y="3553"/>
                  </a:cubicBezTo>
                  <a:cubicBezTo>
                    <a:pt x="86" y="3553"/>
                    <a:pt x="86" y="3559"/>
                    <a:pt x="86" y="3559"/>
                  </a:cubicBezTo>
                  <a:cubicBezTo>
                    <a:pt x="80" y="3566"/>
                    <a:pt x="80" y="3572"/>
                    <a:pt x="73" y="3585"/>
                  </a:cubicBezTo>
                  <a:cubicBezTo>
                    <a:pt x="67" y="3599"/>
                    <a:pt x="60" y="3618"/>
                    <a:pt x="54" y="3632"/>
                  </a:cubicBezTo>
                  <a:cubicBezTo>
                    <a:pt x="47" y="3638"/>
                    <a:pt x="47" y="3645"/>
                    <a:pt x="47" y="3645"/>
                  </a:cubicBezTo>
                  <a:cubicBezTo>
                    <a:pt x="40" y="3658"/>
                    <a:pt x="40" y="3664"/>
                    <a:pt x="34" y="3678"/>
                  </a:cubicBezTo>
                  <a:cubicBezTo>
                    <a:pt x="34" y="3684"/>
                    <a:pt x="34" y="3691"/>
                    <a:pt x="34" y="3697"/>
                  </a:cubicBezTo>
                  <a:cubicBezTo>
                    <a:pt x="27" y="3704"/>
                    <a:pt x="27" y="3704"/>
                    <a:pt x="27" y="3711"/>
                  </a:cubicBezTo>
                  <a:cubicBezTo>
                    <a:pt x="27" y="3717"/>
                    <a:pt x="21" y="3724"/>
                    <a:pt x="21" y="3724"/>
                  </a:cubicBezTo>
                  <a:cubicBezTo>
                    <a:pt x="21" y="3730"/>
                    <a:pt x="21" y="3730"/>
                    <a:pt x="21" y="3730"/>
                  </a:cubicBezTo>
                  <a:cubicBezTo>
                    <a:pt x="21" y="3737"/>
                    <a:pt x="21" y="3737"/>
                    <a:pt x="21" y="3743"/>
                  </a:cubicBezTo>
                  <a:cubicBezTo>
                    <a:pt x="21" y="3743"/>
                    <a:pt x="21" y="3750"/>
                    <a:pt x="21" y="3750"/>
                  </a:cubicBezTo>
                  <a:cubicBezTo>
                    <a:pt x="21" y="3829"/>
                    <a:pt x="21" y="3901"/>
                    <a:pt x="27" y="3954"/>
                  </a:cubicBezTo>
                  <a:cubicBezTo>
                    <a:pt x="34" y="4013"/>
                    <a:pt x="93" y="4092"/>
                    <a:pt x="93" y="4132"/>
                  </a:cubicBezTo>
                  <a:cubicBezTo>
                    <a:pt x="93" y="4178"/>
                    <a:pt x="133" y="4230"/>
                    <a:pt x="67" y="4230"/>
                  </a:cubicBezTo>
                  <a:cubicBezTo>
                    <a:pt x="67" y="4230"/>
                    <a:pt x="1" y="4290"/>
                    <a:pt x="67" y="4342"/>
                  </a:cubicBezTo>
                  <a:cubicBezTo>
                    <a:pt x="133" y="4395"/>
                    <a:pt x="304" y="4408"/>
                    <a:pt x="304" y="4408"/>
                  </a:cubicBezTo>
                  <a:cubicBezTo>
                    <a:pt x="304" y="4408"/>
                    <a:pt x="277" y="4533"/>
                    <a:pt x="251" y="4546"/>
                  </a:cubicBezTo>
                  <a:cubicBezTo>
                    <a:pt x="225" y="4566"/>
                    <a:pt x="165" y="4612"/>
                    <a:pt x="218" y="4639"/>
                  </a:cubicBezTo>
                  <a:cubicBezTo>
                    <a:pt x="254" y="4664"/>
                    <a:pt x="258" y="4702"/>
                    <a:pt x="298" y="4702"/>
                  </a:cubicBezTo>
                  <a:cubicBezTo>
                    <a:pt x="310" y="4702"/>
                    <a:pt x="324" y="4698"/>
                    <a:pt x="343" y="4691"/>
                  </a:cubicBezTo>
                  <a:cubicBezTo>
                    <a:pt x="411" y="4660"/>
                    <a:pt x="367" y="4641"/>
                    <a:pt x="408" y="4641"/>
                  </a:cubicBezTo>
                  <a:cubicBezTo>
                    <a:pt x="419" y="4641"/>
                    <a:pt x="435" y="4642"/>
                    <a:pt x="462" y="4645"/>
                  </a:cubicBezTo>
                  <a:cubicBezTo>
                    <a:pt x="580" y="4658"/>
                    <a:pt x="600" y="4639"/>
                    <a:pt x="639" y="4704"/>
                  </a:cubicBezTo>
                  <a:cubicBezTo>
                    <a:pt x="685" y="4764"/>
                    <a:pt x="777" y="4810"/>
                    <a:pt x="863" y="4875"/>
                  </a:cubicBezTo>
                  <a:cubicBezTo>
                    <a:pt x="949" y="4948"/>
                    <a:pt x="1146" y="4961"/>
                    <a:pt x="1192" y="4968"/>
                  </a:cubicBezTo>
                  <a:cubicBezTo>
                    <a:pt x="1232" y="4974"/>
                    <a:pt x="1363" y="5027"/>
                    <a:pt x="1383" y="5053"/>
                  </a:cubicBezTo>
                  <a:cubicBezTo>
                    <a:pt x="1396" y="5086"/>
                    <a:pt x="1409" y="5112"/>
                    <a:pt x="1482" y="5145"/>
                  </a:cubicBezTo>
                  <a:cubicBezTo>
                    <a:pt x="1554" y="5185"/>
                    <a:pt x="1580" y="5264"/>
                    <a:pt x="1633" y="5323"/>
                  </a:cubicBezTo>
                  <a:cubicBezTo>
                    <a:pt x="1646" y="5310"/>
                    <a:pt x="1659" y="5297"/>
                    <a:pt x="1666" y="5283"/>
                  </a:cubicBezTo>
                  <a:cubicBezTo>
                    <a:pt x="1679" y="5237"/>
                    <a:pt x="1666" y="5191"/>
                    <a:pt x="1679" y="5145"/>
                  </a:cubicBezTo>
                  <a:cubicBezTo>
                    <a:pt x="1699" y="5079"/>
                    <a:pt x="1817" y="5053"/>
                    <a:pt x="1857" y="5014"/>
                  </a:cubicBezTo>
                  <a:cubicBezTo>
                    <a:pt x="1863" y="5014"/>
                    <a:pt x="1863" y="5007"/>
                    <a:pt x="1870" y="5007"/>
                  </a:cubicBezTo>
                  <a:cubicBezTo>
                    <a:pt x="1870" y="5000"/>
                    <a:pt x="1877" y="5000"/>
                    <a:pt x="1877" y="5000"/>
                  </a:cubicBezTo>
                  <a:cubicBezTo>
                    <a:pt x="1877" y="4994"/>
                    <a:pt x="1877" y="4994"/>
                    <a:pt x="1883" y="4987"/>
                  </a:cubicBezTo>
                  <a:cubicBezTo>
                    <a:pt x="1883" y="4987"/>
                    <a:pt x="1883" y="4981"/>
                    <a:pt x="1890" y="4981"/>
                  </a:cubicBezTo>
                  <a:cubicBezTo>
                    <a:pt x="1890" y="4974"/>
                    <a:pt x="1896" y="4961"/>
                    <a:pt x="1896" y="4954"/>
                  </a:cubicBezTo>
                  <a:cubicBezTo>
                    <a:pt x="1903" y="4954"/>
                    <a:pt x="1903" y="4948"/>
                    <a:pt x="1903" y="4941"/>
                  </a:cubicBezTo>
                  <a:cubicBezTo>
                    <a:pt x="1909" y="4922"/>
                    <a:pt x="1916" y="4902"/>
                    <a:pt x="1923" y="4875"/>
                  </a:cubicBezTo>
                  <a:cubicBezTo>
                    <a:pt x="1936" y="4829"/>
                    <a:pt x="1988" y="4737"/>
                    <a:pt x="2021" y="4704"/>
                  </a:cubicBezTo>
                  <a:cubicBezTo>
                    <a:pt x="2061" y="4671"/>
                    <a:pt x="2179" y="4671"/>
                    <a:pt x="2252" y="4652"/>
                  </a:cubicBezTo>
                  <a:cubicBezTo>
                    <a:pt x="2324" y="4632"/>
                    <a:pt x="2449" y="4599"/>
                    <a:pt x="2469" y="4599"/>
                  </a:cubicBezTo>
                  <a:cubicBezTo>
                    <a:pt x="2489" y="4599"/>
                    <a:pt x="2587" y="4553"/>
                    <a:pt x="2614" y="4553"/>
                  </a:cubicBezTo>
                  <a:cubicBezTo>
                    <a:pt x="2640" y="4553"/>
                    <a:pt x="2706" y="4599"/>
                    <a:pt x="2778" y="4599"/>
                  </a:cubicBezTo>
                  <a:cubicBezTo>
                    <a:pt x="2851" y="4599"/>
                    <a:pt x="2851" y="4592"/>
                    <a:pt x="2870" y="4573"/>
                  </a:cubicBezTo>
                  <a:cubicBezTo>
                    <a:pt x="2890" y="4546"/>
                    <a:pt x="2962" y="4507"/>
                    <a:pt x="3002" y="4487"/>
                  </a:cubicBezTo>
                  <a:cubicBezTo>
                    <a:pt x="3048" y="4461"/>
                    <a:pt x="3068" y="4454"/>
                    <a:pt x="3120" y="4448"/>
                  </a:cubicBezTo>
                  <a:cubicBezTo>
                    <a:pt x="3147" y="4444"/>
                    <a:pt x="3185" y="4443"/>
                    <a:pt x="3218" y="4443"/>
                  </a:cubicBezTo>
                  <a:cubicBezTo>
                    <a:pt x="3252" y="4443"/>
                    <a:pt x="3282" y="4444"/>
                    <a:pt x="3292" y="4448"/>
                  </a:cubicBezTo>
                  <a:cubicBezTo>
                    <a:pt x="3301" y="4450"/>
                    <a:pt x="3315" y="4452"/>
                    <a:pt x="3332" y="4452"/>
                  </a:cubicBezTo>
                  <a:cubicBezTo>
                    <a:pt x="3360" y="4452"/>
                    <a:pt x="3396" y="4447"/>
                    <a:pt x="3430" y="4434"/>
                  </a:cubicBezTo>
                  <a:cubicBezTo>
                    <a:pt x="3446" y="4426"/>
                    <a:pt x="3463" y="4423"/>
                    <a:pt x="3480" y="4423"/>
                  </a:cubicBezTo>
                  <a:cubicBezTo>
                    <a:pt x="3517" y="4423"/>
                    <a:pt x="3552" y="4439"/>
                    <a:pt x="3575" y="4448"/>
                  </a:cubicBezTo>
                  <a:cubicBezTo>
                    <a:pt x="3607" y="4461"/>
                    <a:pt x="3700" y="4494"/>
                    <a:pt x="3746" y="4520"/>
                  </a:cubicBezTo>
                  <a:cubicBezTo>
                    <a:pt x="3751" y="4523"/>
                    <a:pt x="3757" y="4525"/>
                    <a:pt x="3764" y="4525"/>
                  </a:cubicBezTo>
                  <a:cubicBezTo>
                    <a:pt x="3816" y="4525"/>
                    <a:pt x="3920" y="4453"/>
                    <a:pt x="3943" y="4448"/>
                  </a:cubicBezTo>
                  <a:cubicBezTo>
                    <a:pt x="3969" y="4434"/>
                    <a:pt x="4055" y="4375"/>
                    <a:pt x="4108" y="4336"/>
                  </a:cubicBezTo>
                  <a:cubicBezTo>
                    <a:pt x="4167" y="4296"/>
                    <a:pt x="4193" y="4270"/>
                    <a:pt x="4220" y="4237"/>
                  </a:cubicBezTo>
                  <a:cubicBezTo>
                    <a:pt x="4246" y="4198"/>
                    <a:pt x="4206" y="4165"/>
                    <a:pt x="4206" y="4138"/>
                  </a:cubicBezTo>
                  <a:cubicBezTo>
                    <a:pt x="4200" y="4119"/>
                    <a:pt x="4173" y="4046"/>
                    <a:pt x="4173" y="4013"/>
                  </a:cubicBezTo>
                  <a:cubicBezTo>
                    <a:pt x="4167" y="3980"/>
                    <a:pt x="4206" y="3941"/>
                    <a:pt x="4213" y="3921"/>
                  </a:cubicBezTo>
                  <a:cubicBezTo>
                    <a:pt x="4226" y="3908"/>
                    <a:pt x="4213" y="3836"/>
                    <a:pt x="4187" y="3822"/>
                  </a:cubicBezTo>
                  <a:cubicBezTo>
                    <a:pt x="4167" y="3809"/>
                    <a:pt x="4127" y="3816"/>
                    <a:pt x="4081" y="3776"/>
                  </a:cubicBezTo>
                  <a:cubicBezTo>
                    <a:pt x="4042" y="3737"/>
                    <a:pt x="4094" y="3691"/>
                    <a:pt x="4121" y="3645"/>
                  </a:cubicBezTo>
                  <a:cubicBezTo>
                    <a:pt x="4141" y="3599"/>
                    <a:pt x="4220" y="3539"/>
                    <a:pt x="4246" y="3507"/>
                  </a:cubicBezTo>
                  <a:cubicBezTo>
                    <a:pt x="4272" y="3474"/>
                    <a:pt x="4325" y="3454"/>
                    <a:pt x="4358" y="3434"/>
                  </a:cubicBezTo>
                  <a:cubicBezTo>
                    <a:pt x="4384" y="3414"/>
                    <a:pt x="4345" y="3342"/>
                    <a:pt x="4318" y="3289"/>
                  </a:cubicBezTo>
                  <a:cubicBezTo>
                    <a:pt x="4292" y="3237"/>
                    <a:pt x="4259" y="3197"/>
                    <a:pt x="4206" y="3138"/>
                  </a:cubicBezTo>
                  <a:cubicBezTo>
                    <a:pt x="4154" y="3079"/>
                    <a:pt x="4167" y="3052"/>
                    <a:pt x="4154" y="3013"/>
                  </a:cubicBezTo>
                  <a:cubicBezTo>
                    <a:pt x="4141" y="2973"/>
                    <a:pt x="4173" y="2987"/>
                    <a:pt x="4206" y="2941"/>
                  </a:cubicBezTo>
                  <a:cubicBezTo>
                    <a:pt x="4239" y="2888"/>
                    <a:pt x="4206" y="2881"/>
                    <a:pt x="4206" y="2815"/>
                  </a:cubicBezTo>
                  <a:cubicBezTo>
                    <a:pt x="4206" y="2750"/>
                    <a:pt x="4226" y="2710"/>
                    <a:pt x="4239" y="2684"/>
                  </a:cubicBezTo>
                  <a:cubicBezTo>
                    <a:pt x="4246" y="2664"/>
                    <a:pt x="4318" y="2664"/>
                    <a:pt x="4331" y="2664"/>
                  </a:cubicBezTo>
                  <a:cubicBezTo>
                    <a:pt x="4345" y="2664"/>
                    <a:pt x="4410" y="2651"/>
                    <a:pt x="4483" y="2638"/>
                  </a:cubicBezTo>
                  <a:cubicBezTo>
                    <a:pt x="4555" y="2618"/>
                    <a:pt x="4562" y="2605"/>
                    <a:pt x="4601" y="2579"/>
                  </a:cubicBezTo>
                  <a:cubicBezTo>
                    <a:pt x="4634" y="2552"/>
                    <a:pt x="4601" y="2513"/>
                    <a:pt x="4601" y="2500"/>
                  </a:cubicBezTo>
                  <a:cubicBezTo>
                    <a:pt x="4595" y="2493"/>
                    <a:pt x="4555" y="2453"/>
                    <a:pt x="4535" y="2407"/>
                  </a:cubicBezTo>
                  <a:cubicBezTo>
                    <a:pt x="4516" y="2361"/>
                    <a:pt x="4483" y="2328"/>
                    <a:pt x="4483" y="2309"/>
                  </a:cubicBezTo>
                  <a:cubicBezTo>
                    <a:pt x="4476" y="2282"/>
                    <a:pt x="4549" y="2230"/>
                    <a:pt x="4555" y="2203"/>
                  </a:cubicBezTo>
                  <a:cubicBezTo>
                    <a:pt x="4562" y="2177"/>
                    <a:pt x="4509" y="2124"/>
                    <a:pt x="4483" y="2085"/>
                  </a:cubicBezTo>
                  <a:cubicBezTo>
                    <a:pt x="4463" y="2045"/>
                    <a:pt x="4529" y="1993"/>
                    <a:pt x="4562" y="1986"/>
                  </a:cubicBezTo>
                  <a:cubicBezTo>
                    <a:pt x="4571" y="1984"/>
                    <a:pt x="4579" y="1983"/>
                    <a:pt x="4586" y="1983"/>
                  </a:cubicBezTo>
                  <a:cubicBezTo>
                    <a:pt x="4601" y="1983"/>
                    <a:pt x="4612" y="1986"/>
                    <a:pt x="4621" y="1986"/>
                  </a:cubicBezTo>
                  <a:cubicBezTo>
                    <a:pt x="4641" y="1986"/>
                    <a:pt x="4693" y="2006"/>
                    <a:pt x="4733" y="2019"/>
                  </a:cubicBezTo>
                  <a:cubicBezTo>
                    <a:pt x="4744" y="2021"/>
                    <a:pt x="4753" y="2022"/>
                    <a:pt x="4760" y="2022"/>
                  </a:cubicBezTo>
                  <a:cubicBezTo>
                    <a:pt x="4781" y="2022"/>
                    <a:pt x="4786" y="2014"/>
                    <a:pt x="4805" y="1999"/>
                  </a:cubicBezTo>
                  <a:cubicBezTo>
                    <a:pt x="4825" y="1986"/>
                    <a:pt x="4799" y="1953"/>
                    <a:pt x="4779" y="1920"/>
                  </a:cubicBezTo>
                  <a:cubicBezTo>
                    <a:pt x="4759" y="1888"/>
                    <a:pt x="4746" y="1855"/>
                    <a:pt x="4733" y="1835"/>
                  </a:cubicBezTo>
                  <a:cubicBezTo>
                    <a:pt x="4726" y="1815"/>
                    <a:pt x="4786" y="1716"/>
                    <a:pt x="4786" y="1716"/>
                  </a:cubicBezTo>
                  <a:cubicBezTo>
                    <a:pt x="4786" y="1716"/>
                    <a:pt x="4878" y="1789"/>
                    <a:pt x="4891" y="1802"/>
                  </a:cubicBezTo>
                  <a:cubicBezTo>
                    <a:pt x="4904" y="1815"/>
                    <a:pt x="4937" y="1855"/>
                    <a:pt x="4990" y="1901"/>
                  </a:cubicBezTo>
                  <a:cubicBezTo>
                    <a:pt x="5005" y="1916"/>
                    <a:pt x="5017" y="1921"/>
                    <a:pt x="5027" y="1921"/>
                  </a:cubicBezTo>
                  <a:cubicBezTo>
                    <a:pt x="5047" y="1921"/>
                    <a:pt x="5062" y="1901"/>
                    <a:pt x="5088" y="1901"/>
                  </a:cubicBezTo>
                  <a:cubicBezTo>
                    <a:pt x="5128" y="1901"/>
                    <a:pt x="5207" y="1914"/>
                    <a:pt x="5207" y="1914"/>
                  </a:cubicBezTo>
                  <a:cubicBezTo>
                    <a:pt x="5213" y="1888"/>
                    <a:pt x="5167" y="1861"/>
                    <a:pt x="5167" y="1848"/>
                  </a:cubicBezTo>
                  <a:lnTo>
                    <a:pt x="5167" y="1611"/>
                  </a:lnTo>
                  <a:cubicBezTo>
                    <a:pt x="5167" y="1545"/>
                    <a:pt x="5200" y="1558"/>
                    <a:pt x="5226" y="1539"/>
                  </a:cubicBezTo>
                  <a:cubicBezTo>
                    <a:pt x="5253" y="1526"/>
                    <a:pt x="5233" y="1486"/>
                    <a:pt x="5207" y="1473"/>
                  </a:cubicBezTo>
                  <a:cubicBezTo>
                    <a:pt x="5187" y="1460"/>
                    <a:pt x="5121" y="1407"/>
                    <a:pt x="5049" y="1361"/>
                  </a:cubicBezTo>
                  <a:cubicBezTo>
                    <a:pt x="4983" y="1315"/>
                    <a:pt x="5029" y="1210"/>
                    <a:pt x="5036" y="1177"/>
                  </a:cubicBezTo>
                  <a:cubicBezTo>
                    <a:pt x="5042" y="1144"/>
                    <a:pt x="5055" y="1065"/>
                    <a:pt x="5049" y="1019"/>
                  </a:cubicBezTo>
                  <a:cubicBezTo>
                    <a:pt x="5049" y="966"/>
                    <a:pt x="5029" y="953"/>
                    <a:pt x="5029" y="887"/>
                  </a:cubicBezTo>
                  <a:cubicBezTo>
                    <a:pt x="5029" y="821"/>
                    <a:pt x="5042" y="841"/>
                    <a:pt x="5088" y="788"/>
                  </a:cubicBezTo>
                  <a:cubicBezTo>
                    <a:pt x="5134" y="742"/>
                    <a:pt x="5226" y="723"/>
                    <a:pt x="5253" y="683"/>
                  </a:cubicBezTo>
                  <a:cubicBezTo>
                    <a:pt x="5278" y="647"/>
                    <a:pt x="5200" y="643"/>
                    <a:pt x="5152" y="643"/>
                  </a:cubicBezTo>
                  <a:cubicBezTo>
                    <a:pt x="5138" y="643"/>
                    <a:pt x="5127" y="644"/>
                    <a:pt x="5121" y="644"/>
                  </a:cubicBezTo>
                  <a:cubicBezTo>
                    <a:pt x="5106" y="644"/>
                    <a:pt x="5075" y="651"/>
                    <a:pt x="5046" y="651"/>
                  </a:cubicBezTo>
                  <a:cubicBezTo>
                    <a:pt x="5015" y="651"/>
                    <a:pt x="4986" y="642"/>
                    <a:pt x="4983" y="604"/>
                  </a:cubicBezTo>
                  <a:cubicBezTo>
                    <a:pt x="4970" y="532"/>
                    <a:pt x="5036" y="512"/>
                    <a:pt x="5055" y="486"/>
                  </a:cubicBezTo>
                  <a:cubicBezTo>
                    <a:pt x="5055" y="486"/>
                    <a:pt x="4917" y="459"/>
                    <a:pt x="4865" y="459"/>
                  </a:cubicBezTo>
                  <a:cubicBezTo>
                    <a:pt x="4812" y="459"/>
                    <a:pt x="4739" y="466"/>
                    <a:pt x="4687" y="479"/>
                  </a:cubicBezTo>
                  <a:cubicBezTo>
                    <a:pt x="4634" y="492"/>
                    <a:pt x="4522" y="584"/>
                    <a:pt x="4476" y="630"/>
                  </a:cubicBezTo>
                  <a:cubicBezTo>
                    <a:pt x="4446" y="661"/>
                    <a:pt x="4399" y="667"/>
                    <a:pt x="4354" y="667"/>
                  </a:cubicBezTo>
                  <a:cubicBezTo>
                    <a:pt x="4320" y="667"/>
                    <a:pt x="4288" y="663"/>
                    <a:pt x="4266" y="663"/>
                  </a:cubicBezTo>
                  <a:cubicBezTo>
                    <a:pt x="4213" y="663"/>
                    <a:pt x="4193" y="644"/>
                    <a:pt x="4160" y="617"/>
                  </a:cubicBezTo>
                  <a:cubicBezTo>
                    <a:pt x="4132" y="594"/>
                    <a:pt x="4104" y="590"/>
                    <a:pt x="4071" y="590"/>
                  </a:cubicBezTo>
                  <a:cubicBezTo>
                    <a:pt x="4058" y="590"/>
                    <a:pt x="4044" y="591"/>
                    <a:pt x="4029" y="591"/>
                  </a:cubicBezTo>
                  <a:cubicBezTo>
                    <a:pt x="3976" y="591"/>
                    <a:pt x="4048" y="690"/>
                    <a:pt x="4022" y="716"/>
                  </a:cubicBezTo>
                  <a:cubicBezTo>
                    <a:pt x="3996" y="749"/>
                    <a:pt x="4042" y="769"/>
                    <a:pt x="4022" y="815"/>
                  </a:cubicBezTo>
                  <a:cubicBezTo>
                    <a:pt x="4018" y="825"/>
                    <a:pt x="4011" y="828"/>
                    <a:pt x="4003" y="828"/>
                  </a:cubicBezTo>
                  <a:cubicBezTo>
                    <a:pt x="3972" y="828"/>
                    <a:pt x="3923" y="775"/>
                    <a:pt x="3923" y="775"/>
                  </a:cubicBezTo>
                  <a:cubicBezTo>
                    <a:pt x="3923" y="775"/>
                    <a:pt x="3627" y="663"/>
                    <a:pt x="3588" y="663"/>
                  </a:cubicBezTo>
                  <a:cubicBezTo>
                    <a:pt x="3555" y="663"/>
                    <a:pt x="3522" y="690"/>
                    <a:pt x="3496" y="696"/>
                  </a:cubicBezTo>
                  <a:cubicBezTo>
                    <a:pt x="3490" y="698"/>
                    <a:pt x="3477" y="700"/>
                    <a:pt x="3459" y="700"/>
                  </a:cubicBezTo>
                  <a:cubicBezTo>
                    <a:pt x="3419" y="700"/>
                    <a:pt x="3355" y="690"/>
                    <a:pt x="3305" y="644"/>
                  </a:cubicBezTo>
                  <a:cubicBezTo>
                    <a:pt x="3232" y="578"/>
                    <a:pt x="3305" y="558"/>
                    <a:pt x="3305" y="525"/>
                  </a:cubicBezTo>
                  <a:cubicBezTo>
                    <a:pt x="3305" y="486"/>
                    <a:pt x="3239" y="420"/>
                    <a:pt x="3199" y="407"/>
                  </a:cubicBezTo>
                  <a:cubicBezTo>
                    <a:pt x="3196" y="405"/>
                    <a:pt x="3193" y="405"/>
                    <a:pt x="3191" y="405"/>
                  </a:cubicBezTo>
                  <a:cubicBezTo>
                    <a:pt x="3166" y="405"/>
                    <a:pt x="3161" y="457"/>
                    <a:pt x="3107" y="492"/>
                  </a:cubicBezTo>
                  <a:cubicBezTo>
                    <a:pt x="3095" y="502"/>
                    <a:pt x="3086" y="506"/>
                    <a:pt x="3079" y="506"/>
                  </a:cubicBezTo>
                  <a:cubicBezTo>
                    <a:pt x="3056" y="506"/>
                    <a:pt x="3052" y="462"/>
                    <a:pt x="3002" y="407"/>
                  </a:cubicBezTo>
                  <a:cubicBezTo>
                    <a:pt x="2985" y="385"/>
                    <a:pt x="2975" y="377"/>
                    <a:pt x="2969" y="377"/>
                  </a:cubicBezTo>
                  <a:cubicBezTo>
                    <a:pt x="2953" y="377"/>
                    <a:pt x="2954" y="425"/>
                    <a:pt x="2903" y="453"/>
                  </a:cubicBezTo>
                  <a:cubicBezTo>
                    <a:pt x="2824" y="499"/>
                    <a:pt x="2837" y="598"/>
                    <a:pt x="2824" y="650"/>
                  </a:cubicBezTo>
                  <a:cubicBezTo>
                    <a:pt x="2819" y="692"/>
                    <a:pt x="2784" y="697"/>
                    <a:pt x="2771" y="697"/>
                  </a:cubicBezTo>
                  <a:cubicBezTo>
                    <a:pt x="2767" y="697"/>
                    <a:pt x="2765" y="696"/>
                    <a:pt x="2765" y="696"/>
                  </a:cubicBezTo>
                  <a:lnTo>
                    <a:pt x="2620" y="624"/>
                  </a:lnTo>
                  <a:cubicBezTo>
                    <a:pt x="2620" y="624"/>
                    <a:pt x="2508" y="512"/>
                    <a:pt x="2462" y="459"/>
                  </a:cubicBezTo>
                  <a:cubicBezTo>
                    <a:pt x="2445" y="444"/>
                    <a:pt x="2423" y="439"/>
                    <a:pt x="2400" y="439"/>
                  </a:cubicBezTo>
                  <a:cubicBezTo>
                    <a:pt x="2356" y="439"/>
                    <a:pt x="2309" y="459"/>
                    <a:pt x="2291" y="459"/>
                  </a:cubicBezTo>
                  <a:cubicBezTo>
                    <a:pt x="2265" y="459"/>
                    <a:pt x="2206" y="446"/>
                    <a:pt x="2133" y="400"/>
                  </a:cubicBezTo>
                  <a:cubicBezTo>
                    <a:pt x="2054" y="361"/>
                    <a:pt x="2120" y="255"/>
                    <a:pt x="2133" y="190"/>
                  </a:cubicBezTo>
                  <a:cubicBezTo>
                    <a:pt x="2140" y="124"/>
                    <a:pt x="2166" y="25"/>
                    <a:pt x="2160" y="5"/>
                  </a:cubicBezTo>
                  <a:cubicBezTo>
                    <a:pt x="2159" y="2"/>
                    <a:pt x="2157" y="1"/>
                    <a:pt x="2156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65;p19">
              <a:extLst>
                <a:ext uri="{FF2B5EF4-FFF2-40B4-BE49-F238E27FC236}">
                  <a16:creationId xmlns:a16="http://schemas.microsoft.com/office/drawing/2014/main" id="{2148ED2F-FC56-B926-2FAE-243EB32C032A}"/>
                </a:ext>
              </a:extLst>
            </p:cNvPr>
            <p:cNvSpPr/>
            <p:nvPr/>
          </p:nvSpPr>
          <p:spPr>
            <a:xfrm>
              <a:off x="7113692" y="3804087"/>
              <a:ext cx="427511" cy="275912"/>
            </a:xfrm>
            <a:custGeom>
              <a:avLst/>
              <a:gdLst/>
              <a:ahLst/>
              <a:cxnLst/>
              <a:rect l="l" t="t" r="r" b="b"/>
              <a:pathLst>
                <a:path w="3917" h="2528" extrusionOk="0">
                  <a:moveTo>
                    <a:pt x="2765" y="0"/>
                  </a:moveTo>
                  <a:cubicBezTo>
                    <a:pt x="2745" y="0"/>
                    <a:pt x="2659" y="27"/>
                    <a:pt x="2574" y="40"/>
                  </a:cubicBezTo>
                  <a:cubicBezTo>
                    <a:pt x="2488" y="60"/>
                    <a:pt x="2482" y="73"/>
                    <a:pt x="2482" y="73"/>
                  </a:cubicBezTo>
                  <a:cubicBezTo>
                    <a:pt x="2482" y="73"/>
                    <a:pt x="2423" y="46"/>
                    <a:pt x="2390" y="40"/>
                  </a:cubicBezTo>
                  <a:cubicBezTo>
                    <a:pt x="2363" y="40"/>
                    <a:pt x="2258" y="125"/>
                    <a:pt x="2238" y="139"/>
                  </a:cubicBezTo>
                  <a:cubicBezTo>
                    <a:pt x="2219" y="158"/>
                    <a:pt x="2166" y="185"/>
                    <a:pt x="2166" y="185"/>
                  </a:cubicBezTo>
                  <a:lnTo>
                    <a:pt x="2001" y="185"/>
                  </a:lnTo>
                  <a:cubicBezTo>
                    <a:pt x="1999" y="185"/>
                    <a:pt x="1997" y="184"/>
                    <a:pt x="1995" y="184"/>
                  </a:cubicBezTo>
                  <a:cubicBezTo>
                    <a:pt x="1890" y="184"/>
                    <a:pt x="1903" y="344"/>
                    <a:pt x="1903" y="395"/>
                  </a:cubicBezTo>
                  <a:lnTo>
                    <a:pt x="1903" y="533"/>
                  </a:lnTo>
                  <a:cubicBezTo>
                    <a:pt x="1903" y="566"/>
                    <a:pt x="1817" y="553"/>
                    <a:pt x="1764" y="560"/>
                  </a:cubicBezTo>
                  <a:cubicBezTo>
                    <a:pt x="1763" y="560"/>
                    <a:pt x="1761" y="560"/>
                    <a:pt x="1760" y="560"/>
                  </a:cubicBezTo>
                  <a:cubicBezTo>
                    <a:pt x="1704" y="560"/>
                    <a:pt x="1559" y="448"/>
                    <a:pt x="1501" y="435"/>
                  </a:cubicBezTo>
                  <a:cubicBezTo>
                    <a:pt x="1481" y="428"/>
                    <a:pt x="1460" y="426"/>
                    <a:pt x="1441" y="426"/>
                  </a:cubicBezTo>
                  <a:cubicBezTo>
                    <a:pt x="1402" y="426"/>
                    <a:pt x="1370" y="435"/>
                    <a:pt x="1370" y="435"/>
                  </a:cubicBezTo>
                  <a:cubicBezTo>
                    <a:pt x="1370" y="435"/>
                    <a:pt x="1350" y="422"/>
                    <a:pt x="1297" y="376"/>
                  </a:cubicBezTo>
                  <a:cubicBezTo>
                    <a:pt x="1271" y="353"/>
                    <a:pt x="1229" y="350"/>
                    <a:pt x="1188" y="350"/>
                  </a:cubicBezTo>
                  <a:cubicBezTo>
                    <a:pt x="1168" y="350"/>
                    <a:pt x="1148" y="351"/>
                    <a:pt x="1131" y="351"/>
                  </a:cubicBezTo>
                  <a:cubicBezTo>
                    <a:pt x="1119" y="351"/>
                    <a:pt x="1109" y="350"/>
                    <a:pt x="1100" y="349"/>
                  </a:cubicBezTo>
                  <a:cubicBezTo>
                    <a:pt x="1089" y="348"/>
                    <a:pt x="1077" y="347"/>
                    <a:pt x="1064" y="347"/>
                  </a:cubicBezTo>
                  <a:cubicBezTo>
                    <a:pt x="1031" y="347"/>
                    <a:pt x="997" y="351"/>
                    <a:pt x="977" y="351"/>
                  </a:cubicBezTo>
                  <a:cubicBezTo>
                    <a:pt x="970" y="351"/>
                    <a:pt x="964" y="351"/>
                    <a:pt x="961" y="349"/>
                  </a:cubicBezTo>
                  <a:cubicBezTo>
                    <a:pt x="942" y="343"/>
                    <a:pt x="836" y="283"/>
                    <a:pt x="797" y="231"/>
                  </a:cubicBezTo>
                  <a:cubicBezTo>
                    <a:pt x="786" y="218"/>
                    <a:pt x="772" y="214"/>
                    <a:pt x="757" y="214"/>
                  </a:cubicBezTo>
                  <a:cubicBezTo>
                    <a:pt x="722" y="214"/>
                    <a:pt x="681" y="235"/>
                    <a:pt x="651" y="235"/>
                  </a:cubicBezTo>
                  <a:cubicBezTo>
                    <a:pt x="644" y="235"/>
                    <a:pt x="638" y="233"/>
                    <a:pt x="632" y="231"/>
                  </a:cubicBezTo>
                  <a:cubicBezTo>
                    <a:pt x="629" y="230"/>
                    <a:pt x="626" y="229"/>
                    <a:pt x="623" y="229"/>
                  </a:cubicBezTo>
                  <a:cubicBezTo>
                    <a:pt x="594" y="229"/>
                    <a:pt x="567" y="283"/>
                    <a:pt x="567" y="283"/>
                  </a:cubicBezTo>
                  <a:cubicBezTo>
                    <a:pt x="567" y="283"/>
                    <a:pt x="461" y="270"/>
                    <a:pt x="448" y="218"/>
                  </a:cubicBezTo>
                  <a:cubicBezTo>
                    <a:pt x="436" y="188"/>
                    <a:pt x="404" y="183"/>
                    <a:pt x="375" y="183"/>
                  </a:cubicBezTo>
                  <a:cubicBezTo>
                    <a:pt x="358" y="183"/>
                    <a:pt x="342" y="185"/>
                    <a:pt x="330" y="185"/>
                  </a:cubicBezTo>
                  <a:cubicBezTo>
                    <a:pt x="310" y="185"/>
                    <a:pt x="238" y="211"/>
                    <a:pt x="178" y="231"/>
                  </a:cubicBezTo>
                  <a:cubicBezTo>
                    <a:pt x="185" y="250"/>
                    <a:pt x="185" y="270"/>
                    <a:pt x="178" y="290"/>
                  </a:cubicBezTo>
                  <a:cubicBezTo>
                    <a:pt x="172" y="428"/>
                    <a:pt x="185" y="553"/>
                    <a:pt x="159" y="672"/>
                  </a:cubicBezTo>
                  <a:cubicBezTo>
                    <a:pt x="126" y="784"/>
                    <a:pt x="80" y="856"/>
                    <a:pt x="60" y="863"/>
                  </a:cubicBezTo>
                  <a:cubicBezTo>
                    <a:pt x="60" y="863"/>
                    <a:pt x="53" y="869"/>
                    <a:pt x="53" y="869"/>
                  </a:cubicBezTo>
                  <a:cubicBezTo>
                    <a:pt x="47" y="869"/>
                    <a:pt x="40" y="876"/>
                    <a:pt x="27" y="876"/>
                  </a:cubicBezTo>
                  <a:cubicBezTo>
                    <a:pt x="27" y="882"/>
                    <a:pt x="20" y="882"/>
                    <a:pt x="14" y="889"/>
                  </a:cubicBezTo>
                  <a:cubicBezTo>
                    <a:pt x="7" y="889"/>
                    <a:pt x="7" y="889"/>
                    <a:pt x="1" y="895"/>
                  </a:cubicBezTo>
                  <a:cubicBezTo>
                    <a:pt x="119" y="895"/>
                    <a:pt x="323" y="895"/>
                    <a:pt x="356" y="889"/>
                  </a:cubicBezTo>
                  <a:cubicBezTo>
                    <a:pt x="365" y="889"/>
                    <a:pt x="390" y="889"/>
                    <a:pt x="425" y="889"/>
                  </a:cubicBezTo>
                  <a:cubicBezTo>
                    <a:pt x="548" y="889"/>
                    <a:pt x="796" y="893"/>
                    <a:pt x="909" y="928"/>
                  </a:cubicBezTo>
                  <a:cubicBezTo>
                    <a:pt x="1054" y="981"/>
                    <a:pt x="1238" y="1080"/>
                    <a:pt x="1304" y="1106"/>
                  </a:cubicBezTo>
                  <a:cubicBezTo>
                    <a:pt x="1370" y="1132"/>
                    <a:pt x="1620" y="1172"/>
                    <a:pt x="1620" y="1172"/>
                  </a:cubicBezTo>
                  <a:cubicBezTo>
                    <a:pt x="1620" y="1172"/>
                    <a:pt x="1692" y="1185"/>
                    <a:pt x="1705" y="1225"/>
                  </a:cubicBezTo>
                  <a:cubicBezTo>
                    <a:pt x="1712" y="1257"/>
                    <a:pt x="2179" y="1606"/>
                    <a:pt x="2232" y="1685"/>
                  </a:cubicBezTo>
                  <a:cubicBezTo>
                    <a:pt x="2291" y="1764"/>
                    <a:pt x="2462" y="1856"/>
                    <a:pt x="2534" y="1856"/>
                  </a:cubicBezTo>
                  <a:cubicBezTo>
                    <a:pt x="2607" y="1856"/>
                    <a:pt x="2837" y="1823"/>
                    <a:pt x="2857" y="1823"/>
                  </a:cubicBezTo>
                  <a:cubicBezTo>
                    <a:pt x="2866" y="1823"/>
                    <a:pt x="2903" y="1815"/>
                    <a:pt x="2938" y="1815"/>
                  </a:cubicBezTo>
                  <a:cubicBezTo>
                    <a:pt x="2982" y="1815"/>
                    <a:pt x="3022" y="1829"/>
                    <a:pt x="2989" y="1896"/>
                  </a:cubicBezTo>
                  <a:cubicBezTo>
                    <a:pt x="2936" y="2008"/>
                    <a:pt x="2857" y="2027"/>
                    <a:pt x="2837" y="2047"/>
                  </a:cubicBezTo>
                  <a:cubicBezTo>
                    <a:pt x="2817" y="2067"/>
                    <a:pt x="2844" y="2120"/>
                    <a:pt x="2817" y="2179"/>
                  </a:cubicBezTo>
                  <a:cubicBezTo>
                    <a:pt x="2791" y="2238"/>
                    <a:pt x="2719" y="2317"/>
                    <a:pt x="2706" y="2343"/>
                  </a:cubicBezTo>
                  <a:cubicBezTo>
                    <a:pt x="2700" y="2353"/>
                    <a:pt x="2692" y="2355"/>
                    <a:pt x="2684" y="2355"/>
                  </a:cubicBezTo>
                  <a:cubicBezTo>
                    <a:pt x="2675" y="2355"/>
                    <a:pt x="2666" y="2351"/>
                    <a:pt x="2664" y="2351"/>
                  </a:cubicBezTo>
                  <a:cubicBezTo>
                    <a:pt x="2661" y="2351"/>
                    <a:pt x="2666" y="2356"/>
                    <a:pt x="2686" y="2376"/>
                  </a:cubicBezTo>
                  <a:cubicBezTo>
                    <a:pt x="2699" y="2390"/>
                    <a:pt x="2712" y="2394"/>
                    <a:pt x="2725" y="2394"/>
                  </a:cubicBezTo>
                  <a:cubicBezTo>
                    <a:pt x="2751" y="2394"/>
                    <a:pt x="2774" y="2374"/>
                    <a:pt x="2786" y="2374"/>
                  </a:cubicBezTo>
                  <a:cubicBezTo>
                    <a:pt x="2788" y="2374"/>
                    <a:pt x="2790" y="2375"/>
                    <a:pt x="2791" y="2376"/>
                  </a:cubicBezTo>
                  <a:cubicBezTo>
                    <a:pt x="2796" y="2380"/>
                    <a:pt x="2804" y="2381"/>
                    <a:pt x="2813" y="2381"/>
                  </a:cubicBezTo>
                  <a:cubicBezTo>
                    <a:pt x="2840" y="2381"/>
                    <a:pt x="2877" y="2370"/>
                    <a:pt x="2877" y="2370"/>
                  </a:cubicBezTo>
                  <a:cubicBezTo>
                    <a:pt x="2877" y="2370"/>
                    <a:pt x="2903" y="2403"/>
                    <a:pt x="2923" y="2435"/>
                  </a:cubicBezTo>
                  <a:cubicBezTo>
                    <a:pt x="2923" y="2442"/>
                    <a:pt x="2942" y="2475"/>
                    <a:pt x="2969" y="2528"/>
                  </a:cubicBezTo>
                  <a:cubicBezTo>
                    <a:pt x="3100" y="2363"/>
                    <a:pt x="3272" y="2185"/>
                    <a:pt x="3370" y="2106"/>
                  </a:cubicBezTo>
                  <a:cubicBezTo>
                    <a:pt x="3377" y="2100"/>
                    <a:pt x="3383" y="2093"/>
                    <a:pt x="3390" y="2087"/>
                  </a:cubicBezTo>
                  <a:cubicBezTo>
                    <a:pt x="3390" y="2087"/>
                    <a:pt x="3397" y="2080"/>
                    <a:pt x="3403" y="2073"/>
                  </a:cubicBezTo>
                  <a:cubicBezTo>
                    <a:pt x="3528" y="1988"/>
                    <a:pt x="3752" y="1804"/>
                    <a:pt x="3759" y="1712"/>
                  </a:cubicBezTo>
                  <a:cubicBezTo>
                    <a:pt x="3772" y="1626"/>
                    <a:pt x="3798" y="1290"/>
                    <a:pt x="3831" y="1211"/>
                  </a:cubicBezTo>
                  <a:cubicBezTo>
                    <a:pt x="3864" y="1132"/>
                    <a:pt x="3877" y="1067"/>
                    <a:pt x="3877" y="1067"/>
                  </a:cubicBezTo>
                  <a:cubicBezTo>
                    <a:pt x="3877" y="1067"/>
                    <a:pt x="3798" y="948"/>
                    <a:pt x="3791" y="922"/>
                  </a:cubicBezTo>
                  <a:cubicBezTo>
                    <a:pt x="3778" y="895"/>
                    <a:pt x="3759" y="764"/>
                    <a:pt x="3759" y="737"/>
                  </a:cubicBezTo>
                  <a:cubicBezTo>
                    <a:pt x="3759" y="718"/>
                    <a:pt x="3759" y="533"/>
                    <a:pt x="3759" y="481"/>
                  </a:cubicBezTo>
                  <a:cubicBezTo>
                    <a:pt x="3765" y="435"/>
                    <a:pt x="3917" y="204"/>
                    <a:pt x="3917" y="204"/>
                  </a:cubicBezTo>
                  <a:cubicBezTo>
                    <a:pt x="3917" y="204"/>
                    <a:pt x="3884" y="171"/>
                    <a:pt x="3844" y="132"/>
                  </a:cubicBezTo>
                  <a:cubicBezTo>
                    <a:pt x="3818" y="106"/>
                    <a:pt x="3785" y="66"/>
                    <a:pt x="3772" y="33"/>
                  </a:cubicBezTo>
                  <a:cubicBezTo>
                    <a:pt x="3669" y="14"/>
                    <a:pt x="3581" y="8"/>
                    <a:pt x="3510" y="8"/>
                  </a:cubicBezTo>
                  <a:cubicBezTo>
                    <a:pt x="3408" y="8"/>
                    <a:pt x="3341" y="22"/>
                    <a:pt x="3318" y="33"/>
                  </a:cubicBezTo>
                  <a:cubicBezTo>
                    <a:pt x="3272" y="53"/>
                    <a:pt x="3179" y="132"/>
                    <a:pt x="3127" y="171"/>
                  </a:cubicBezTo>
                  <a:cubicBezTo>
                    <a:pt x="3108" y="182"/>
                    <a:pt x="3092" y="186"/>
                    <a:pt x="3079" y="186"/>
                  </a:cubicBezTo>
                  <a:cubicBezTo>
                    <a:pt x="3051" y="186"/>
                    <a:pt x="3033" y="169"/>
                    <a:pt x="3015" y="165"/>
                  </a:cubicBezTo>
                  <a:cubicBezTo>
                    <a:pt x="2989" y="158"/>
                    <a:pt x="2962" y="125"/>
                    <a:pt x="2923" y="73"/>
                  </a:cubicBezTo>
                  <a:cubicBezTo>
                    <a:pt x="2883" y="20"/>
                    <a:pt x="2785" y="0"/>
                    <a:pt x="276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E98AAC"/>
                </a:solidFill>
              </a:endParaRPr>
            </a:p>
          </p:txBody>
        </p:sp>
        <p:sp>
          <p:nvSpPr>
            <p:cNvPr id="60" name="Google Shape;1566;p19">
              <a:extLst>
                <a:ext uri="{FF2B5EF4-FFF2-40B4-BE49-F238E27FC236}">
                  <a16:creationId xmlns:a16="http://schemas.microsoft.com/office/drawing/2014/main" id="{99F0E6ED-0103-D3B4-BD2D-B1D5AD61E063}"/>
                </a:ext>
              </a:extLst>
            </p:cNvPr>
            <p:cNvSpPr/>
            <p:nvPr/>
          </p:nvSpPr>
          <p:spPr>
            <a:xfrm>
              <a:off x="7548950" y="1789975"/>
              <a:ext cx="510132" cy="745662"/>
            </a:xfrm>
            <a:custGeom>
              <a:avLst/>
              <a:gdLst/>
              <a:ahLst/>
              <a:cxnLst/>
              <a:rect l="l" t="t" r="r" b="b"/>
              <a:pathLst>
                <a:path w="4674" h="6832" extrusionOk="0">
                  <a:moveTo>
                    <a:pt x="1541" y="0"/>
                  </a:moveTo>
                  <a:cubicBezTo>
                    <a:pt x="1548" y="132"/>
                    <a:pt x="1548" y="310"/>
                    <a:pt x="1541" y="402"/>
                  </a:cubicBezTo>
                  <a:cubicBezTo>
                    <a:pt x="1521" y="573"/>
                    <a:pt x="1429" y="909"/>
                    <a:pt x="1376" y="1014"/>
                  </a:cubicBezTo>
                  <a:cubicBezTo>
                    <a:pt x="1317" y="1119"/>
                    <a:pt x="1218" y="1244"/>
                    <a:pt x="1199" y="1336"/>
                  </a:cubicBezTo>
                  <a:cubicBezTo>
                    <a:pt x="1172" y="1428"/>
                    <a:pt x="1172" y="1540"/>
                    <a:pt x="1146" y="1606"/>
                  </a:cubicBezTo>
                  <a:cubicBezTo>
                    <a:pt x="1126" y="1672"/>
                    <a:pt x="1100" y="1725"/>
                    <a:pt x="1041" y="1810"/>
                  </a:cubicBezTo>
                  <a:cubicBezTo>
                    <a:pt x="975" y="1896"/>
                    <a:pt x="896" y="1968"/>
                    <a:pt x="876" y="2021"/>
                  </a:cubicBezTo>
                  <a:cubicBezTo>
                    <a:pt x="856" y="2073"/>
                    <a:pt x="883" y="2100"/>
                    <a:pt x="824" y="2185"/>
                  </a:cubicBezTo>
                  <a:cubicBezTo>
                    <a:pt x="771" y="2271"/>
                    <a:pt x="758" y="2304"/>
                    <a:pt x="692" y="2389"/>
                  </a:cubicBezTo>
                  <a:cubicBezTo>
                    <a:pt x="659" y="2429"/>
                    <a:pt x="633" y="2475"/>
                    <a:pt x="600" y="2521"/>
                  </a:cubicBezTo>
                  <a:cubicBezTo>
                    <a:pt x="560" y="2574"/>
                    <a:pt x="514" y="2626"/>
                    <a:pt x="462" y="2659"/>
                  </a:cubicBezTo>
                  <a:cubicBezTo>
                    <a:pt x="356" y="2725"/>
                    <a:pt x="238" y="2758"/>
                    <a:pt x="198" y="2804"/>
                  </a:cubicBezTo>
                  <a:cubicBezTo>
                    <a:pt x="152" y="2843"/>
                    <a:pt x="119" y="2830"/>
                    <a:pt x="54" y="2936"/>
                  </a:cubicBezTo>
                  <a:cubicBezTo>
                    <a:pt x="34" y="2962"/>
                    <a:pt x="21" y="2982"/>
                    <a:pt x="1" y="2995"/>
                  </a:cubicBezTo>
                  <a:lnTo>
                    <a:pt x="60" y="3133"/>
                  </a:lnTo>
                  <a:cubicBezTo>
                    <a:pt x="60" y="3133"/>
                    <a:pt x="107" y="3130"/>
                    <a:pt x="154" y="3130"/>
                  </a:cubicBezTo>
                  <a:cubicBezTo>
                    <a:pt x="177" y="3130"/>
                    <a:pt x="201" y="3131"/>
                    <a:pt x="218" y="3133"/>
                  </a:cubicBezTo>
                  <a:cubicBezTo>
                    <a:pt x="220" y="3133"/>
                    <a:pt x="222" y="3133"/>
                    <a:pt x="224" y="3133"/>
                  </a:cubicBezTo>
                  <a:cubicBezTo>
                    <a:pt x="252" y="3133"/>
                    <a:pt x="274" y="3105"/>
                    <a:pt x="302" y="3105"/>
                  </a:cubicBezTo>
                  <a:cubicBezTo>
                    <a:pt x="315" y="3105"/>
                    <a:pt x="331" y="3112"/>
                    <a:pt x="350" y="3133"/>
                  </a:cubicBezTo>
                  <a:cubicBezTo>
                    <a:pt x="409" y="3192"/>
                    <a:pt x="527" y="3271"/>
                    <a:pt x="554" y="3317"/>
                  </a:cubicBezTo>
                  <a:cubicBezTo>
                    <a:pt x="587" y="3370"/>
                    <a:pt x="652" y="3482"/>
                    <a:pt x="659" y="3567"/>
                  </a:cubicBezTo>
                  <a:cubicBezTo>
                    <a:pt x="666" y="3646"/>
                    <a:pt x="652" y="3864"/>
                    <a:pt x="659" y="3923"/>
                  </a:cubicBezTo>
                  <a:cubicBezTo>
                    <a:pt x="666" y="3989"/>
                    <a:pt x="659" y="4133"/>
                    <a:pt x="659" y="4133"/>
                  </a:cubicBezTo>
                  <a:cubicBezTo>
                    <a:pt x="659" y="4133"/>
                    <a:pt x="626" y="4449"/>
                    <a:pt x="567" y="4489"/>
                  </a:cubicBezTo>
                  <a:cubicBezTo>
                    <a:pt x="514" y="4535"/>
                    <a:pt x="376" y="4587"/>
                    <a:pt x="409" y="4620"/>
                  </a:cubicBezTo>
                  <a:cubicBezTo>
                    <a:pt x="442" y="4643"/>
                    <a:pt x="476" y="4669"/>
                    <a:pt x="517" y="4669"/>
                  </a:cubicBezTo>
                  <a:cubicBezTo>
                    <a:pt x="524" y="4669"/>
                    <a:pt x="532" y="4669"/>
                    <a:pt x="541" y="4666"/>
                  </a:cubicBezTo>
                  <a:cubicBezTo>
                    <a:pt x="568" y="4659"/>
                    <a:pt x="584" y="4641"/>
                    <a:pt x="592" y="4641"/>
                  </a:cubicBezTo>
                  <a:cubicBezTo>
                    <a:pt x="598" y="4641"/>
                    <a:pt x="600" y="4649"/>
                    <a:pt x="600" y="4673"/>
                  </a:cubicBezTo>
                  <a:cubicBezTo>
                    <a:pt x="600" y="4726"/>
                    <a:pt x="600" y="4765"/>
                    <a:pt x="633" y="4824"/>
                  </a:cubicBezTo>
                  <a:cubicBezTo>
                    <a:pt x="659" y="4890"/>
                    <a:pt x="758" y="4976"/>
                    <a:pt x="778" y="5009"/>
                  </a:cubicBezTo>
                  <a:cubicBezTo>
                    <a:pt x="796" y="5046"/>
                    <a:pt x="880" y="5201"/>
                    <a:pt x="905" y="5201"/>
                  </a:cubicBezTo>
                  <a:cubicBezTo>
                    <a:pt x="907" y="5201"/>
                    <a:pt x="908" y="5201"/>
                    <a:pt x="909" y="5200"/>
                  </a:cubicBezTo>
                  <a:cubicBezTo>
                    <a:pt x="929" y="5180"/>
                    <a:pt x="1001" y="5101"/>
                    <a:pt x="1080" y="5081"/>
                  </a:cubicBezTo>
                  <a:cubicBezTo>
                    <a:pt x="1118" y="5072"/>
                    <a:pt x="1156" y="5065"/>
                    <a:pt x="1190" y="5065"/>
                  </a:cubicBezTo>
                  <a:cubicBezTo>
                    <a:pt x="1227" y="5065"/>
                    <a:pt x="1257" y="5073"/>
                    <a:pt x="1271" y="5094"/>
                  </a:cubicBezTo>
                  <a:cubicBezTo>
                    <a:pt x="1297" y="5140"/>
                    <a:pt x="1317" y="5232"/>
                    <a:pt x="1324" y="5311"/>
                  </a:cubicBezTo>
                  <a:cubicBezTo>
                    <a:pt x="1330" y="5384"/>
                    <a:pt x="1297" y="5483"/>
                    <a:pt x="1278" y="5483"/>
                  </a:cubicBezTo>
                  <a:cubicBezTo>
                    <a:pt x="1265" y="5483"/>
                    <a:pt x="1243" y="5474"/>
                    <a:pt x="1216" y="5474"/>
                  </a:cubicBezTo>
                  <a:cubicBezTo>
                    <a:pt x="1202" y="5474"/>
                    <a:pt x="1188" y="5476"/>
                    <a:pt x="1172" y="5483"/>
                  </a:cubicBezTo>
                  <a:cubicBezTo>
                    <a:pt x="1133" y="5509"/>
                    <a:pt x="1107" y="5476"/>
                    <a:pt x="1080" y="5542"/>
                  </a:cubicBezTo>
                  <a:cubicBezTo>
                    <a:pt x="1061" y="5608"/>
                    <a:pt x="1067" y="5647"/>
                    <a:pt x="1034" y="5713"/>
                  </a:cubicBezTo>
                  <a:cubicBezTo>
                    <a:pt x="995" y="5779"/>
                    <a:pt x="975" y="5831"/>
                    <a:pt x="935" y="5891"/>
                  </a:cubicBezTo>
                  <a:cubicBezTo>
                    <a:pt x="935" y="5891"/>
                    <a:pt x="942" y="5937"/>
                    <a:pt x="962" y="5956"/>
                  </a:cubicBezTo>
                  <a:cubicBezTo>
                    <a:pt x="988" y="5983"/>
                    <a:pt x="1014" y="5956"/>
                    <a:pt x="1028" y="6009"/>
                  </a:cubicBezTo>
                  <a:cubicBezTo>
                    <a:pt x="1047" y="6062"/>
                    <a:pt x="1034" y="6108"/>
                    <a:pt x="1061" y="6134"/>
                  </a:cubicBezTo>
                  <a:cubicBezTo>
                    <a:pt x="1087" y="6160"/>
                    <a:pt x="1166" y="6180"/>
                    <a:pt x="1192" y="6193"/>
                  </a:cubicBezTo>
                  <a:cubicBezTo>
                    <a:pt x="1195" y="6195"/>
                    <a:pt x="1198" y="6196"/>
                    <a:pt x="1201" y="6196"/>
                  </a:cubicBezTo>
                  <a:cubicBezTo>
                    <a:pt x="1210" y="6196"/>
                    <a:pt x="1219" y="6192"/>
                    <a:pt x="1228" y="6192"/>
                  </a:cubicBezTo>
                  <a:cubicBezTo>
                    <a:pt x="1242" y="6192"/>
                    <a:pt x="1255" y="6200"/>
                    <a:pt x="1265" y="6239"/>
                  </a:cubicBezTo>
                  <a:cubicBezTo>
                    <a:pt x="1284" y="6312"/>
                    <a:pt x="1297" y="6332"/>
                    <a:pt x="1297" y="6345"/>
                  </a:cubicBezTo>
                  <a:cubicBezTo>
                    <a:pt x="1291" y="6358"/>
                    <a:pt x="1212" y="6411"/>
                    <a:pt x="1212" y="6443"/>
                  </a:cubicBezTo>
                  <a:cubicBezTo>
                    <a:pt x="1212" y="6476"/>
                    <a:pt x="1284" y="6522"/>
                    <a:pt x="1291" y="6529"/>
                  </a:cubicBezTo>
                  <a:cubicBezTo>
                    <a:pt x="1304" y="6529"/>
                    <a:pt x="1330" y="6542"/>
                    <a:pt x="1344" y="6588"/>
                  </a:cubicBezTo>
                  <a:cubicBezTo>
                    <a:pt x="1357" y="6628"/>
                    <a:pt x="1357" y="6694"/>
                    <a:pt x="1383" y="6733"/>
                  </a:cubicBezTo>
                  <a:cubicBezTo>
                    <a:pt x="1409" y="6772"/>
                    <a:pt x="1455" y="6812"/>
                    <a:pt x="1469" y="6812"/>
                  </a:cubicBezTo>
                  <a:cubicBezTo>
                    <a:pt x="1482" y="6812"/>
                    <a:pt x="1692" y="6832"/>
                    <a:pt x="1692" y="6832"/>
                  </a:cubicBezTo>
                  <a:cubicBezTo>
                    <a:pt x="1692" y="6832"/>
                    <a:pt x="1719" y="6799"/>
                    <a:pt x="1719" y="6740"/>
                  </a:cubicBezTo>
                  <a:cubicBezTo>
                    <a:pt x="1725" y="6680"/>
                    <a:pt x="1738" y="6503"/>
                    <a:pt x="1745" y="6496"/>
                  </a:cubicBezTo>
                  <a:cubicBezTo>
                    <a:pt x="1752" y="6483"/>
                    <a:pt x="1798" y="6450"/>
                    <a:pt x="1791" y="6417"/>
                  </a:cubicBezTo>
                  <a:cubicBezTo>
                    <a:pt x="1784" y="6391"/>
                    <a:pt x="1752" y="6292"/>
                    <a:pt x="1752" y="6279"/>
                  </a:cubicBezTo>
                  <a:cubicBezTo>
                    <a:pt x="1752" y="6266"/>
                    <a:pt x="1765" y="6206"/>
                    <a:pt x="1752" y="6180"/>
                  </a:cubicBezTo>
                  <a:cubicBezTo>
                    <a:pt x="1732" y="6147"/>
                    <a:pt x="1679" y="6042"/>
                    <a:pt x="1679" y="6042"/>
                  </a:cubicBezTo>
                  <a:cubicBezTo>
                    <a:pt x="1679" y="6042"/>
                    <a:pt x="1659" y="5950"/>
                    <a:pt x="1659" y="5891"/>
                  </a:cubicBezTo>
                  <a:cubicBezTo>
                    <a:pt x="1659" y="5831"/>
                    <a:pt x="1686" y="5792"/>
                    <a:pt x="1725" y="5759"/>
                  </a:cubicBezTo>
                  <a:cubicBezTo>
                    <a:pt x="1758" y="5726"/>
                    <a:pt x="1804" y="5706"/>
                    <a:pt x="1824" y="5627"/>
                  </a:cubicBezTo>
                  <a:cubicBezTo>
                    <a:pt x="1844" y="5548"/>
                    <a:pt x="1942" y="5397"/>
                    <a:pt x="1962" y="5311"/>
                  </a:cubicBezTo>
                  <a:cubicBezTo>
                    <a:pt x="1982" y="5226"/>
                    <a:pt x="1988" y="5180"/>
                    <a:pt x="1988" y="5127"/>
                  </a:cubicBezTo>
                  <a:cubicBezTo>
                    <a:pt x="1988" y="5074"/>
                    <a:pt x="2035" y="5015"/>
                    <a:pt x="2067" y="4982"/>
                  </a:cubicBezTo>
                  <a:cubicBezTo>
                    <a:pt x="2094" y="4956"/>
                    <a:pt x="2153" y="4910"/>
                    <a:pt x="2199" y="4877"/>
                  </a:cubicBezTo>
                  <a:cubicBezTo>
                    <a:pt x="2219" y="4864"/>
                    <a:pt x="2232" y="4851"/>
                    <a:pt x="2239" y="4851"/>
                  </a:cubicBezTo>
                  <a:cubicBezTo>
                    <a:pt x="2252" y="4844"/>
                    <a:pt x="2469" y="4791"/>
                    <a:pt x="2568" y="4732"/>
                  </a:cubicBezTo>
                  <a:cubicBezTo>
                    <a:pt x="2660" y="4680"/>
                    <a:pt x="2765" y="4548"/>
                    <a:pt x="2831" y="4515"/>
                  </a:cubicBezTo>
                  <a:cubicBezTo>
                    <a:pt x="2897" y="4476"/>
                    <a:pt x="3002" y="4423"/>
                    <a:pt x="3028" y="4377"/>
                  </a:cubicBezTo>
                  <a:cubicBezTo>
                    <a:pt x="3061" y="4331"/>
                    <a:pt x="3055" y="4298"/>
                    <a:pt x="3120" y="4278"/>
                  </a:cubicBezTo>
                  <a:cubicBezTo>
                    <a:pt x="3169" y="4261"/>
                    <a:pt x="3240" y="4249"/>
                    <a:pt x="3285" y="4249"/>
                  </a:cubicBezTo>
                  <a:cubicBezTo>
                    <a:pt x="3307" y="4249"/>
                    <a:pt x="3322" y="4252"/>
                    <a:pt x="3325" y="4258"/>
                  </a:cubicBezTo>
                  <a:cubicBezTo>
                    <a:pt x="3338" y="4278"/>
                    <a:pt x="3371" y="4311"/>
                    <a:pt x="3371" y="4318"/>
                  </a:cubicBezTo>
                  <a:cubicBezTo>
                    <a:pt x="3376" y="4323"/>
                    <a:pt x="3428" y="4358"/>
                    <a:pt x="3489" y="4358"/>
                  </a:cubicBezTo>
                  <a:cubicBezTo>
                    <a:pt x="3504" y="4358"/>
                    <a:pt x="3520" y="4356"/>
                    <a:pt x="3535" y="4351"/>
                  </a:cubicBezTo>
                  <a:cubicBezTo>
                    <a:pt x="3608" y="4318"/>
                    <a:pt x="3660" y="4272"/>
                    <a:pt x="3706" y="4265"/>
                  </a:cubicBezTo>
                  <a:cubicBezTo>
                    <a:pt x="3729" y="4265"/>
                    <a:pt x="3762" y="4276"/>
                    <a:pt x="3793" y="4276"/>
                  </a:cubicBezTo>
                  <a:cubicBezTo>
                    <a:pt x="3814" y="4276"/>
                    <a:pt x="3835" y="4271"/>
                    <a:pt x="3851" y="4252"/>
                  </a:cubicBezTo>
                  <a:cubicBezTo>
                    <a:pt x="3884" y="4206"/>
                    <a:pt x="3930" y="4160"/>
                    <a:pt x="3937" y="4114"/>
                  </a:cubicBezTo>
                  <a:cubicBezTo>
                    <a:pt x="3950" y="4074"/>
                    <a:pt x="3976" y="4002"/>
                    <a:pt x="3963" y="3969"/>
                  </a:cubicBezTo>
                  <a:cubicBezTo>
                    <a:pt x="3956" y="3936"/>
                    <a:pt x="3937" y="3896"/>
                    <a:pt x="3897" y="3883"/>
                  </a:cubicBezTo>
                  <a:cubicBezTo>
                    <a:pt x="3858" y="3877"/>
                    <a:pt x="3818" y="3857"/>
                    <a:pt x="3798" y="3844"/>
                  </a:cubicBezTo>
                  <a:cubicBezTo>
                    <a:pt x="3785" y="3831"/>
                    <a:pt x="3726" y="3824"/>
                    <a:pt x="3726" y="3778"/>
                  </a:cubicBezTo>
                  <a:cubicBezTo>
                    <a:pt x="3726" y="3725"/>
                    <a:pt x="3706" y="3462"/>
                    <a:pt x="3739" y="3409"/>
                  </a:cubicBezTo>
                  <a:cubicBezTo>
                    <a:pt x="3779" y="3357"/>
                    <a:pt x="3844" y="3324"/>
                    <a:pt x="3871" y="3298"/>
                  </a:cubicBezTo>
                  <a:cubicBezTo>
                    <a:pt x="3904" y="3265"/>
                    <a:pt x="3930" y="3238"/>
                    <a:pt x="3930" y="3199"/>
                  </a:cubicBezTo>
                  <a:cubicBezTo>
                    <a:pt x="3930" y="3159"/>
                    <a:pt x="3917" y="3067"/>
                    <a:pt x="3891" y="3021"/>
                  </a:cubicBezTo>
                  <a:cubicBezTo>
                    <a:pt x="3864" y="2975"/>
                    <a:pt x="3825" y="2916"/>
                    <a:pt x="3818" y="2876"/>
                  </a:cubicBezTo>
                  <a:cubicBezTo>
                    <a:pt x="3812" y="2843"/>
                    <a:pt x="3798" y="2784"/>
                    <a:pt x="3831" y="2732"/>
                  </a:cubicBezTo>
                  <a:cubicBezTo>
                    <a:pt x="3871" y="2679"/>
                    <a:pt x="3877" y="2666"/>
                    <a:pt x="3884" y="2633"/>
                  </a:cubicBezTo>
                  <a:cubicBezTo>
                    <a:pt x="3884" y="2606"/>
                    <a:pt x="3825" y="2554"/>
                    <a:pt x="3818" y="2508"/>
                  </a:cubicBezTo>
                  <a:cubicBezTo>
                    <a:pt x="3805" y="2462"/>
                    <a:pt x="3798" y="2449"/>
                    <a:pt x="3798" y="2449"/>
                  </a:cubicBezTo>
                  <a:cubicBezTo>
                    <a:pt x="3798" y="2449"/>
                    <a:pt x="3884" y="2350"/>
                    <a:pt x="3923" y="2291"/>
                  </a:cubicBezTo>
                  <a:cubicBezTo>
                    <a:pt x="3969" y="2231"/>
                    <a:pt x="4009" y="2166"/>
                    <a:pt x="4009" y="2119"/>
                  </a:cubicBezTo>
                  <a:cubicBezTo>
                    <a:pt x="4009" y="2073"/>
                    <a:pt x="3956" y="2060"/>
                    <a:pt x="4009" y="1981"/>
                  </a:cubicBezTo>
                  <a:cubicBezTo>
                    <a:pt x="4068" y="1909"/>
                    <a:pt x="4141" y="1843"/>
                    <a:pt x="4141" y="1843"/>
                  </a:cubicBezTo>
                  <a:cubicBezTo>
                    <a:pt x="4141" y="1843"/>
                    <a:pt x="4272" y="1830"/>
                    <a:pt x="4345" y="1777"/>
                  </a:cubicBezTo>
                  <a:cubicBezTo>
                    <a:pt x="4410" y="1725"/>
                    <a:pt x="4470" y="1692"/>
                    <a:pt x="4509" y="1652"/>
                  </a:cubicBezTo>
                  <a:cubicBezTo>
                    <a:pt x="4549" y="1613"/>
                    <a:pt x="4641" y="1547"/>
                    <a:pt x="4661" y="1468"/>
                  </a:cubicBezTo>
                  <a:cubicBezTo>
                    <a:pt x="4661" y="1448"/>
                    <a:pt x="4667" y="1422"/>
                    <a:pt x="4674" y="1389"/>
                  </a:cubicBezTo>
                  <a:cubicBezTo>
                    <a:pt x="4661" y="1382"/>
                    <a:pt x="4647" y="1382"/>
                    <a:pt x="4641" y="1376"/>
                  </a:cubicBezTo>
                  <a:cubicBezTo>
                    <a:pt x="4628" y="1363"/>
                    <a:pt x="4476" y="1297"/>
                    <a:pt x="4424" y="1290"/>
                  </a:cubicBezTo>
                  <a:lnTo>
                    <a:pt x="4391" y="1290"/>
                  </a:lnTo>
                  <a:cubicBezTo>
                    <a:pt x="4391" y="1290"/>
                    <a:pt x="4384" y="1290"/>
                    <a:pt x="4378" y="1284"/>
                  </a:cubicBezTo>
                  <a:lnTo>
                    <a:pt x="4338" y="1284"/>
                  </a:lnTo>
                  <a:cubicBezTo>
                    <a:pt x="4325" y="1277"/>
                    <a:pt x="4318" y="1277"/>
                    <a:pt x="4312" y="1277"/>
                  </a:cubicBezTo>
                  <a:lnTo>
                    <a:pt x="4292" y="1277"/>
                  </a:lnTo>
                  <a:cubicBezTo>
                    <a:pt x="4285" y="1277"/>
                    <a:pt x="4272" y="1270"/>
                    <a:pt x="4266" y="1270"/>
                  </a:cubicBezTo>
                  <a:cubicBezTo>
                    <a:pt x="4239" y="1270"/>
                    <a:pt x="4206" y="1264"/>
                    <a:pt x="4180" y="1264"/>
                  </a:cubicBezTo>
                  <a:lnTo>
                    <a:pt x="4174" y="1264"/>
                  </a:lnTo>
                  <a:cubicBezTo>
                    <a:pt x="4154" y="1257"/>
                    <a:pt x="4141" y="1257"/>
                    <a:pt x="4127" y="1257"/>
                  </a:cubicBezTo>
                  <a:cubicBezTo>
                    <a:pt x="4121" y="1251"/>
                    <a:pt x="4114" y="1251"/>
                    <a:pt x="4108" y="1251"/>
                  </a:cubicBezTo>
                  <a:lnTo>
                    <a:pt x="4075" y="1251"/>
                  </a:lnTo>
                  <a:cubicBezTo>
                    <a:pt x="4068" y="1251"/>
                    <a:pt x="3917" y="1192"/>
                    <a:pt x="3917" y="1192"/>
                  </a:cubicBezTo>
                  <a:cubicBezTo>
                    <a:pt x="3917" y="1192"/>
                    <a:pt x="3660" y="1053"/>
                    <a:pt x="3601" y="1027"/>
                  </a:cubicBezTo>
                  <a:cubicBezTo>
                    <a:pt x="3545" y="1005"/>
                    <a:pt x="3485" y="963"/>
                    <a:pt x="3423" y="963"/>
                  </a:cubicBezTo>
                  <a:cubicBezTo>
                    <a:pt x="3412" y="963"/>
                    <a:pt x="3401" y="965"/>
                    <a:pt x="3390" y="968"/>
                  </a:cubicBezTo>
                  <a:cubicBezTo>
                    <a:pt x="3311" y="994"/>
                    <a:pt x="3292" y="987"/>
                    <a:pt x="3246" y="1040"/>
                  </a:cubicBezTo>
                  <a:cubicBezTo>
                    <a:pt x="3199" y="1086"/>
                    <a:pt x="3081" y="1145"/>
                    <a:pt x="3081" y="1145"/>
                  </a:cubicBezTo>
                  <a:cubicBezTo>
                    <a:pt x="3081" y="1145"/>
                    <a:pt x="3055" y="1086"/>
                    <a:pt x="3042" y="1080"/>
                  </a:cubicBezTo>
                  <a:cubicBezTo>
                    <a:pt x="3028" y="1080"/>
                    <a:pt x="2916" y="1119"/>
                    <a:pt x="2916" y="1119"/>
                  </a:cubicBezTo>
                  <a:lnTo>
                    <a:pt x="2897" y="1126"/>
                  </a:lnTo>
                  <a:cubicBezTo>
                    <a:pt x="2897" y="1126"/>
                    <a:pt x="2831" y="1093"/>
                    <a:pt x="2831" y="1066"/>
                  </a:cubicBezTo>
                  <a:cubicBezTo>
                    <a:pt x="2837" y="1047"/>
                    <a:pt x="2837" y="981"/>
                    <a:pt x="2844" y="961"/>
                  </a:cubicBezTo>
                  <a:cubicBezTo>
                    <a:pt x="2844" y="941"/>
                    <a:pt x="2699" y="632"/>
                    <a:pt x="2647" y="560"/>
                  </a:cubicBezTo>
                  <a:cubicBezTo>
                    <a:pt x="2587" y="481"/>
                    <a:pt x="2436" y="257"/>
                    <a:pt x="2397" y="257"/>
                  </a:cubicBezTo>
                  <a:cubicBezTo>
                    <a:pt x="2394" y="257"/>
                    <a:pt x="2391" y="256"/>
                    <a:pt x="2388" y="256"/>
                  </a:cubicBezTo>
                  <a:cubicBezTo>
                    <a:pt x="2346" y="256"/>
                    <a:pt x="2270" y="298"/>
                    <a:pt x="2252" y="323"/>
                  </a:cubicBezTo>
                  <a:cubicBezTo>
                    <a:pt x="2236" y="349"/>
                    <a:pt x="2208" y="375"/>
                    <a:pt x="2187" y="375"/>
                  </a:cubicBezTo>
                  <a:cubicBezTo>
                    <a:pt x="2182" y="375"/>
                    <a:pt x="2177" y="373"/>
                    <a:pt x="2173" y="369"/>
                  </a:cubicBezTo>
                  <a:cubicBezTo>
                    <a:pt x="2153" y="349"/>
                    <a:pt x="2081" y="224"/>
                    <a:pt x="2067" y="211"/>
                  </a:cubicBezTo>
                  <a:cubicBezTo>
                    <a:pt x="2048" y="204"/>
                    <a:pt x="1890" y="106"/>
                    <a:pt x="1863" y="99"/>
                  </a:cubicBezTo>
                  <a:lnTo>
                    <a:pt x="1857" y="99"/>
                  </a:lnTo>
                  <a:cubicBezTo>
                    <a:pt x="1837" y="92"/>
                    <a:pt x="1784" y="73"/>
                    <a:pt x="1719" y="53"/>
                  </a:cubicBezTo>
                  <a:cubicBezTo>
                    <a:pt x="1712" y="53"/>
                    <a:pt x="1705" y="46"/>
                    <a:pt x="1692" y="46"/>
                  </a:cubicBezTo>
                  <a:cubicBezTo>
                    <a:pt x="1686" y="46"/>
                    <a:pt x="1679" y="40"/>
                    <a:pt x="1666" y="40"/>
                  </a:cubicBezTo>
                  <a:cubicBezTo>
                    <a:pt x="1646" y="33"/>
                    <a:pt x="1627" y="27"/>
                    <a:pt x="1607" y="20"/>
                  </a:cubicBezTo>
                  <a:cubicBezTo>
                    <a:pt x="1600" y="20"/>
                    <a:pt x="1594" y="13"/>
                    <a:pt x="1587" y="13"/>
                  </a:cubicBezTo>
                  <a:cubicBezTo>
                    <a:pt x="1574" y="7"/>
                    <a:pt x="1561" y="7"/>
                    <a:pt x="1541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67;p19">
              <a:extLst>
                <a:ext uri="{FF2B5EF4-FFF2-40B4-BE49-F238E27FC236}">
                  <a16:creationId xmlns:a16="http://schemas.microsoft.com/office/drawing/2014/main" id="{6EEBCE8F-F175-4D60-020B-45B4B638D154}"/>
                </a:ext>
              </a:extLst>
            </p:cNvPr>
            <p:cNvSpPr/>
            <p:nvPr/>
          </p:nvSpPr>
          <p:spPr>
            <a:xfrm>
              <a:off x="7331321" y="2856732"/>
              <a:ext cx="877178" cy="702005"/>
            </a:xfrm>
            <a:custGeom>
              <a:avLst/>
              <a:gdLst/>
              <a:ahLst/>
              <a:cxnLst/>
              <a:rect l="l" t="t" r="r" b="b"/>
              <a:pathLst>
                <a:path w="8037" h="6432" extrusionOk="0">
                  <a:moveTo>
                    <a:pt x="5076" y="1"/>
                  </a:moveTo>
                  <a:cubicBezTo>
                    <a:pt x="4992" y="1"/>
                    <a:pt x="4851" y="12"/>
                    <a:pt x="4799" y="26"/>
                  </a:cubicBezTo>
                  <a:cubicBezTo>
                    <a:pt x="4726" y="46"/>
                    <a:pt x="4535" y="217"/>
                    <a:pt x="4535" y="217"/>
                  </a:cubicBezTo>
                  <a:lnTo>
                    <a:pt x="4437" y="269"/>
                  </a:lnTo>
                  <a:lnTo>
                    <a:pt x="4410" y="289"/>
                  </a:lnTo>
                  <a:cubicBezTo>
                    <a:pt x="4410" y="289"/>
                    <a:pt x="4239" y="335"/>
                    <a:pt x="4187" y="368"/>
                  </a:cubicBezTo>
                  <a:cubicBezTo>
                    <a:pt x="4134" y="401"/>
                    <a:pt x="4055" y="460"/>
                    <a:pt x="4029" y="487"/>
                  </a:cubicBezTo>
                  <a:cubicBezTo>
                    <a:pt x="4002" y="520"/>
                    <a:pt x="3805" y="684"/>
                    <a:pt x="3792" y="704"/>
                  </a:cubicBezTo>
                  <a:cubicBezTo>
                    <a:pt x="3774" y="722"/>
                    <a:pt x="3652" y="751"/>
                    <a:pt x="3605" y="751"/>
                  </a:cubicBezTo>
                  <a:cubicBezTo>
                    <a:pt x="3601" y="751"/>
                    <a:pt x="3597" y="750"/>
                    <a:pt x="3594" y="750"/>
                  </a:cubicBezTo>
                  <a:cubicBezTo>
                    <a:pt x="3568" y="750"/>
                    <a:pt x="3607" y="684"/>
                    <a:pt x="3627" y="625"/>
                  </a:cubicBezTo>
                  <a:cubicBezTo>
                    <a:pt x="3647" y="559"/>
                    <a:pt x="3673" y="572"/>
                    <a:pt x="3680" y="546"/>
                  </a:cubicBezTo>
                  <a:cubicBezTo>
                    <a:pt x="3680" y="546"/>
                    <a:pt x="3601" y="533"/>
                    <a:pt x="3561" y="533"/>
                  </a:cubicBezTo>
                  <a:cubicBezTo>
                    <a:pt x="3535" y="533"/>
                    <a:pt x="3520" y="553"/>
                    <a:pt x="3500" y="553"/>
                  </a:cubicBezTo>
                  <a:cubicBezTo>
                    <a:pt x="3490" y="553"/>
                    <a:pt x="3478" y="548"/>
                    <a:pt x="3463" y="533"/>
                  </a:cubicBezTo>
                  <a:cubicBezTo>
                    <a:pt x="3410" y="487"/>
                    <a:pt x="3377" y="447"/>
                    <a:pt x="3364" y="434"/>
                  </a:cubicBezTo>
                  <a:cubicBezTo>
                    <a:pt x="3351" y="414"/>
                    <a:pt x="3259" y="348"/>
                    <a:pt x="3259" y="348"/>
                  </a:cubicBezTo>
                  <a:cubicBezTo>
                    <a:pt x="3259" y="348"/>
                    <a:pt x="3199" y="441"/>
                    <a:pt x="3206" y="467"/>
                  </a:cubicBezTo>
                  <a:cubicBezTo>
                    <a:pt x="3219" y="487"/>
                    <a:pt x="3232" y="520"/>
                    <a:pt x="3252" y="552"/>
                  </a:cubicBezTo>
                  <a:cubicBezTo>
                    <a:pt x="3272" y="585"/>
                    <a:pt x="3298" y="618"/>
                    <a:pt x="3278" y="631"/>
                  </a:cubicBezTo>
                  <a:cubicBezTo>
                    <a:pt x="3264" y="641"/>
                    <a:pt x="3257" y="650"/>
                    <a:pt x="3240" y="650"/>
                  </a:cubicBezTo>
                  <a:cubicBezTo>
                    <a:pt x="3233" y="650"/>
                    <a:pt x="3224" y="648"/>
                    <a:pt x="3212" y="645"/>
                  </a:cubicBezTo>
                  <a:cubicBezTo>
                    <a:pt x="3166" y="638"/>
                    <a:pt x="3114" y="618"/>
                    <a:pt x="3101" y="618"/>
                  </a:cubicBezTo>
                  <a:cubicBezTo>
                    <a:pt x="3087" y="618"/>
                    <a:pt x="3074" y="612"/>
                    <a:pt x="3059" y="612"/>
                  </a:cubicBezTo>
                  <a:cubicBezTo>
                    <a:pt x="3052" y="612"/>
                    <a:pt x="3044" y="614"/>
                    <a:pt x="3035" y="618"/>
                  </a:cubicBezTo>
                  <a:cubicBezTo>
                    <a:pt x="3002" y="625"/>
                    <a:pt x="2936" y="677"/>
                    <a:pt x="2962" y="717"/>
                  </a:cubicBezTo>
                  <a:cubicBezTo>
                    <a:pt x="2982" y="756"/>
                    <a:pt x="3041" y="809"/>
                    <a:pt x="3028" y="835"/>
                  </a:cubicBezTo>
                  <a:cubicBezTo>
                    <a:pt x="3022" y="855"/>
                    <a:pt x="2949" y="914"/>
                    <a:pt x="2956" y="934"/>
                  </a:cubicBezTo>
                  <a:cubicBezTo>
                    <a:pt x="2962" y="960"/>
                    <a:pt x="2989" y="993"/>
                    <a:pt x="3008" y="1039"/>
                  </a:cubicBezTo>
                  <a:cubicBezTo>
                    <a:pt x="3028" y="1085"/>
                    <a:pt x="3068" y="1125"/>
                    <a:pt x="3074" y="1132"/>
                  </a:cubicBezTo>
                  <a:cubicBezTo>
                    <a:pt x="3074" y="1145"/>
                    <a:pt x="3107" y="1184"/>
                    <a:pt x="3074" y="1211"/>
                  </a:cubicBezTo>
                  <a:cubicBezTo>
                    <a:pt x="3041" y="1237"/>
                    <a:pt x="3028" y="1250"/>
                    <a:pt x="2956" y="1270"/>
                  </a:cubicBezTo>
                  <a:cubicBezTo>
                    <a:pt x="2883" y="1283"/>
                    <a:pt x="2818" y="1296"/>
                    <a:pt x="2804" y="1296"/>
                  </a:cubicBezTo>
                  <a:cubicBezTo>
                    <a:pt x="2800" y="1296"/>
                    <a:pt x="2790" y="1295"/>
                    <a:pt x="2778" y="1295"/>
                  </a:cubicBezTo>
                  <a:cubicBezTo>
                    <a:pt x="2753" y="1295"/>
                    <a:pt x="2721" y="1298"/>
                    <a:pt x="2712" y="1316"/>
                  </a:cubicBezTo>
                  <a:cubicBezTo>
                    <a:pt x="2699" y="1342"/>
                    <a:pt x="2679" y="1382"/>
                    <a:pt x="2679" y="1447"/>
                  </a:cubicBezTo>
                  <a:cubicBezTo>
                    <a:pt x="2679" y="1513"/>
                    <a:pt x="2712" y="1520"/>
                    <a:pt x="2679" y="1573"/>
                  </a:cubicBezTo>
                  <a:cubicBezTo>
                    <a:pt x="2646" y="1619"/>
                    <a:pt x="2614" y="1605"/>
                    <a:pt x="2627" y="1645"/>
                  </a:cubicBezTo>
                  <a:cubicBezTo>
                    <a:pt x="2640" y="1684"/>
                    <a:pt x="2627" y="1711"/>
                    <a:pt x="2679" y="1770"/>
                  </a:cubicBezTo>
                  <a:cubicBezTo>
                    <a:pt x="2732" y="1829"/>
                    <a:pt x="2765" y="1869"/>
                    <a:pt x="2791" y="1921"/>
                  </a:cubicBezTo>
                  <a:cubicBezTo>
                    <a:pt x="2818" y="1974"/>
                    <a:pt x="2857" y="2040"/>
                    <a:pt x="2831" y="2066"/>
                  </a:cubicBezTo>
                  <a:cubicBezTo>
                    <a:pt x="2798" y="2086"/>
                    <a:pt x="2745" y="2106"/>
                    <a:pt x="2719" y="2139"/>
                  </a:cubicBezTo>
                  <a:cubicBezTo>
                    <a:pt x="2693" y="2171"/>
                    <a:pt x="2614" y="2231"/>
                    <a:pt x="2594" y="2277"/>
                  </a:cubicBezTo>
                  <a:cubicBezTo>
                    <a:pt x="2567" y="2323"/>
                    <a:pt x="2515" y="2369"/>
                    <a:pt x="2561" y="2408"/>
                  </a:cubicBezTo>
                  <a:cubicBezTo>
                    <a:pt x="2600" y="2448"/>
                    <a:pt x="2640" y="2441"/>
                    <a:pt x="2660" y="2454"/>
                  </a:cubicBezTo>
                  <a:cubicBezTo>
                    <a:pt x="2686" y="2468"/>
                    <a:pt x="2699" y="2540"/>
                    <a:pt x="2693" y="2553"/>
                  </a:cubicBezTo>
                  <a:cubicBezTo>
                    <a:pt x="2679" y="2573"/>
                    <a:pt x="2646" y="2612"/>
                    <a:pt x="2646" y="2645"/>
                  </a:cubicBezTo>
                  <a:cubicBezTo>
                    <a:pt x="2653" y="2678"/>
                    <a:pt x="2679" y="2744"/>
                    <a:pt x="2679" y="2770"/>
                  </a:cubicBezTo>
                  <a:cubicBezTo>
                    <a:pt x="2686" y="2797"/>
                    <a:pt x="2719" y="2830"/>
                    <a:pt x="2693" y="2862"/>
                  </a:cubicBezTo>
                  <a:cubicBezTo>
                    <a:pt x="2666" y="2902"/>
                    <a:pt x="2640" y="2928"/>
                    <a:pt x="2581" y="2968"/>
                  </a:cubicBezTo>
                  <a:cubicBezTo>
                    <a:pt x="2528" y="3007"/>
                    <a:pt x="2449" y="3066"/>
                    <a:pt x="2416" y="3080"/>
                  </a:cubicBezTo>
                  <a:cubicBezTo>
                    <a:pt x="2393" y="3085"/>
                    <a:pt x="2294" y="3157"/>
                    <a:pt x="2239" y="3157"/>
                  </a:cubicBezTo>
                  <a:cubicBezTo>
                    <a:pt x="2231" y="3157"/>
                    <a:pt x="2224" y="3155"/>
                    <a:pt x="2219" y="3152"/>
                  </a:cubicBezTo>
                  <a:cubicBezTo>
                    <a:pt x="2173" y="3126"/>
                    <a:pt x="2080" y="3093"/>
                    <a:pt x="2048" y="3080"/>
                  </a:cubicBezTo>
                  <a:cubicBezTo>
                    <a:pt x="2029" y="3071"/>
                    <a:pt x="1992" y="3055"/>
                    <a:pt x="1954" y="3055"/>
                  </a:cubicBezTo>
                  <a:cubicBezTo>
                    <a:pt x="1937" y="3055"/>
                    <a:pt x="1919" y="3058"/>
                    <a:pt x="1903" y="3066"/>
                  </a:cubicBezTo>
                  <a:cubicBezTo>
                    <a:pt x="1869" y="3079"/>
                    <a:pt x="1833" y="3084"/>
                    <a:pt x="1806" y="3084"/>
                  </a:cubicBezTo>
                  <a:cubicBezTo>
                    <a:pt x="1791" y="3084"/>
                    <a:pt x="1778" y="3082"/>
                    <a:pt x="1771" y="3080"/>
                  </a:cubicBezTo>
                  <a:cubicBezTo>
                    <a:pt x="1763" y="3074"/>
                    <a:pt x="1739" y="3072"/>
                    <a:pt x="1711" y="3072"/>
                  </a:cubicBezTo>
                  <a:cubicBezTo>
                    <a:pt x="1672" y="3072"/>
                    <a:pt x="1624" y="3076"/>
                    <a:pt x="1593" y="3080"/>
                  </a:cubicBezTo>
                  <a:cubicBezTo>
                    <a:pt x="1547" y="3086"/>
                    <a:pt x="1521" y="3093"/>
                    <a:pt x="1482" y="3113"/>
                  </a:cubicBezTo>
                  <a:cubicBezTo>
                    <a:pt x="1435" y="3139"/>
                    <a:pt x="1370" y="3178"/>
                    <a:pt x="1343" y="3198"/>
                  </a:cubicBezTo>
                  <a:cubicBezTo>
                    <a:pt x="1324" y="3224"/>
                    <a:pt x="1324" y="3231"/>
                    <a:pt x="1258" y="3231"/>
                  </a:cubicBezTo>
                  <a:cubicBezTo>
                    <a:pt x="1185" y="3231"/>
                    <a:pt x="1113" y="3185"/>
                    <a:pt x="1093" y="3185"/>
                  </a:cubicBezTo>
                  <a:cubicBezTo>
                    <a:pt x="1067" y="3185"/>
                    <a:pt x="968" y="3231"/>
                    <a:pt x="948" y="3231"/>
                  </a:cubicBezTo>
                  <a:cubicBezTo>
                    <a:pt x="929" y="3231"/>
                    <a:pt x="804" y="3264"/>
                    <a:pt x="725" y="3284"/>
                  </a:cubicBezTo>
                  <a:cubicBezTo>
                    <a:pt x="652" y="3303"/>
                    <a:pt x="534" y="3303"/>
                    <a:pt x="501" y="3336"/>
                  </a:cubicBezTo>
                  <a:cubicBezTo>
                    <a:pt x="461" y="3369"/>
                    <a:pt x="415" y="3461"/>
                    <a:pt x="396" y="3507"/>
                  </a:cubicBezTo>
                  <a:cubicBezTo>
                    <a:pt x="389" y="3527"/>
                    <a:pt x="389" y="3554"/>
                    <a:pt x="376" y="3573"/>
                  </a:cubicBezTo>
                  <a:cubicBezTo>
                    <a:pt x="376" y="3580"/>
                    <a:pt x="376" y="3580"/>
                    <a:pt x="376" y="3586"/>
                  </a:cubicBezTo>
                  <a:cubicBezTo>
                    <a:pt x="369" y="3593"/>
                    <a:pt x="369" y="3600"/>
                    <a:pt x="363" y="3613"/>
                  </a:cubicBezTo>
                  <a:cubicBezTo>
                    <a:pt x="363" y="3613"/>
                    <a:pt x="363" y="3619"/>
                    <a:pt x="356" y="3619"/>
                  </a:cubicBezTo>
                  <a:cubicBezTo>
                    <a:pt x="356" y="3626"/>
                    <a:pt x="356" y="3626"/>
                    <a:pt x="350" y="3632"/>
                  </a:cubicBezTo>
                  <a:cubicBezTo>
                    <a:pt x="350" y="3632"/>
                    <a:pt x="350" y="3632"/>
                    <a:pt x="343" y="3639"/>
                  </a:cubicBezTo>
                  <a:cubicBezTo>
                    <a:pt x="343" y="3639"/>
                    <a:pt x="336" y="3646"/>
                    <a:pt x="336" y="3646"/>
                  </a:cubicBezTo>
                  <a:cubicBezTo>
                    <a:pt x="290" y="3685"/>
                    <a:pt x="178" y="3711"/>
                    <a:pt x="159" y="3777"/>
                  </a:cubicBezTo>
                  <a:cubicBezTo>
                    <a:pt x="146" y="3823"/>
                    <a:pt x="159" y="3869"/>
                    <a:pt x="139" y="3915"/>
                  </a:cubicBezTo>
                  <a:cubicBezTo>
                    <a:pt x="132" y="3929"/>
                    <a:pt x="126" y="3942"/>
                    <a:pt x="113" y="3955"/>
                  </a:cubicBezTo>
                  <a:cubicBezTo>
                    <a:pt x="47" y="4008"/>
                    <a:pt x="1" y="4027"/>
                    <a:pt x="1" y="4067"/>
                  </a:cubicBezTo>
                  <a:cubicBezTo>
                    <a:pt x="1" y="4106"/>
                    <a:pt x="27" y="4212"/>
                    <a:pt x="27" y="4238"/>
                  </a:cubicBezTo>
                  <a:cubicBezTo>
                    <a:pt x="27" y="4258"/>
                    <a:pt x="40" y="4363"/>
                    <a:pt x="40" y="4363"/>
                  </a:cubicBezTo>
                  <a:cubicBezTo>
                    <a:pt x="40" y="4356"/>
                    <a:pt x="40" y="4356"/>
                    <a:pt x="47" y="4356"/>
                  </a:cubicBezTo>
                  <a:cubicBezTo>
                    <a:pt x="47" y="4356"/>
                    <a:pt x="53" y="4350"/>
                    <a:pt x="53" y="4350"/>
                  </a:cubicBezTo>
                  <a:cubicBezTo>
                    <a:pt x="60" y="4343"/>
                    <a:pt x="60" y="4343"/>
                    <a:pt x="67" y="4337"/>
                  </a:cubicBezTo>
                  <a:cubicBezTo>
                    <a:pt x="73" y="4337"/>
                    <a:pt x="73" y="4330"/>
                    <a:pt x="80" y="4330"/>
                  </a:cubicBezTo>
                  <a:cubicBezTo>
                    <a:pt x="86" y="4324"/>
                    <a:pt x="99" y="4317"/>
                    <a:pt x="113" y="4304"/>
                  </a:cubicBezTo>
                  <a:cubicBezTo>
                    <a:pt x="113" y="4304"/>
                    <a:pt x="119" y="4297"/>
                    <a:pt x="126" y="4297"/>
                  </a:cubicBezTo>
                  <a:cubicBezTo>
                    <a:pt x="126" y="4291"/>
                    <a:pt x="126" y="4291"/>
                    <a:pt x="126" y="4291"/>
                  </a:cubicBezTo>
                  <a:cubicBezTo>
                    <a:pt x="139" y="4284"/>
                    <a:pt x="146" y="4277"/>
                    <a:pt x="152" y="4277"/>
                  </a:cubicBezTo>
                  <a:cubicBezTo>
                    <a:pt x="159" y="4264"/>
                    <a:pt x="172" y="4258"/>
                    <a:pt x="185" y="4245"/>
                  </a:cubicBezTo>
                  <a:cubicBezTo>
                    <a:pt x="192" y="4238"/>
                    <a:pt x="205" y="4231"/>
                    <a:pt x="211" y="4225"/>
                  </a:cubicBezTo>
                  <a:cubicBezTo>
                    <a:pt x="225" y="4218"/>
                    <a:pt x="231" y="4212"/>
                    <a:pt x="244" y="4205"/>
                  </a:cubicBezTo>
                  <a:cubicBezTo>
                    <a:pt x="244" y="4198"/>
                    <a:pt x="251" y="4198"/>
                    <a:pt x="251" y="4198"/>
                  </a:cubicBezTo>
                  <a:cubicBezTo>
                    <a:pt x="271" y="4185"/>
                    <a:pt x="277" y="4179"/>
                    <a:pt x="290" y="4172"/>
                  </a:cubicBezTo>
                  <a:cubicBezTo>
                    <a:pt x="330" y="4152"/>
                    <a:pt x="369" y="4113"/>
                    <a:pt x="389" y="4113"/>
                  </a:cubicBezTo>
                  <a:cubicBezTo>
                    <a:pt x="409" y="4113"/>
                    <a:pt x="508" y="4126"/>
                    <a:pt x="527" y="4152"/>
                  </a:cubicBezTo>
                  <a:cubicBezTo>
                    <a:pt x="540" y="4179"/>
                    <a:pt x="652" y="4238"/>
                    <a:pt x="698" y="4238"/>
                  </a:cubicBezTo>
                  <a:cubicBezTo>
                    <a:pt x="729" y="4238"/>
                    <a:pt x="780" y="4241"/>
                    <a:pt x="821" y="4241"/>
                  </a:cubicBezTo>
                  <a:cubicBezTo>
                    <a:pt x="841" y="4241"/>
                    <a:pt x="859" y="4240"/>
                    <a:pt x="869" y="4238"/>
                  </a:cubicBezTo>
                  <a:cubicBezTo>
                    <a:pt x="909" y="4231"/>
                    <a:pt x="1021" y="4192"/>
                    <a:pt x="1074" y="4192"/>
                  </a:cubicBezTo>
                  <a:cubicBezTo>
                    <a:pt x="1120" y="4192"/>
                    <a:pt x="1238" y="4212"/>
                    <a:pt x="1238" y="4212"/>
                  </a:cubicBezTo>
                  <a:cubicBezTo>
                    <a:pt x="1238" y="4212"/>
                    <a:pt x="1240" y="4210"/>
                    <a:pt x="1243" y="4210"/>
                  </a:cubicBezTo>
                  <a:cubicBezTo>
                    <a:pt x="1250" y="4210"/>
                    <a:pt x="1260" y="4216"/>
                    <a:pt x="1264" y="4251"/>
                  </a:cubicBezTo>
                  <a:cubicBezTo>
                    <a:pt x="1271" y="4304"/>
                    <a:pt x="1278" y="4356"/>
                    <a:pt x="1284" y="4396"/>
                  </a:cubicBezTo>
                  <a:cubicBezTo>
                    <a:pt x="1284" y="4427"/>
                    <a:pt x="1296" y="4495"/>
                    <a:pt x="1315" y="4495"/>
                  </a:cubicBezTo>
                  <a:cubicBezTo>
                    <a:pt x="1315" y="4495"/>
                    <a:pt x="1316" y="4495"/>
                    <a:pt x="1317" y="4495"/>
                  </a:cubicBezTo>
                  <a:cubicBezTo>
                    <a:pt x="1330" y="4488"/>
                    <a:pt x="1416" y="4435"/>
                    <a:pt x="1416" y="4435"/>
                  </a:cubicBezTo>
                  <a:cubicBezTo>
                    <a:pt x="1416" y="4435"/>
                    <a:pt x="1451" y="4408"/>
                    <a:pt x="1472" y="4408"/>
                  </a:cubicBezTo>
                  <a:cubicBezTo>
                    <a:pt x="1480" y="4408"/>
                    <a:pt x="1486" y="4411"/>
                    <a:pt x="1488" y="4422"/>
                  </a:cubicBezTo>
                  <a:cubicBezTo>
                    <a:pt x="1488" y="4459"/>
                    <a:pt x="1499" y="4529"/>
                    <a:pt x="1511" y="4529"/>
                  </a:cubicBezTo>
                  <a:cubicBezTo>
                    <a:pt x="1512" y="4529"/>
                    <a:pt x="1513" y="4529"/>
                    <a:pt x="1514" y="4528"/>
                  </a:cubicBezTo>
                  <a:cubicBezTo>
                    <a:pt x="1528" y="4514"/>
                    <a:pt x="1587" y="4455"/>
                    <a:pt x="1587" y="4455"/>
                  </a:cubicBezTo>
                  <a:lnTo>
                    <a:pt x="1626" y="4396"/>
                  </a:lnTo>
                  <a:lnTo>
                    <a:pt x="1659" y="4383"/>
                  </a:lnTo>
                  <a:cubicBezTo>
                    <a:pt x="1659" y="4383"/>
                    <a:pt x="1694" y="4402"/>
                    <a:pt x="1737" y="4402"/>
                  </a:cubicBezTo>
                  <a:cubicBezTo>
                    <a:pt x="1750" y="4402"/>
                    <a:pt x="1764" y="4400"/>
                    <a:pt x="1778" y="4396"/>
                  </a:cubicBezTo>
                  <a:cubicBezTo>
                    <a:pt x="1844" y="4383"/>
                    <a:pt x="2008" y="4383"/>
                    <a:pt x="2015" y="4376"/>
                  </a:cubicBezTo>
                  <a:cubicBezTo>
                    <a:pt x="2028" y="4376"/>
                    <a:pt x="2048" y="4343"/>
                    <a:pt x="2067" y="4343"/>
                  </a:cubicBezTo>
                  <a:cubicBezTo>
                    <a:pt x="2094" y="4343"/>
                    <a:pt x="2173" y="4356"/>
                    <a:pt x="2186" y="4363"/>
                  </a:cubicBezTo>
                  <a:cubicBezTo>
                    <a:pt x="2192" y="4367"/>
                    <a:pt x="2200" y="4368"/>
                    <a:pt x="2209" y="4368"/>
                  </a:cubicBezTo>
                  <a:cubicBezTo>
                    <a:pt x="2230" y="4368"/>
                    <a:pt x="2257" y="4359"/>
                    <a:pt x="2271" y="4350"/>
                  </a:cubicBezTo>
                  <a:cubicBezTo>
                    <a:pt x="2284" y="4343"/>
                    <a:pt x="2278" y="4330"/>
                    <a:pt x="2344" y="4297"/>
                  </a:cubicBezTo>
                  <a:cubicBezTo>
                    <a:pt x="2403" y="4264"/>
                    <a:pt x="2482" y="4251"/>
                    <a:pt x="2489" y="4251"/>
                  </a:cubicBezTo>
                  <a:cubicBezTo>
                    <a:pt x="2495" y="4251"/>
                    <a:pt x="2554" y="4291"/>
                    <a:pt x="2554" y="4291"/>
                  </a:cubicBezTo>
                  <a:cubicBezTo>
                    <a:pt x="2554" y="4291"/>
                    <a:pt x="2567" y="4286"/>
                    <a:pt x="2588" y="4286"/>
                  </a:cubicBezTo>
                  <a:cubicBezTo>
                    <a:pt x="2604" y="4286"/>
                    <a:pt x="2624" y="4289"/>
                    <a:pt x="2646" y="4297"/>
                  </a:cubicBezTo>
                  <a:cubicBezTo>
                    <a:pt x="2693" y="4317"/>
                    <a:pt x="2765" y="4429"/>
                    <a:pt x="2772" y="4449"/>
                  </a:cubicBezTo>
                  <a:cubicBezTo>
                    <a:pt x="2772" y="4468"/>
                    <a:pt x="2699" y="4560"/>
                    <a:pt x="2693" y="4587"/>
                  </a:cubicBezTo>
                  <a:cubicBezTo>
                    <a:pt x="2686" y="4607"/>
                    <a:pt x="2765" y="4653"/>
                    <a:pt x="2785" y="4666"/>
                  </a:cubicBezTo>
                  <a:cubicBezTo>
                    <a:pt x="2804" y="4679"/>
                    <a:pt x="2844" y="4712"/>
                    <a:pt x="2831" y="4764"/>
                  </a:cubicBezTo>
                  <a:cubicBezTo>
                    <a:pt x="2811" y="4824"/>
                    <a:pt x="2824" y="4817"/>
                    <a:pt x="2798" y="4870"/>
                  </a:cubicBezTo>
                  <a:cubicBezTo>
                    <a:pt x="2765" y="4916"/>
                    <a:pt x="2818" y="5094"/>
                    <a:pt x="2844" y="5140"/>
                  </a:cubicBezTo>
                  <a:cubicBezTo>
                    <a:pt x="2864" y="5179"/>
                    <a:pt x="2897" y="5291"/>
                    <a:pt x="2910" y="5298"/>
                  </a:cubicBezTo>
                  <a:cubicBezTo>
                    <a:pt x="2914" y="5300"/>
                    <a:pt x="2921" y="5300"/>
                    <a:pt x="2930" y="5300"/>
                  </a:cubicBezTo>
                  <a:cubicBezTo>
                    <a:pt x="2948" y="5300"/>
                    <a:pt x="2971" y="5298"/>
                    <a:pt x="2989" y="5298"/>
                  </a:cubicBezTo>
                  <a:cubicBezTo>
                    <a:pt x="2992" y="5298"/>
                    <a:pt x="2994" y="5299"/>
                    <a:pt x="2995" y="5299"/>
                  </a:cubicBezTo>
                  <a:cubicBezTo>
                    <a:pt x="3007" y="5299"/>
                    <a:pt x="2984" y="5278"/>
                    <a:pt x="3101" y="5278"/>
                  </a:cubicBezTo>
                  <a:cubicBezTo>
                    <a:pt x="3232" y="5278"/>
                    <a:pt x="3291" y="5344"/>
                    <a:pt x="3291" y="5363"/>
                  </a:cubicBezTo>
                  <a:cubicBezTo>
                    <a:pt x="3291" y="5383"/>
                    <a:pt x="3272" y="5462"/>
                    <a:pt x="3245" y="5488"/>
                  </a:cubicBezTo>
                  <a:cubicBezTo>
                    <a:pt x="3212" y="5515"/>
                    <a:pt x="3153" y="5567"/>
                    <a:pt x="3147" y="5594"/>
                  </a:cubicBezTo>
                  <a:cubicBezTo>
                    <a:pt x="3140" y="5620"/>
                    <a:pt x="3147" y="5692"/>
                    <a:pt x="3153" y="5712"/>
                  </a:cubicBezTo>
                  <a:cubicBezTo>
                    <a:pt x="3160" y="5732"/>
                    <a:pt x="3166" y="5824"/>
                    <a:pt x="3160" y="5844"/>
                  </a:cubicBezTo>
                  <a:cubicBezTo>
                    <a:pt x="3147" y="5864"/>
                    <a:pt x="3140" y="5844"/>
                    <a:pt x="3153" y="5923"/>
                  </a:cubicBezTo>
                  <a:cubicBezTo>
                    <a:pt x="3166" y="5995"/>
                    <a:pt x="3212" y="6068"/>
                    <a:pt x="3226" y="6081"/>
                  </a:cubicBezTo>
                  <a:cubicBezTo>
                    <a:pt x="3245" y="6087"/>
                    <a:pt x="3311" y="6114"/>
                    <a:pt x="3318" y="6166"/>
                  </a:cubicBezTo>
                  <a:cubicBezTo>
                    <a:pt x="3324" y="6212"/>
                    <a:pt x="3344" y="6324"/>
                    <a:pt x="3384" y="6351"/>
                  </a:cubicBezTo>
                  <a:cubicBezTo>
                    <a:pt x="3416" y="6383"/>
                    <a:pt x="3456" y="6390"/>
                    <a:pt x="3482" y="6390"/>
                  </a:cubicBezTo>
                  <a:cubicBezTo>
                    <a:pt x="3505" y="6396"/>
                    <a:pt x="3700" y="6432"/>
                    <a:pt x="3757" y="6432"/>
                  </a:cubicBezTo>
                  <a:cubicBezTo>
                    <a:pt x="3765" y="6432"/>
                    <a:pt x="3770" y="6431"/>
                    <a:pt x="3772" y="6430"/>
                  </a:cubicBezTo>
                  <a:cubicBezTo>
                    <a:pt x="3778" y="6410"/>
                    <a:pt x="3792" y="6410"/>
                    <a:pt x="3811" y="6344"/>
                  </a:cubicBezTo>
                  <a:cubicBezTo>
                    <a:pt x="3838" y="6278"/>
                    <a:pt x="3851" y="6239"/>
                    <a:pt x="3890" y="6226"/>
                  </a:cubicBezTo>
                  <a:cubicBezTo>
                    <a:pt x="3925" y="6211"/>
                    <a:pt x="3922" y="6203"/>
                    <a:pt x="3955" y="6203"/>
                  </a:cubicBezTo>
                  <a:cubicBezTo>
                    <a:pt x="3966" y="6203"/>
                    <a:pt x="3981" y="6204"/>
                    <a:pt x="4002" y="6206"/>
                  </a:cubicBezTo>
                  <a:cubicBezTo>
                    <a:pt x="4081" y="6212"/>
                    <a:pt x="4114" y="6212"/>
                    <a:pt x="4154" y="6212"/>
                  </a:cubicBezTo>
                  <a:cubicBezTo>
                    <a:pt x="4187" y="6206"/>
                    <a:pt x="4246" y="6206"/>
                    <a:pt x="4279" y="6173"/>
                  </a:cubicBezTo>
                  <a:cubicBezTo>
                    <a:pt x="4312" y="6140"/>
                    <a:pt x="4391" y="6081"/>
                    <a:pt x="4391" y="6081"/>
                  </a:cubicBezTo>
                  <a:lnTo>
                    <a:pt x="4489" y="6054"/>
                  </a:lnTo>
                  <a:lnTo>
                    <a:pt x="4575" y="5975"/>
                  </a:lnTo>
                  <a:cubicBezTo>
                    <a:pt x="4575" y="5975"/>
                    <a:pt x="4831" y="5910"/>
                    <a:pt x="4917" y="5890"/>
                  </a:cubicBezTo>
                  <a:cubicBezTo>
                    <a:pt x="4937" y="5890"/>
                    <a:pt x="4957" y="5883"/>
                    <a:pt x="4983" y="5870"/>
                  </a:cubicBezTo>
                  <a:cubicBezTo>
                    <a:pt x="4989" y="5870"/>
                    <a:pt x="4996" y="5870"/>
                    <a:pt x="5003" y="5864"/>
                  </a:cubicBezTo>
                  <a:cubicBezTo>
                    <a:pt x="5029" y="5857"/>
                    <a:pt x="5055" y="5850"/>
                    <a:pt x="5082" y="5837"/>
                  </a:cubicBezTo>
                  <a:cubicBezTo>
                    <a:pt x="5108" y="5831"/>
                    <a:pt x="5134" y="5817"/>
                    <a:pt x="5154" y="5811"/>
                  </a:cubicBezTo>
                  <a:cubicBezTo>
                    <a:pt x="5161" y="5811"/>
                    <a:pt x="5167" y="5804"/>
                    <a:pt x="5174" y="5804"/>
                  </a:cubicBezTo>
                  <a:cubicBezTo>
                    <a:pt x="5220" y="5791"/>
                    <a:pt x="5266" y="5771"/>
                    <a:pt x="5299" y="5765"/>
                  </a:cubicBezTo>
                  <a:cubicBezTo>
                    <a:pt x="5299" y="5758"/>
                    <a:pt x="5305" y="5758"/>
                    <a:pt x="5305" y="5758"/>
                  </a:cubicBezTo>
                  <a:cubicBezTo>
                    <a:pt x="5312" y="5758"/>
                    <a:pt x="5319" y="5758"/>
                    <a:pt x="5325" y="5752"/>
                  </a:cubicBezTo>
                  <a:cubicBezTo>
                    <a:pt x="5336" y="5750"/>
                    <a:pt x="5348" y="5749"/>
                    <a:pt x="5360" y="5749"/>
                  </a:cubicBezTo>
                  <a:cubicBezTo>
                    <a:pt x="5426" y="5749"/>
                    <a:pt x="5512" y="5774"/>
                    <a:pt x="5562" y="5785"/>
                  </a:cubicBezTo>
                  <a:cubicBezTo>
                    <a:pt x="5615" y="5791"/>
                    <a:pt x="5700" y="5824"/>
                    <a:pt x="5733" y="5831"/>
                  </a:cubicBezTo>
                  <a:cubicBezTo>
                    <a:pt x="5759" y="5831"/>
                    <a:pt x="5799" y="5785"/>
                    <a:pt x="5838" y="5719"/>
                  </a:cubicBezTo>
                  <a:cubicBezTo>
                    <a:pt x="5871" y="5660"/>
                    <a:pt x="6181" y="5600"/>
                    <a:pt x="6181" y="5600"/>
                  </a:cubicBezTo>
                  <a:cubicBezTo>
                    <a:pt x="6181" y="5600"/>
                    <a:pt x="6246" y="5587"/>
                    <a:pt x="6266" y="5574"/>
                  </a:cubicBezTo>
                  <a:cubicBezTo>
                    <a:pt x="6293" y="5561"/>
                    <a:pt x="6299" y="5528"/>
                    <a:pt x="6279" y="5469"/>
                  </a:cubicBezTo>
                  <a:cubicBezTo>
                    <a:pt x="6253" y="5403"/>
                    <a:pt x="6293" y="5357"/>
                    <a:pt x="6312" y="5311"/>
                  </a:cubicBezTo>
                  <a:cubicBezTo>
                    <a:pt x="6332" y="5265"/>
                    <a:pt x="6352" y="5199"/>
                    <a:pt x="6365" y="5159"/>
                  </a:cubicBezTo>
                  <a:cubicBezTo>
                    <a:pt x="6385" y="5113"/>
                    <a:pt x="6385" y="5107"/>
                    <a:pt x="6437" y="5008"/>
                  </a:cubicBezTo>
                  <a:cubicBezTo>
                    <a:pt x="6497" y="4916"/>
                    <a:pt x="6529" y="4936"/>
                    <a:pt x="6556" y="4857"/>
                  </a:cubicBezTo>
                  <a:cubicBezTo>
                    <a:pt x="6562" y="4824"/>
                    <a:pt x="6608" y="4791"/>
                    <a:pt x="6655" y="4764"/>
                  </a:cubicBezTo>
                  <a:cubicBezTo>
                    <a:pt x="6655" y="4764"/>
                    <a:pt x="6655" y="4758"/>
                    <a:pt x="6648" y="4758"/>
                  </a:cubicBezTo>
                  <a:cubicBezTo>
                    <a:pt x="6641" y="4718"/>
                    <a:pt x="6608" y="4587"/>
                    <a:pt x="6608" y="4547"/>
                  </a:cubicBezTo>
                  <a:cubicBezTo>
                    <a:pt x="6608" y="4501"/>
                    <a:pt x="6701" y="4488"/>
                    <a:pt x="6773" y="4462"/>
                  </a:cubicBezTo>
                  <a:cubicBezTo>
                    <a:pt x="6845" y="4429"/>
                    <a:pt x="6878" y="4455"/>
                    <a:pt x="6918" y="4402"/>
                  </a:cubicBezTo>
                  <a:cubicBezTo>
                    <a:pt x="6964" y="4356"/>
                    <a:pt x="7036" y="4291"/>
                    <a:pt x="7063" y="4271"/>
                  </a:cubicBezTo>
                  <a:cubicBezTo>
                    <a:pt x="7089" y="4251"/>
                    <a:pt x="7076" y="4133"/>
                    <a:pt x="7109" y="4080"/>
                  </a:cubicBezTo>
                  <a:cubicBezTo>
                    <a:pt x="7142" y="4034"/>
                    <a:pt x="7201" y="3929"/>
                    <a:pt x="7273" y="3810"/>
                  </a:cubicBezTo>
                  <a:cubicBezTo>
                    <a:pt x="7346" y="3698"/>
                    <a:pt x="7273" y="3659"/>
                    <a:pt x="7267" y="3613"/>
                  </a:cubicBezTo>
                  <a:cubicBezTo>
                    <a:pt x="7260" y="3567"/>
                    <a:pt x="7128" y="3488"/>
                    <a:pt x="7069" y="3461"/>
                  </a:cubicBezTo>
                  <a:cubicBezTo>
                    <a:pt x="7016" y="3428"/>
                    <a:pt x="7181" y="3448"/>
                    <a:pt x="7227" y="3396"/>
                  </a:cubicBezTo>
                  <a:cubicBezTo>
                    <a:pt x="7280" y="3336"/>
                    <a:pt x="7227" y="3317"/>
                    <a:pt x="7221" y="3271"/>
                  </a:cubicBezTo>
                  <a:cubicBezTo>
                    <a:pt x="7214" y="3224"/>
                    <a:pt x="7188" y="3192"/>
                    <a:pt x="7148" y="3172"/>
                  </a:cubicBezTo>
                  <a:cubicBezTo>
                    <a:pt x="7115" y="3152"/>
                    <a:pt x="7115" y="3066"/>
                    <a:pt x="7115" y="3007"/>
                  </a:cubicBezTo>
                  <a:cubicBezTo>
                    <a:pt x="7115" y="2955"/>
                    <a:pt x="7227" y="2935"/>
                    <a:pt x="7273" y="2915"/>
                  </a:cubicBezTo>
                  <a:cubicBezTo>
                    <a:pt x="7293" y="2910"/>
                    <a:pt x="7305" y="2908"/>
                    <a:pt x="7317" y="2908"/>
                  </a:cubicBezTo>
                  <a:cubicBezTo>
                    <a:pt x="7334" y="2908"/>
                    <a:pt x="7351" y="2911"/>
                    <a:pt x="7385" y="2915"/>
                  </a:cubicBezTo>
                  <a:cubicBezTo>
                    <a:pt x="7394" y="2916"/>
                    <a:pt x="7401" y="2917"/>
                    <a:pt x="7406" y="2917"/>
                  </a:cubicBezTo>
                  <a:cubicBezTo>
                    <a:pt x="7430" y="2917"/>
                    <a:pt x="7413" y="2904"/>
                    <a:pt x="7418" y="2882"/>
                  </a:cubicBezTo>
                  <a:cubicBezTo>
                    <a:pt x="7425" y="2856"/>
                    <a:pt x="7530" y="2757"/>
                    <a:pt x="7530" y="2757"/>
                  </a:cubicBezTo>
                  <a:lnTo>
                    <a:pt x="7787" y="2790"/>
                  </a:lnTo>
                  <a:cubicBezTo>
                    <a:pt x="7773" y="2764"/>
                    <a:pt x="7793" y="2711"/>
                    <a:pt x="7793" y="2685"/>
                  </a:cubicBezTo>
                  <a:cubicBezTo>
                    <a:pt x="7793" y="2665"/>
                    <a:pt x="7681" y="2514"/>
                    <a:pt x="7648" y="2468"/>
                  </a:cubicBezTo>
                  <a:cubicBezTo>
                    <a:pt x="7609" y="2428"/>
                    <a:pt x="7576" y="2395"/>
                    <a:pt x="7543" y="2356"/>
                  </a:cubicBezTo>
                  <a:cubicBezTo>
                    <a:pt x="7510" y="2316"/>
                    <a:pt x="7517" y="2277"/>
                    <a:pt x="7517" y="2224"/>
                  </a:cubicBezTo>
                  <a:cubicBezTo>
                    <a:pt x="7517" y="2178"/>
                    <a:pt x="7517" y="2125"/>
                    <a:pt x="7530" y="2099"/>
                  </a:cubicBezTo>
                  <a:cubicBezTo>
                    <a:pt x="7536" y="2066"/>
                    <a:pt x="7582" y="2033"/>
                    <a:pt x="7648" y="2020"/>
                  </a:cubicBezTo>
                  <a:cubicBezTo>
                    <a:pt x="7708" y="2000"/>
                    <a:pt x="7721" y="1981"/>
                    <a:pt x="7747" y="1921"/>
                  </a:cubicBezTo>
                  <a:cubicBezTo>
                    <a:pt x="7767" y="1862"/>
                    <a:pt x="7661" y="1842"/>
                    <a:pt x="7681" y="1803"/>
                  </a:cubicBezTo>
                  <a:cubicBezTo>
                    <a:pt x="7701" y="1770"/>
                    <a:pt x="7767" y="1678"/>
                    <a:pt x="7800" y="1645"/>
                  </a:cubicBezTo>
                  <a:cubicBezTo>
                    <a:pt x="7833" y="1612"/>
                    <a:pt x="7977" y="1566"/>
                    <a:pt x="8004" y="1546"/>
                  </a:cubicBezTo>
                  <a:cubicBezTo>
                    <a:pt x="8030" y="1520"/>
                    <a:pt x="8037" y="1454"/>
                    <a:pt x="7997" y="1382"/>
                  </a:cubicBezTo>
                  <a:cubicBezTo>
                    <a:pt x="7964" y="1309"/>
                    <a:pt x="7912" y="1290"/>
                    <a:pt x="7859" y="1250"/>
                  </a:cubicBezTo>
                  <a:cubicBezTo>
                    <a:pt x="7813" y="1217"/>
                    <a:pt x="7714" y="1217"/>
                    <a:pt x="7681" y="1217"/>
                  </a:cubicBezTo>
                  <a:cubicBezTo>
                    <a:pt x="7642" y="1217"/>
                    <a:pt x="7569" y="1178"/>
                    <a:pt x="7563" y="1145"/>
                  </a:cubicBezTo>
                  <a:cubicBezTo>
                    <a:pt x="7563" y="1112"/>
                    <a:pt x="7530" y="1118"/>
                    <a:pt x="7438" y="1085"/>
                  </a:cubicBezTo>
                  <a:cubicBezTo>
                    <a:pt x="7388" y="1066"/>
                    <a:pt x="7364" y="1061"/>
                    <a:pt x="7342" y="1061"/>
                  </a:cubicBezTo>
                  <a:cubicBezTo>
                    <a:pt x="7321" y="1061"/>
                    <a:pt x="7303" y="1066"/>
                    <a:pt x="7267" y="1066"/>
                  </a:cubicBezTo>
                  <a:cubicBezTo>
                    <a:pt x="7260" y="1065"/>
                    <a:pt x="7254" y="1065"/>
                    <a:pt x="7249" y="1065"/>
                  </a:cubicBezTo>
                  <a:cubicBezTo>
                    <a:pt x="7197" y="1065"/>
                    <a:pt x="7213" y="1094"/>
                    <a:pt x="7201" y="1112"/>
                  </a:cubicBezTo>
                  <a:cubicBezTo>
                    <a:pt x="7194" y="1132"/>
                    <a:pt x="7128" y="1145"/>
                    <a:pt x="7128" y="1145"/>
                  </a:cubicBezTo>
                  <a:cubicBezTo>
                    <a:pt x="7128" y="1145"/>
                    <a:pt x="6997" y="1125"/>
                    <a:pt x="6984" y="1105"/>
                  </a:cubicBezTo>
                  <a:cubicBezTo>
                    <a:pt x="6970" y="1085"/>
                    <a:pt x="6964" y="993"/>
                    <a:pt x="6964" y="993"/>
                  </a:cubicBezTo>
                  <a:lnTo>
                    <a:pt x="6799" y="697"/>
                  </a:lnTo>
                  <a:cubicBezTo>
                    <a:pt x="6799" y="697"/>
                    <a:pt x="6727" y="651"/>
                    <a:pt x="6701" y="645"/>
                  </a:cubicBezTo>
                  <a:cubicBezTo>
                    <a:pt x="6697" y="643"/>
                    <a:pt x="6694" y="643"/>
                    <a:pt x="6690" y="643"/>
                  </a:cubicBezTo>
                  <a:cubicBezTo>
                    <a:pt x="6672" y="643"/>
                    <a:pt x="6650" y="656"/>
                    <a:pt x="6628" y="677"/>
                  </a:cubicBezTo>
                  <a:cubicBezTo>
                    <a:pt x="6608" y="697"/>
                    <a:pt x="6424" y="717"/>
                    <a:pt x="6424" y="717"/>
                  </a:cubicBezTo>
                  <a:cubicBezTo>
                    <a:pt x="6424" y="717"/>
                    <a:pt x="6339" y="697"/>
                    <a:pt x="6293" y="671"/>
                  </a:cubicBezTo>
                  <a:cubicBezTo>
                    <a:pt x="6246" y="645"/>
                    <a:pt x="6181" y="598"/>
                    <a:pt x="6056" y="539"/>
                  </a:cubicBezTo>
                  <a:cubicBezTo>
                    <a:pt x="5931" y="473"/>
                    <a:pt x="5924" y="447"/>
                    <a:pt x="5898" y="421"/>
                  </a:cubicBezTo>
                  <a:cubicBezTo>
                    <a:pt x="5871" y="394"/>
                    <a:pt x="5806" y="329"/>
                    <a:pt x="5680" y="296"/>
                  </a:cubicBezTo>
                  <a:cubicBezTo>
                    <a:pt x="5655" y="289"/>
                    <a:pt x="5635" y="287"/>
                    <a:pt x="5619" y="287"/>
                  </a:cubicBezTo>
                  <a:cubicBezTo>
                    <a:pt x="5552" y="287"/>
                    <a:pt x="5553" y="332"/>
                    <a:pt x="5516" y="348"/>
                  </a:cubicBezTo>
                  <a:cubicBezTo>
                    <a:pt x="5470" y="375"/>
                    <a:pt x="5450" y="447"/>
                    <a:pt x="5424" y="467"/>
                  </a:cubicBezTo>
                  <a:cubicBezTo>
                    <a:pt x="5414" y="475"/>
                    <a:pt x="5401" y="478"/>
                    <a:pt x="5388" y="478"/>
                  </a:cubicBezTo>
                  <a:cubicBezTo>
                    <a:pt x="5358" y="478"/>
                    <a:pt x="5322" y="463"/>
                    <a:pt x="5286" y="454"/>
                  </a:cubicBezTo>
                  <a:cubicBezTo>
                    <a:pt x="5233" y="447"/>
                    <a:pt x="5200" y="394"/>
                    <a:pt x="5174" y="335"/>
                  </a:cubicBezTo>
                  <a:cubicBezTo>
                    <a:pt x="5147" y="283"/>
                    <a:pt x="5193" y="230"/>
                    <a:pt x="5220" y="190"/>
                  </a:cubicBezTo>
                  <a:cubicBezTo>
                    <a:pt x="5246" y="144"/>
                    <a:pt x="5246" y="105"/>
                    <a:pt x="5246" y="105"/>
                  </a:cubicBezTo>
                  <a:cubicBezTo>
                    <a:pt x="5246" y="105"/>
                    <a:pt x="5174" y="26"/>
                    <a:pt x="5141" y="6"/>
                  </a:cubicBezTo>
                  <a:cubicBezTo>
                    <a:pt x="5133" y="2"/>
                    <a:pt x="5109" y="1"/>
                    <a:pt x="5076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50F32"/>
                </a:solidFill>
              </a:endParaRPr>
            </a:p>
          </p:txBody>
        </p:sp>
        <p:sp>
          <p:nvSpPr>
            <p:cNvPr id="62" name="Google Shape;1568;p19">
              <a:extLst>
                <a:ext uri="{FF2B5EF4-FFF2-40B4-BE49-F238E27FC236}">
                  <a16:creationId xmlns:a16="http://schemas.microsoft.com/office/drawing/2014/main" id="{ACBB016B-ABD9-0EDA-1ACC-DE1D67E9ABB4}"/>
                </a:ext>
              </a:extLst>
            </p:cNvPr>
            <p:cNvSpPr/>
            <p:nvPr/>
          </p:nvSpPr>
          <p:spPr>
            <a:xfrm>
              <a:off x="7172629" y="3304870"/>
              <a:ext cx="704078" cy="448357"/>
            </a:xfrm>
            <a:custGeom>
              <a:avLst/>
              <a:gdLst/>
              <a:ahLst/>
              <a:cxnLst/>
              <a:rect l="l" t="t" r="r" b="b"/>
              <a:pathLst>
                <a:path w="6451" h="4108" extrusionOk="0">
                  <a:moveTo>
                    <a:pt x="1843" y="0"/>
                  </a:moveTo>
                  <a:cubicBezTo>
                    <a:pt x="1830" y="0"/>
                    <a:pt x="1784" y="46"/>
                    <a:pt x="1744" y="66"/>
                  </a:cubicBezTo>
                  <a:cubicBezTo>
                    <a:pt x="1738" y="73"/>
                    <a:pt x="1725" y="79"/>
                    <a:pt x="1705" y="92"/>
                  </a:cubicBezTo>
                  <a:cubicBezTo>
                    <a:pt x="1705" y="92"/>
                    <a:pt x="1698" y="92"/>
                    <a:pt x="1698" y="99"/>
                  </a:cubicBezTo>
                  <a:cubicBezTo>
                    <a:pt x="1685" y="106"/>
                    <a:pt x="1679" y="112"/>
                    <a:pt x="1665" y="119"/>
                  </a:cubicBezTo>
                  <a:cubicBezTo>
                    <a:pt x="1659" y="125"/>
                    <a:pt x="1652" y="132"/>
                    <a:pt x="1639" y="139"/>
                  </a:cubicBezTo>
                  <a:cubicBezTo>
                    <a:pt x="1626" y="145"/>
                    <a:pt x="1619" y="158"/>
                    <a:pt x="1606" y="165"/>
                  </a:cubicBezTo>
                  <a:cubicBezTo>
                    <a:pt x="1600" y="171"/>
                    <a:pt x="1593" y="178"/>
                    <a:pt x="1586" y="185"/>
                  </a:cubicBezTo>
                  <a:lnTo>
                    <a:pt x="1580" y="185"/>
                  </a:lnTo>
                  <a:cubicBezTo>
                    <a:pt x="1573" y="191"/>
                    <a:pt x="1567" y="198"/>
                    <a:pt x="1567" y="198"/>
                  </a:cubicBezTo>
                  <a:cubicBezTo>
                    <a:pt x="1553" y="204"/>
                    <a:pt x="1547" y="218"/>
                    <a:pt x="1534" y="224"/>
                  </a:cubicBezTo>
                  <a:cubicBezTo>
                    <a:pt x="1534" y="224"/>
                    <a:pt x="1527" y="231"/>
                    <a:pt x="1521" y="231"/>
                  </a:cubicBezTo>
                  <a:cubicBezTo>
                    <a:pt x="1514" y="237"/>
                    <a:pt x="1514" y="237"/>
                    <a:pt x="1507" y="244"/>
                  </a:cubicBezTo>
                  <a:cubicBezTo>
                    <a:pt x="1507" y="244"/>
                    <a:pt x="1501" y="244"/>
                    <a:pt x="1501" y="250"/>
                  </a:cubicBezTo>
                  <a:lnTo>
                    <a:pt x="1494" y="250"/>
                  </a:lnTo>
                  <a:cubicBezTo>
                    <a:pt x="1494" y="250"/>
                    <a:pt x="1428" y="408"/>
                    <a:pt x="1409" y="408"/>
                  </a:cubicBezTo>
                  <a:cubicBezTo>
                    <a:pt x="1389" y="408"/>
                    <a:pt x="1211" y="415"/>
                    <a:pt x="1152" y="494"/>
                  </a:cubicBezTo>
                  <a:cubicBezTo>
                    <a:pt x="1093" y="573"/>
                    <a:pt x="1113" y="705"/>
                    <a:pt x="1113" y="770"/>
                  </a:cubicBezTo>
                  <a:cubicBezTo>
                    <a:pt x="1113" y="836"/>
                    <a:pt x="1159" y="889"/>
                    <a:pt x="1106" y="922"/>
                  </a:cubicBezTo>
                  <a:cubicBezTo>
                    <a:pt x="1100" y="925"/>
                    <a:pt x="1095" y="926"/>
                    <a:pt x="1091" y="926"/>
                  </a:cubicBezTo>
                  <a:cubicBezTo>
                    <a:pt x="1072" y="926"/>
                    <a:pt x="1059" y="905"/>
                    <a:pt x="1036" y="905"/>
                  </a:cubicBezTo>
                  <a:cubicBezTo>
                    <a:pt x="1018" y="905"/>
                    <a:pt x="993" y="919"/>
                    <a:pt x="955" y="968"/>
                  </a:cubicBezTo>
                  <a:cubicBezTo>
                    <a:pt x="856" y="1099"/>
                    <a:pt x="816" y="1132"/>
                    <a:pt x="836" y="1165"/>
                  </a:cubicBezTo>
                  <a:cubicBezTo>
                    <a:pt x="856" y="1198"/>
                    <a:pt x="862" y="1323"/>
                    <a:pt x="862" y="1323"/>
                  </a:cubicBezTo>
                  <a:cubicBezTo>
                    <a:pt x="862" y="1323"/>
                    <a:pt x="777" y="1356"/>
                    <a:pt x="744" y="1376"/>
                  </a:cubicBezTo>
                  <a:cubicBezTo>
                    <a:pt x="711" y="1402"/>
                    <a:pt x="704" y="1468"/>
                    <a:pt x="711" y="1507"/>
                  </a:cubicBezTo>
                  <a:cubicBezTo>
                    <a:pt x="724" y="1540"/>
                    <a:pt x="704" y="1540"/>
                    <a:pt x="619" y="1606"/>
                  </a:cubicBezTo>
                  <a:cubicBezTo>
                    <a:pt x="533" y="1672"/>
                    <a:pt x="421" y="1725"/>
                    <a:pt x="389" y="1758"/>
                  </a:cubicBezTo>
                  <a:cubicBezTo>
                    <a:pt x="375" y="1771"/>
                    <a:pt x="362" y="1784"/>
                    <a:pt x="336" y="1804"/>
                  </a:cubicBezTo>
                  <a:cubicBezTo>
                    <a:pt x="329" y="1810"/>
                    <a:pt x="323" y="1817"/>
                    <a:pt x="316" y="1823"/>
                  </a:cubicBezTo>
                  <a:cubicBezTo>
                    <a:pt x="303" y="1830"/>
                    <a:pt x="296" y="1843"/>
                    <a:pt x="283" y="1856"/>
                  </a:cubicBezTo>
                  <a:cubicBezTo>
                    <a:pt x="277" y="1863"/>
                    <a:pt x="270" y="1869"/>
                    <a:pt x="257" y="1876"/>
                  </a:cubicBezTo>
                  <a:cubicBezTo>
                    <a:pt x="185" y="1942"/>
                    <a:pt x="92" y="2021"/>
                    <a:pt x="20" y="2080"/>
                  </a:cubicBezTo>
                  <a:cubicBezTo>
                    <a:pt x="13" y="2087"/>
                    <a:pt x="7" y="2087"/>
                    <a:pt x="0" y="2093"/>
                  </a:cubicBezTo>
                  <a:lnTo>
                    <a:pt x="224" y="2120"/>
                  </a:lnTo>
                  <a:cubicBezTo>
                    <a:pt x="224" y="2120"/>
                    <a:pt x="421" y="2139"/>
                    <a:pt x="500" y="2139"/>
                  </a:cubicBezTo>
                  <a:cubicBezTo>
                    <a:pt x="579" y="2139"/>
                    <a:pt x="685" y="2106"/>
                    <a:pt x="685" y="2106"/>
                  </a:cubicBezTo>
                  <a:cubicBezTo>
                    <a:pt x="685" y="2106"/>
                    <a:pt x="724" y="2073"/>
                    <a:pt x="777" y="2073"/>
                  </a:cubicBezTo>
                  <a:cubicBezTo>
                    <a:pt x="823" y="2073"/>
                    <a:pt x="928" y="2106"/>
                    <a:pt x="928" y="2106"/>
                  </a:cubicBezTo>
                  <a:lnTo>
                    <a:pt x="1126" y="2166"/>
                  </a:lnTo>
                  <a:cubicBezTo>
                    <a:pt x="1126" y="2166"/>
                    <a:pt x="1540" y="2231"/>
                    <a:pt x="1567" y="2231"/>
                  </a:cubicBezTo>
                  <a:cubicBezTo>
                    <a:pt x="1593" y="2231"/>
                    <a:pt x="1646" y="2324"/>
                    <a:pt x="1646" y="2324"/>
                  </a:cubicBezTo>
                  <a:lnTo>
                    <a:pt x="1902" y="2396"/>
                  </a:lnTo>
                  <a:cubicBezTo>
                    <a:pt x="1902" y="2396"/>
                    <a:pt x="2080" y="2356"/>
                    <a:pt x="2126" y="2324"/>
                  </a:cubicBezTo>
                  <a:cubicBezTo>
                    <a:pt x="2135" y="2319"/>
                    <a:pt x="2145" y="2317"/>
                    <a:pt x="2158" y="2317"/>
                  </a:cubicBezTo>
                  <a:cubicBezTo>
                    <a:pt x="2221" y="2317"/>
                    <a:pt x="2323" y="2366"/>
                    <a:pt x="2356" y="2383"/>
                  </a:cubicBezTo>
                  <a:cubicBezTo>
                    <a:pt x="2389" y="2396"/>
                    <a:pt x="2501" y="2600"/>
                    <a:pt x="2541" y="2666"/>
                  </a:cubicBezTo>
                  <a:cubicBezTo>
                    <a:pt x="2574" y="2732"/>
                    <a:pt x="2541" y="2850"/>
                    <a:pt x="2541" y="2896"/>
                  </a:cubicBezTo>
                  <a:cubicBezTo>
                    <a:pt x="2541" y="2936"/>
                    <a:pt x="2574" y="3034"/>
                    <a:pt x="2600" y="3074"/>
                  </a:cubicBezTo>
                  <a:cubicBezTo>
                    <a:pt x="2626" y="3120"/>
                    <a:pt x="2705" y="3225"/>
                    <a:pt x="2751" y="3265"/>
                  </a:cubicBezTo>
                  <a:cubicBezTo>
                    <a:pt x="2797" y="3311"/>
                    <a:pt x="2778" y="3357"/>
                    <a:pt x="2778" y="3390"/>
                  </a:cubicBezTo>
                  <a:cubicBezTo>
                    <a:pt x="2778" y="3429"/>
                    <a:pt x="2758" y="3475"/>
                    <a:pt x="2751" y="3502"/>
                  </a:cubicBezTo>
                  <a:cubicBezTo>
                    <a:pt x="2745" y="3528"/>
                    <a:pt x="2751" y="3594"/>
                    <a:pt x="2751" y="3594"/>
                  </a:cubicBezTo>
                  <a:cubicBezTo>
                    <a:pt x="2751" y="3594"/>
                    <a:pt x="2862" y="3605"/>
                    <a:pt x="2926" y="3605"/>
                  </a:cubicBezTo>
                  <a:cubicBezTo>
                    <a:pt x="2947" y="3605"/>
                    <a:pt x="2964" y="3604"/>
                    <a:pt x="2968" y="3600"/>
                  </a:cubicBezTo>
                  <a:cubicBezTo>
                    <a:pt x="2975" y="3596"/>
                    <a:pt x="2996" y="3594"/>
                    <a:pt x="3024" y="3594"/>
                  </a:cubicBezTo>
                  <a:cubicBezTo>
                    <a:pt x="3079" y="3594"/>
                    <a:pt x="3159" y="3600"/>
                    <a:pt x="3199" y="3600"/>
                  </a:cubicBezTo>
                  <a:cubicBezTo>
                    <a:pt x="3265" y="3600"/>
                    <a:pt x="3291" y="3646"/>
                    <a:pt x="3291" y="3646"/>
                  </a:cubicBezTo>
                  <a:lnTo>
                    <a:pt x="3291" y="3896"/>
                  </a:lnTo>
                  <a:cubicBezTo>
                    <a:pt x="3291" y="3908"/>
                    <a:pt x="3293" y="3913"/>
                    <a:pt x="3296" y="3913"/>
                  </a:cubicBezTo>
                  <a:cubicBezTo>
                    <a:pt x="3312" y="3913"/>
                    <a:pt x="3357" y="3804"/>
                    <a:pt x="3357" y="3804"/>
                  </a:cubicBezTo>
                  <a:lnTo>
                    <a:pt x="3515" y="3804"/>
                  </a:lnTo>
                  <a:cubicBezTo>
                    <a:pt x="3548" y="3804"/>
                    <a:pt x="3554" y="4002"/>
                    <a:pt x="3600" y="4028"/>
                  </a:cubicBezTo>
                  <a:cubicBezTo>
                    <a:pt x="3620" y="4041"/>
                    <a:pt x="3646" y="4074"/>
                    <a:pt x="3653" y="4107"/>
                  </a:cubicBezTo>
                  <a:cubicBezTo>
                    <a:pt x="3699" y="4061"/>
                    <a:pt x="3732" y="4015"/>
                    <a:pt x="3745" y="3975"/>
                  </a:cubicBezTo>
                  <a:cubicBezTo>
                    <a:pt x="3771" y="3857"/>
                    <a:pt x="3817" y="3758"/>
                    <a:pt x="3817" y="3758"/>
                  </a:cubicBezTo>
                  <a:cubicBezTo>
                    <a:pt x="3817" y="3758"/>
                    <a:pt x="4272" y="3488"/>
                    <a:pt x="4311" y="3456"/>
                  </a:cubicBezTo>
                  <a:cubicBezTo>
                    <a:pt x="4351" y="3423"/>
                    <a:pt x="4410" y="3416"/>
                    <a:pt x="4423" y="3403"/>
                  </a:cubicBezTo>
                  <a:cubicBezTo>
                    <a:pt x="4436" y="3390"/>
                    <a:pt x="4449" y="3357"/>
                    <a:pt x="4482" y="3311"/>
                  </a:cubicBezTo>
                  <a:cubicBezTo>
                    <a:pt x="4522" y="3258"/>
                    <a:pt x="4666" y="3159"/>
                    <a:pt x="4706" y="3146"/>
                  </a:cubicBezTo>
                  <a:cubicBezTo>
                    <a:pt x="4715" y="3143"/>
                    <a:pt x="4728" y="3142"/>
                    <a:pt x="4744" y="3142"/>
                  </a:cubicBezTo>
                  <a:cubicBezTo>
                    <a:pt x="4779" y="3142"/>
                    <a:pt x="4828" y="3147"/>
                    <a:pt x="4865" y="3147"/>
                  </a:cubicBezTo>
                  <a:cubicBezTo>
                    <a:pt x="4888" y="3147"/>
                    <a:pt x="4907" y="3145"/>
                    <a:pt x="4917" y="3140"/>
                  </a:cubicBezTo>
                  <a:cubicBezTo>
                    <a:pt x="4956" y="3113"/>
                    <a:pt x="5035" y="3015"/>
                    <a:pt x="5048" y="2995"/>
                  </a:cubicBezTo>
                  <a:cubicBezTo>
                    <a:pt x="5055" y="2975"/>
                    <a:pt x="5107" y="2955"/>
                    <a:pt x="5147" y="2955"/>
                  </a:cubicBezTo>
                  <a:cubicBezTo>
                    <a:pt x="5186" y="2962"/>
                    <a:pt x="5463" y="3113"/>
                    <a:pt x="5515" y="3120"/>
                  </a:cubicBezTo>
                  <a:cubicBezTo>
                    <a:pt x="5518" y="3120"/>
                    <a:pt x="5521" y="3121"/>
                    <a:pt x="5524" y="3121"/>
                  </a:cubicBezTo>
                  <a:cubicBezTo>
                    <a:pt x="5589" y="3121"/>
                    <a:pt x="5745" y="2988"/>
                    <a:pt x="5726" y="2975"/>
                  </a:cubicBezTo>
                  <a:cubicBezTo>
                    <a:pt x="5706" y="2962"/>
                    <a:pt x="5594" y="2929"/>
                    <a:pt x="5581" y="2916"/>
                  </a:cubicBezTo>
                  <a:cubicBezTo>
                    <a:pt x="5568" y="2903"/>
                    <a:pt x="5542" y="2863"/>
                    <a:pt x="5562" y="2850"/>
                  </a:cubicBezTo>
                  <a:cubicBezTo>
                    <a:pt x="5581" y="2830"/>
                    <a:pt x="5673" y="2778"/>
                    <a:pt x="5680" y="2771"/>
                  </a:cubicBezTo>
                  <a:cubicBezTo>
                    <a:pt x="5693" y="2765"/>
                    <a:pt x="5812" y="2692"/>
                    <a:pt x="5864" y="2659"/>
                  </a:cubicBezTo>
                  <a:cubicBezTo>
                    <a:pt x="5917" y="2633"/>
                    <a:pt x="6022" y="2633"/>
                    <a:pt x="6022" y="2633"/>
                  </a:cubicBezTo>
                  <a:cubicBezTo>
                    <a:pt x="6022" y="2633"/>
                    <a:pt x="6062" y="2593"/>
                    <a:pt x="6062" y="2567"/>
                  </a:cubicBezTo>
                  <a:cubicBezTo>
                    <a:pt x="6062" y="2541"/>
                    <a:pt x="5996" y="2482"/>
                    <a:pt x="6062" y="2435"/>
                  </a:cubicBezTo>
                  <a:cubicBezTo>
                    <a:pt x="6121" y="2396"/>
                    <a:pt x="6246" y="2356"/>
                    <a:pt x="6292" y="2350"/>
                  </a:cubicBezTo>
                  <a:lnTo>
                    <a:pt x="6364" y="2258"/>
                  </a:lnTo>
                  <a:cubicBezTo>
                    <a:pt x="6364" y="2258"/>
                    <a:pt x="6411" y="2199"/>
                    <a:pt x="6430" y="2166"/>
                  </a:cubicBezTo>
                  <a:cubicBezTo>
                    <a:pt x="6450" y="2126"/>
                    <a:pt x="6378" y="2106"/>
                    <a:pt x="6345" y="2100"/>
                  </a:cubicBezTo>
                  <a:cubicBezTo>
                    <a:pt x="6305" y="2100"/>
                    <a:pt x="6147" y="2100"/>
                    <a:pt x="6114" y="2087"/>
                  </a:cubicBezTo>
                  <a:cubicBezTo>
                    <a:pt x="6081" y="2073"/>
                    <a:pt x="6042" y="2034"/>
                    <a:pt x="6029" y="2014"/>
                  </a:cubicBezTo>
                  <a:cubicBezTo>
                    <a:pt x="6016" y="1994"/>
                    <a:pt x="6029" y="1869"/>
                    <a:pt x="6029" y="1869"/>
                  </a:cubicBezTo>
                  <a:lnTo>
                    <a:pt x="6029" y="1869"/>
                  </a:lnTo>
                  <a:lnTo>
                    <a:pt x="5943" y="1948"/>
                  </a:lnTo>
                  <a:lnTo>
                    <a:pt x="5845" y="1968"/>
                  </a:lnTo>
                  <a:cubicBezTo>
                    <a:pt x="5845" y="1968"/>
                    <a:pt x="5766" y="2027"/>
                    <a:pt x="5733" y="2060"/>
                  </a:cubicBezTo>
                  <a:cubicBezTo>
                    <a:pt x="5700" y="2093"/>
                    <a:pt x="5641" y="2100"/>
                    <a:pt x="5608" y="2100"/>
                  </a:cubicBezTo>
                  <a:cubicBezTo>
                    <a:pt x="5596" y="2102"/>
                    <a:pt x="5585" y="2103"/>
                    <a:pt x="5573" y="2103"/>
                  </a:cubicBezTo>
                  <a:cubicBezTo>
                    <a:pt x="5545" y="2103"/>
                    <a:pt x="5512" y="2098"/>
                    <a:pt x="5456" y="2093"/>
                  </a:cubicBezTo>
                  <a:cubicBezTo>
                    <a:pt x="5377" y="2093"/>
                    <a:pt x="5390" y="2100"/>
                    <a:pt x="5344" y="2113"/>
                  </a:cubicBezTo>
                  <a:cubicBezTo>
                    <a:pt x="5305" y="2133"/>
                    <a:pt x="5292" y="2172"/>
                    <a:pt x="5265" y="2238"/>
                  </a:cubicBezTo>
                  <a:cubicBezTo>
                    <a:pt x="5246" y="2297"/>
                    <a:pt x="5232" y="2304"/>
                    <a:pt x="5226" y="2317"/>
                  </a:cubicBezTo>
                  <a:cubicBezTo>
                    <a:pt x="5225" y="2320"/>
                    <a:pt x="5216" y="2322"/>
                    <a:pt x="5202" y="2322"/>
                  </a:cubicBezTo>
                  <a:cubicBezTo>
                    <a:pt x="5137" y="2322"/>
                    <a:pt x="4958" y="2289"/>
                    <a:pt x="4936" y="2284"/>
                  </a:cubicBezTo>
                  <a:cubicBezTo>
                    <a:pt x="4917" y="2277"/>
                    <a:pt x="4877" y="2271"/>
                    <a:pt x="4838" y="2245"/>
                  </a:cubicBezTo>
                  <a:cubicBezTo>
                    <a:pt x="4805" y="2218"/>
                    <a:pt x="4778" y="2106"/>
                    <a:pt x="4772" y="2054"/>
                  </a:cubicBezTo>
                  <a:cubicBezTo>
                    <a:pt x="4765" y="2008"/>
                    <a:pt x="4699" y="1981"/>
                    <a:pt x="4686" y="1968"/>
                  </a:cubicBezTo>
                  <a:cubicBezTo>
                    <a:pt x="4666" y="1962"/>
                    <a:pt x="4620" y="1883"/>
                    <a:pt x="4607" y="1810"/>
                  </a:cubicBezTo>
                  <a:cubicBezTo>
                    <a:pt x="4601" y="1738"/>
                    <a:pt x="4607" y="1758"/>
                    <a:pt x="4614" y="1738"/>
                  </a:cubicBezTo>
                  <a:cubicBezTo>
                    <a:pt x="4620" y="1711"/>
                    <a:pt x="4614" y="1626"/>
                    <a:pt x="4607" y="1606"/>
                  </a:cubicBezTo>
                  <a:cubicBezTo>
                    <a:pt x="4601" y="1580"/>
                    <a:pt x="4594" y="1507"/>
                    <a:pt x="4601" y="1488"/>
                  </a:cubicBezTo>
                  <a:cubicBezTo>
                    <a:pt x="4607" y="1461"/>
                    <a:pt x="4666" y="1409"/>
                    <a:pt x="4699" y="1382"/>
                  </a:cubicBezTo>
                  <a:cubicBezTo>
                    <a:pt x="4726" y="1350"/>
                    <a:pt x="4745" y="1277"/>
                    <a:pt x="4745" y="1257"/>
                  </a:cubicBezTo>
                  <a:cubicBezTo>
                    <a:pt x="4745" y="1238"/>
                    <a:pt x="4686" y="1172"/>
                    <a:pt x="4555" y="1172"/>
                  </a:cubicBezTo>
                  <a:cubicBezTo>
                    <a:pt x="4423" y="1172"/>
                    <a:pt x="4469" y="1192"/>
                    <a:pt x="4443" y="1192"/>
                  </a:cubicBezTo>
                  <a:cubicBezTo>
                    <a:pt x="4437" y="1190"/>
                    <a:pt x="4431" y="1190"/>
                    <a:pt x="4425" y="1190"/>
                  </a:cubicBezTo>
                  <a:cubicBezTo>
                    <a:pt x="4409" y="1190"/>
                    <a:pt x="4392" y="1193"/>
                    <a:pt x="4378" y="1193"/>
                  </a:cubicBezTo>
                  <a:cubicBezTo>
                    <a:pt x="4373" y="1193"/>
                    <a:pt x="4368" y="1193"/>
                    <a:pt x="4364" y="1192"/>
                  </a:cubicBezTo>
                  <a:cubicBezTo>
                    <a:pt x="4351" y="1185"/>
                    <a:pt x="4318" y="1073"/>
                    <a:pt x="4298" y="1027"/>
                  </a:cubicBezTo>
                  <a:cubicBezTo>
                    <a:pt x="4272" y="981"/>
                    <a:pt x="4226" y="810"/>
                    <a:pt x="4252" y="764"/>
                  </a:cubicBezTo>
                  <a:cubicBezTo>
                    <a:pt x="4278" y="711"/>
                    <a:pt x="4265" y="718"/>
                    <a:pt x="4285" y="658"/>
                  </a:cubicBezTo>
                  <a:cubicBezTo>
                    <a:pt x="4298" y="599"/>
                    <a:pt x="4258" y="573"/>
                    <a:pt x="4239" y="560"/>
                  </a:cubicBezTo>
                  <a:cubicBezTo>
                    <a:pt x="4226" y="547"/>
                    <a:pt x="4140" y="501"/>
                    <a:pt x="4147" y="474"/>
                  </a:cubicBezTo>
                  <a:cubicBezTo>
                    <a:pt x="4153" y="454"/>
                    <a:pt x="4232" y="362"/>
                    <a:pt x="4226" y="343"/>
                  </a:cubicBezTo>
                  <a:cubicBezTo>
                    <a:pt x="4226" y="323"/>
                    <a:pt x="4147" y="211"/>
                    <a:pt x="4100" y="191"/>
                  </a:cubicBezTo>
                  <a:cubicBezTo>
                    <a:pt x="4069" y="179"/>
                    <a:pt x="4042" y="177"/>
                    <a:pt x="4026" y="177"/>
                  </a:cubicBezTo>
                  <a:cubicBezTo>
                    <a:pt x="4015" y="177"/>
                    <a:pt x="4008" y="178"/>
                    <a:pt x="4008" y="178"/>
                  </a:cubicBezTo>
                  <a:cubicBezTo>
                    <a:pt x="4008" y="178"/>
                    <a:pt x="3949" y="145"/>
                    <a:pt x="3943" y="145"/>
                  </a:cubicBezTo>
                  <a:cubicBezTo>
                    <a:pt x="3936" y="145"/>
                    <a:pt x="3864" y="158"/>
                    <a:pt x="3798" y="191"/>
                  </a:cubicBezTo>
                  <a:cubicBezTo>
                    <a:pt x="3732" y="218"/>
                    <a:pt x="3738" y="231"/>
                    <a:pt x="3725" y="244"/>
                  </a:cubicBezTo>
                  <a:cubicBezTo>
                    <a:pt x="3711" y="253"/>
                    <a:pt x="3682" y="260"/>
                    <a:pt x="3663" y="260"/>
                  </a:cubicBezTo>
                  <a:cubicBezTo>
                    <a:pt x="3656" y="260"/>
                    <a:pt x="3650" y="259"/>
                    <a:pt x="3646" y="257"/>
                  </a:cubicBezTo>
                  <a:cubicBezTo>
                    <a:pt x="3627" y="250"/>
                    <a:pt x="3548" y="237"/>
                    <a:pt x="3521" y="237"/>
                  </a:cubicBezTo>
                  <a:cubicBezTo>
                    <a:pt x="3502" y="237"/>
                    <a:pt x="3482" y="264"/>
                    <a:pt x="3475" y="270"/>
                  </a:cubicBezTo>
                  <a:cubicBezTo>
                    <a:pt x="3462" y="270"/>
                    <a:pt x="3298" y="277"/>
                    <a:pt x="3232" y="290"/>
                  </a:cubicBezTo>
                  <a:cubicBezTo>
                    <a:pt x="3218" y="294"/>
                    <a:pt x="3204" y="296"/>
                    <a:pt x="3191" y="296"/>
                  </a:cubicBezTo>
                  <a:cubicBezTo>
                    <a:pt x="3148" y="296"/>
                    <a:pt x="3113" y="277"/>
                    <a:pt x="3113" y="277"/>
                  </a:cubicBezTo>
                  <a:lnTo>
                    <a:pt x="3080" y="290"/>
                  </a:lnTo>
                  <a:lnTo>
                    <a:pt x="3041" y="349"/>
                  </a:lnTo>
                  <a:cubicBezTo>
                    <a:pt x="3041" y="349"/>
                    <a:pt x="2982" y="402"/>
                    <a:pt x="2968" y="422"/>
                  </a:cubicBezTo>
                  <a:cubicBezTo>
                    <a:pt x="2967" y="423"/>
                    <a:pt x="2967" y="423"/>
                    <a:pt x="2966" y="423"/>
                  </a:cubicBezTo>
                  <a:cubicBezTo>
                    <a:pt x="2954" y="423"/>
                    <a:pt x="2948" y="353"/>
                    <a:pt x="2942" y="316"/>
                  </a:cubicBezTo>
                  <a:cubicBezTo>
                    <a:pt x="2942" y="304"/>
                    <a:pt x="2936" y="300"/>
                    <a:pt x="2927" y="300"/>
                  </a:cubicBezTo>
                  <a:cubicBezTo>
                    <a:pt x="2905" y="300"/>
                    <a:pt x="2870" y="323"/>
                    <a:pt x="2870" y="323"/>
                  </a:cubicBezTo>
                  <a:cubicBezTo>
                    <a:pt x="2870" y="323"/>
                    <a:pt x="2791" y="382"/>
                    <a:pt x="2771" y="389"/>
                  </a:cubicBezTo>
                  <a:cubicBezTo>
                    <a:pt x="2770" y="389"/>
                    <a:pt x="2769" y="389"/>
                    <a:pt x="2769" y="389"/>
                  </a:cubicBezTo>
                  <a:cubicBezTo>
                    <a:pt x="2751" y="389"/>
                    <a:pt x="2744" y="315"/>
                    <a:pt x="2738" y="283"/>
                  </a:cubicBezTo>
                  <a:cubicBezTo>
                    <a:pt x="2738" y="250"/>
                    <a:pt x="2725" y="191"/>
                    <a:pt x="2718" y="145"/>
                  </a:cubicBezTo>
                  <a:cubicBezTo>
                    <a:pt x="2714" y="110"/>
                    <a:pt x="2704" y="104"/>
                    <a:pt x="2697" y="104"/>
                  </a:cubicBezTo>
                  <a:cubicBezTo>
                    <a:pt x="2694" y="104"/>
                    <a:pt x="2692" y="106"/>
                    <a:pt x="2692" y="106"/>
                  </a:cubicBezTo>
                  <a:cubicBezTo>
                    <a:pt x="2692" y="106"/>
                    <a:pt x="2580" y="86"/>
                    <a:pt x="2528" y="86"/>
                  </a:cubicBezTo>
                  <a:cubicBezTo>
                    <a:pt x="2475" y="86"/>
                    <a:pt x="2363" y="119"/>
                    <a:pt x="2330" y="125"/>
                  </a:cubicBezTo>
                  <a:cubicBezTo>
                    <a:pt x="2317" y="128"/>
                    <a:pt x="2299" y="128"/>
                    <a:pt x="2278" y="128"/>
                  </a:cubicBezTo>
                  <a:cubicBezTo>
                    <a:pt x="2237" y="128"/>
                    <a:pt x="2187" y="125"/>
                    <a:pt x="2152" y="125"/>
                  </a:cubicBezTo>
                  <a:cubicBezTo>
                    <a:pt x="2106" y="125"/>
                    <a:pt x="2001" y="73"/>
                    <a:pt x="1981" y="46"/>
                  </a:cubicBezTo>
                  <a:cubicBezTo>
                    <a:pt x="1962" y="20"/>
                    <a:pt x="1863" y="0"/>
                    <a:pt x="1843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50F32"/>
                </a:solidFill>
              </a:endParaRPr>
            </a:p>
          </p:txBody>
        </p:sp>
        <p:sp>
          <p:nvSpPr>
            <p:cNvPr id="63" name="Google Shape;1569;p19">
              <a:extLst>
                <a:ext uri="{FF2B5EF4-FFF2-40B4-BE49-F238E27FC236}">
                  <a16:creationId xmlns:a16="http://schemas.microsoft.com/office/drawing/2014/main" id="{C211B4D9-3571-9CF8-DCF4-26ECE48C0712}"/>
                </a:ext>
              </a:extLst>
            </p:cNvPr>
            <p:cNvSpPr/>
            <p:nvPr/>
          </p:nvSpPr>
          <p:spPr>
            <a:xfrm>
              <a:off x="7679702" y="2399971"/>
              <a:ext cx="725579" cy="792265"/>
            </a:xfrm>
            <a:custGeom>
              <a:avLst/>
              <a:gdLst/>
              <a:ahLst/>
              <a:cxnLst/>
              <a:rect l="l" t="t" r="r" b="b"/>
              <a:pathLst>
                <a:path w="6648" h="7259" extrusionOk="0">
                  <a:moveTo>
                    <a:pt x="5168" y="1"/>
                  </a:moveTo>
                  <a:cubicBezTo>
                    <a:pt x="5139" y="1"/>
                    <a:pt x="5110" y="48"/>
                    <a:pt x="5082" y="58"/>
                  </a:cubicBezTo>
                  <a:cubicBezTo>
                    <a:pt x="5049" y="71"/>
                    <a:pt x="4989" y="124"/>
                    <a:pt x="4950" y="163"/>
                  </a:cubicBezTo>
                  <a:cubicBezTo>
                    <a:pt x="4910" y="203"/>
                    <a:pt x="4851" y="269"/>
                    <a:pt x="4818" y="315"/>
                  </a:cubicBezTo>
                  <a:cubicBezTo>
                    <a:pt x="4785" y="361"/>
                    <a:pt x="4766" y="354"/>
                    <a:pt x="4752" y="361"/>
                  </a:cubicBezTo>
                  <a:cubicBezTo>
                    <a:pt x="4733" y="374"/>
                    <a:pt x="4680" y="400"/>
                    <a:pt x="4660" y="400"/>
                  </a:cubicBezTo>
                  <a:cubicBezTo>
                    <a:pt x="4643" y="400"/>
                    <a:pt x="4622" y="397"/>
                    <a:pt x="4599" y="397"/>
                  </a:cubicBezTo>
                  <a:cubicBezTo>
                    <a:pt x="4587" y="397"/>
                    <a:pt x="4575" y="398"/>
                    <a:pt x="4562" y="400"/>
                  </a:cubicBezTo>
                  <a:cubicBezTo>
                    <a:pt x="4529" y="407"/>
                    <a:pt x="4562" y="427"/>
                    <a:pt x="4562" y="479"/>
                  </a:cubicBezTo>
                  <a:cubicBezTo>
                    <a:pt x="4562" y="532"/>
                    <a:pt x="4529" y="565"/>
                    <a:pt x="4509" y="591"/>
                  </a:cubicBezTo>
                  <a:cubicBezTo>
                    <a:pt x="4489" y="617"/>
                    <a:pt x="4450" y="624"/>
                    <a:pt x="4450" y="624"/>
                  </a:cubicBezTo>
                  <a:cubicBezTo>
                    <a:pt x="4450" y="624"/>
                    <a:pt x="4298" y="729"/>
                    <a:pt x="4272" y="736"/>
                  </a:cubicBezTo>
                  <a:cubicBezTo>
                    <a:pt x="4271" y="736"/>
                    <a:pt x="4270" y="736"/>
                    <a:pt x="4270" y="736"/>
                  </a:cubicBezTo>
                  <a:cubicBezTo>
                    <a:pt x="4242" y="736"/>
                    <a:pt x="4180" y="637"/>
                    <a:pt x="4180" y="624"/>
                  </a:cubicBezTo>
                  <a:cubicBezTo>
                    <a:pt x="4180" y="604"/>
                    <a:pt x="4200" y="565"/>
                    <a:pt x="4226" y="539"/>
                  </a:cubicBezTo>
                  <a:cubicBezTo>
                    <a:pt x="4252" y="506"/>
                    <a:pt x="4233" y="499"/>
                    <a:pt x="4226" y="479"/>
                  </a:cubicBezTo>
                  <a:cubicBezTo>
                    <a:pt x="4219" y="453"/>
                    <a:pt x="4140" y="334"/>
                    <a:pt x="4081" y="275"/>
                  </a:cubicBezTo>
                  <a:cubicBezTo>
                    <a:pt x="4022" y="223"/>
                    <a:pt x="3989" y="236"/>
                    <a:pt x="3917" y="170"/>
                  </a:cubicBezTo>
                  <a:cubicBezTo>
                    <a:pt x="3897" y="157"/>
                    <a:pt x="3884" y="137"/>
                    <a:pt x="3871" y="117"/>
                  </a:cubicBezTo>
                  <a:cubicBezTo>
                    <a:pt x="3831" y="150"/>
                    <a:pt x="3713" y="236"/>
                    <a:pt x="3627" y="275"/>
                  </a:cubicBezTo>
                  <a:cubicBezTo>
                    <a:pt x="3522" y="328"/>
                    <a:pt x="3515" y="387"/>
                    <a:pt x="3515" y="387"/>
                  </a:cubicBezTo>
                  <a:lnTo>
                    <a:pt x="3298" y="552"/>
                  </a:lnTo>
                  <a:cubicBezTo>
                    <a:pt x="3298" y="552"/>
                    <a:pt x="3206" y="571"/>
                    <a:pt x="3160" y="571"/>
                  </a:cubicBezTo>
                  <a:cubicBezTo>
                    <a:pt x="3114" y="578"/>
                    <a:pt x="3022" y="611"/>
                    <a:pt x="2989" y="637"/>
                  </a:cubicBezTo>
                  <a:cubicBezTo>
                    <a:pt x="2962" y="657"/>
                    <a:pt x="2903" y="729"/>
                    <a:pt x="2864" y="775"/>
                  </a:cubicBezTo>
                  <a:cubicBezTo>
                    <a:pt x="2847" y="798"/>
                    <a:pt x="2828" y="806"/>
                    <a:pt x="2806" y="806"/>
                  </a:cubicBezTo>
                  <a:cubicBezTo>
                    <a:pt x="2776" y="806"/>
                    <a:pt x="2741" y="791"/>
                    <a:pt x="2699" y="775"/>
                  </a:cubicBezTo>
                  <a:cubicBezTo>
                    <a:pt x="2633" y="749"/>
                    <a:pt x="2646" y="696"/>
                    <a:pt x="2633" y="670"/>
                  </a:cubicBezTo>
                  <a:cubicBezTo>
                    <a:pt x="2631" y="660"/>
                    <a:pt x="2616" y="657"/>
                    <a:pt x="2596" y="657"/>
                  </a:cubicBezTo>
                  <a:cubicBezTo>
                    <a:pt x="2562" y="657"/>
                    <a:pt x="2512" y="666"/>
                    <a:pt x="2475" y="670"/>
                  </a:cubicBezTo>
                  <a:cubicBezTo>
                    <a:pt x="2453" y="672"/>
                    <a:pt x="2439" y="673"/>
                    <a:pt x="2429" y="673"/>
                  </a:cubicBezTo>
                  <a:cubicBezTo>
                    <a:pt x="2410" y="673"/>
                    <a:pt x="2405" y="670"/>
                    <a:pt x="2383" y="670"/>
                  </a:cubicBezTo>
                  <a:cubicBezTo>
                    <a:pt x="2344" y="664"/>
                    <a:pt x="2331" y="631"/>
                    <a:pt x="2331" y="539"/>
                  </a:cubicBezTo>
                  <a:cubicBezTo>
                    <a:pt x="2331" y="510"/>
                    <a:pt x="2323" y="500"/>
                    <a:pt x="2313" y="500"/>
                  </a:cubicBezTo>
                  <a:cubicBezTo>
                    <a:pt x="2293" y="500"/>
                    <a:pt x="2260" y="539"/>
                    <a:pt x="2252" y="539"/>
                  </a:cubicBezTo>
                  <a:cubicBezTo>
                    <a:pt x="2232" y="545"/>
                    <a:pt x="2074" y="644"/>
                    <a:pt x="2008" y="723"/>
                  </a:cubicBezTo>
                  <a:cubicBezTo>
                    <a:pt x="1949" y="795"/>
                    <a:pt x="2028" y="861"/>
                    <a:pt x="2061" y="894"/>
                  </a:cubicBezTo>
                  <a:cubicBezTo>
                    <a:pt x="2100" y="927"/>
                    <a:pt x="2127" y="979"/>
                    <a:pt x="2140" y="1012"/>
                  </a:cubicBezTo>
                  <a:cubicBezTo>
                    <a:pt x="2146" y="1052"/>
                    <a:pt x="2034" y="1249"/>
                    <a:pt x="2008" y="1295"/>
                  </a:cubicBezTo>
                  <a:cubicBezTo>
                    <a:pt x="1988" y="1341"/>
                    <a:pt x="1890" y="1447"/>
                    <a:pt x="1850" y="1466"/>
                  </a:cubicBezTo>
                  <a:cubicBezTo>
                    <a:pt x="1817" y="1486"/>
                    <a:pt x="1712" y="1532"/>
                    <a:pt x="1679" y="1532"/>
                  </a:cubicBezTo>
                  <a:cubicBezTo>
                    <a:pt x="1639" y="1532"/>
                    <a:pt x="1600" y="1506"/>
                    <a:pt x="1587" y="1506"/>
                  </a:cubicBezTo>
                  <a:cubicBezTo>
                    <a:pt x="1574" y="1506"/>
                    <a:pt x="1482" y="1618"/>
                    <a:pt x="1449" y="1657"/>
                  </a:cubicBezTo>
                  <a:cubicBezTo>
                    <a:pt x="1422" y="1690"/>
                    <a:pt x="1356" y="1736"/>
                    <a:pt x="1310" y="1763"/>
                  </a:cubicBezTo>
                  <a:lnTo>
                    <a:pt x="1297" y="1769"/>
                  </a:lnTo>
                  <a:cubicBezTo>
                    <a:pt x="1286" y="1775"/>
                    <a:pt x="1274" y="1777"/>
                    <a:pt x="1262" y="1777"/>
                  </a:cubicBezTo>
                  <a:cubicBezTo>
                    <a:pt x="1220" y="1777"/>
                    <a:pt x="1181" y="1749"/>
                    <a:pt x="1166" y="1749"/>
                  </a:cubicBezTo>
                  <a:cubicBezTo>
                    <a:pt x="1146" y="1743"/>
                    <a:pt x="1041" y="1743"/>
                    <a:pt x="962" y="1710"/>
                  </a:cubicBezTo>
                  <a:cubicBezTo>
                    <a:pt x="883" y="1671"/>
                    <a:pt x="889" y="1611"/>
                    <a:pt x="869" y="1565"/>
                  </a:cubicBezTo>
                  <a:cubicBezTo>
                    <a:pt x="856" y="1519"/>
                    <a:pt x="869" y="1466"/>
                    <a:pt x="869" y="1434"/>
                  </a:cubicBezTo>
                  <a:cubicBezTo>
                    <a:pt x="869" y="1394"/>
                    <a:pt x="837" y="1388"/>
                    <a:pt x="837" y="1335"/>
                  </a:cubicBezTo>
                  <a:cubicBezTo>
                    <a:pt x="837" y="1282"/>
                    <a:pt x="758" y="1170"/>
                    <a:pt x="731" y="1157"/>
                  </a:cubicBezTo>
                  <a:cubicBezTo>
                    <a:pt x="729" y="1156"/>
                    <a:pt x="726" y="1155"/>
                    <a:pt x="724" y="1155"/>
                  </a:cubicBezTo>
                  <a:cubicBezTo>
                    <a:pt x="697" y="1155"/>
                    <a:pt x="657" y="1212"/>
                    <a:pt x="633" y="1236"/>
                  </a:cubicBezTo>
                  <a:lnTo>
                    <a:pt x="639" y="1249"/>
                  </a:lnTo>
                  <a:cubicBezTo>
                    <a:pt x="639" y="1249"/>
                    <a:pt x="672" y="1276"/>
                    <a:pt x="639" y="1315"/>
                  </a:cubicBezTo>
                  <a:cubicBezTo>
                    <a:pt x="606" y="1355"/>
                    <a:pt x="521" y="1427"/>
                    <a:pt x="461" y="1493"/>
                  </a:cubicBezTo>
                  <a:cubicBezTo>
                    <a:pt x="402" y="1559"/>
                    <a:pt x="244" y="1690"/>
                    <a:pt x="205" y="1743"/>
                  </a:cubicBezTo>
                  <a:cubicBezTo>
                    <a:pt x="165" y="1796"/>
                    <a:pt x="1" y="2013"/>
                    <a:pt x="20" y="2052"/>
                  </a:cubicBezTo>
                  <a:cubicBezTo>
                    <a:pt x="47" y="2092"/>
                    <a:pt x="132" y="2144"/>
                    <a:pt x="165" y="2164"/>
                  </a:cubicBezTo>
                  <a:cubicBezTo>
                    <a:pt x="198" y="2184"/>
                    <a:pt x="323" y="2184"/>
                    <a:pt x="336" y="2210"/>
                  </a:cubicBezTo>
                  <a:cubicBezTo>
                    <a:pt x="350" y="2230"/>
                    <a:pt x="422" y="2302"/>
                    <a:pt x="376" y="2315"/>
                  </a:cubicBezTo>
                  <a:cubicBezTo>
                    <a:pt x="330" y="2329"/>
                    <a:pt x="211" y="2329"/>
                    <a:pt x="198" y="2342"/>
                  </a:cubicBezTo>
                  <a:cubicBezTo>
                    <a:pt x="185" y="2355"/>
                    <a:pt x="192" y="2421"/>
                    <a:pt x="192" y="2421"/>
                  </a:cubicBezTo>
                  <a:cubicBezTo>
                    <a:pt x="192" y="2421"/>
                    <a:pt x="382" y="2460"/>
                    <a:pt x="350" y="2526"/>
                  </a:cubicBezTo>
                  <a:cubicBezTo>
                    <a:pt x="350" y="2533"/>
                    <a:pt x="350" y="2539"/>
                    <a:pt x="343" y="2539"/>
                  </a:cubicBezTo>
                  <a:cubicBezTo>
                    <a:pt x="336" y="2552"/>
                    <a:pt x="330" y="2559"/>
                    <a:pt x="317" y="2566"/>
                  </a:cubicBezTo>
                  <a:cubicBezTo>
                    <a:pt x="310" y="2572"/>
                    <a:pt x="297" y="2572"/>
                    <a:pt x="290" y="2579"/>
                  </a:cubicBezTo>
                  <a:lnTo>
                    <a:pt x="277" y="2579"/>
                  </a:lnTo>
                  <a:cubicBezTo>
                    <a:pt x="271" y="2585"/>
                    <a:pt x="257" y="2585"/>
                    <a:pt x="244" y="2585"/>
                  </a:cubicBezTo>
                  <a:cubicBezTo>
                    <a:pt x="238" y="2592"/>
                    <a:pt x="238" y="2592"/>
                    <a:pt x="238" y="2592"/>
                  </a:cubicBezTo>
                  <a:lnTo>
                    <a:pt x="218" y="2592"/>
                  </a:lnTo>
                  <a:cubicBezTo>
                    <a:pt x="211" y="2598"/>
                    <a:pt x="198" y="2598"/>
                    <a:pt x="198" y="2605"/>
                  </a:cubicBezTo>
                  <a:cubicBezTo>
                    <a:pt x="192" y="2631"/>
                    <a:pt x="257" y="2849"/>
                    <a:pt x="277" y="2855"/>
                  </a:cubicBezTo>
                  <a:cubicBezTo>
                    <a:pt x="290" y="2868"/>
                    <a:pt x="343" y="2881"/>
                    <a:pt x="350" y="2901"/>
                  </a:cubicBezTo>
                  <a:cubicBezTo>
                    <a:pt x="363" y="2921"/>
                    <a:pt x="389" y="2941"/>
                    <a:pt x="350" y="2980"/>
                  </a:cubicBezTo>
                  <a:cubicBezTo>
                    <a:pt x="310" y="3020"/>
                    <a:pt x="297" y="3079"/>
                    <a:pt x="297" y="3112"/>
                  </a:cubicBezTo>
                  <a:cubicBezTo>
                    <a:pt x="297" y="3145"/>
                    <a:pt x="330" y="3171"/>
                    <a:pt x="350" y="3178"/>
                  </a:cubicBezTo>
                  <a:cubicBezTo>
                    <a:pt x="369" y="3184"/>
                    <a:pt x="396" y="3237"/>
                    <a:pt x="376" y="3257"/>
                  </a:cubicBezTo>
                  <a:cubicBezTo>
                    <a:pt x="363" y="3270"/>
                    <a:pt x="356" y="3283"/>
                    <a:pt x="336" y="3303"/>
                  </a:cubicBezTo>
                  <a:cubicBezTo>
                    <a:pt x="317" y="3329"/>
                    <a:pt x="251" y="3349"/>
                    <a:pt x="264" y="3421"/>
                  </a:cubicBezTo>
                  <a:cubicBezTo>
                    <a:pt x="271" y="3459"/>
                    <a:pt x="299" y="3468"/>
                    <a:pt x="330" y="3468"/>
                  </a:cubicBezTo>
                  <a:cubicBezTo>
                    <a:pt x="357" y="3468"/>
                    <a:pt x="387" y="3461"/>
                    <a:pt x="402" y="3461"/>
                  </a:cubicBezTo>
                  <a:cubicBezTo>
                    <a:pt x="410" y="3461"/>
                    <a:pt x="425" y="3460"/>
                    <a:pt x="441" y="3460"/>
                  </a:cubicBezTo>
                  <a:cubicBezTo>
                    <a:pt x="491" y="3460"/>
                    <a:pt x="560" y="3464"/>
                    <a:pt x="540" y="3494"/>
                  </a:cubicBezTo>
                  <a:cubicBezTo>
                    <a:pt x="507" y="3533"/>
                    <a:pt x="415" y="3553"/>
                    <a:pt x="369" y="3605"/>
                  </a:cubicBezTo>
                  <a:cubicBezTo>
                    <a:pt x="330" y="3651"/>
                    <a:pt x="310" y="3638"/>
                    <a:pt x="310" y="3704"/>
                  </a:cubicBezTo>
                  <a:cubicBezTo>
                    <a:pt x="310" y="3770"/>
                    <a:pt x="330" y="3783"/>
                    <a:pt x="336" y="3829"/>
                  </a:cubicBezTo>
                  <a:cubicBezTo>
                    <a:pt x="336" y="3875"/>
                    <a:pt x="330" y="3961"/>
                    <a:pt x="317" y="3994"/>
                  </a:cubicBezTo>
                  <a:cubicBezTo>
                    <a:pt x="310" y="4027"/>
                    <a:pt x="264" y="4132"/>
                    <a:pt x="336" y="4171"/>
                  </a:cubicBezTo>
                  <a:cubicBezTo>
                    <a:pt x="402" y="4217"/>
                    <a:pt x="475" y="4270"/>
                    <a:pt x="494" y="4283"/>
                  </a:cubicBezTo>
                  <a:cubicBezTo>
                    <a:pt x="514" y="4296"/>
                    <a:pt x="534" y="4336"/>
                    <a:pt x="507" y="4356"/>
                  </a:cubicBezTo>
                  <a:cubicBezTo>
                    <a:pt x="488" y="4369"/>
                    <a:pt x="455" y="4356"/>
                    <a:pt x="455" y="4422"/>
                  </a:cubicBezTo>
                  <a:lnTo>
                    <a:pt x="455" y="4658"/>
                  </a:lnTo>
                  <a:cubicBezTo>
                    <a:pt x="455" y="4672"/>
                    <a:pt x="494" y="4705"/>
                    <a:pt x="488" y="4724"/>
                  </a:cubicBezTo>
                  <a:cubicBezTo>
                    <a:pt x="481" y="4751"/>
                    <a:pt x="455" y="4737"/>
                    <a:pt x="435" y="4803"/>
                  </a:cubicBezTo>
                  <a:cubicBezTo>
                    <a:pt x="415" y="4869"/>
                    <a:pt x="382" y="4928"/>
                    <a:pt x="409" y="4935"/>
                  </a:cubicBezTo>
                  <a:cubicBezTo>
                    <a:pt x="411" y="4935"/>
                    <a:pt x="414" y="4936"/>
                    <a:pt x="419" y="4936"/>
                  </a:cubicBezTo>
                  <a:cubicBezTo>
                    <a:pt x="461" y="4936"/>
                    <a:pt x="588" y="4907"/>
                    <a:pt x="600" y="4889"/>
                  </a:cubicBezTo>
                  <a:cubicBezTo>
                    <a:pt x="613" y="4862"/>
                    <a:pt x="810" y="4698"/>
                    <a:pt x="837" y="4672"/>
                  </a:cubicBezTo>
                  <a:cubicBezTo>
                    <a:pt x="869" y="4639"/>
                    <a:pt x="948" y="4579"/>
                    <a:pt x="1001" y="4547"/>
                  </a:cubicBezTo>
                  <a:cubicBezTo>
                    <a:pt x="1054" y="4514"/>
                    <a:pt x="1225" y="4474"/>
                    <a:pt x="1225" y="4474"/>
                  </a:cubicBezTo>
                  <a:lnTo>
                    <a:pt x="1251" y="4454"/>
                  </a:lnTo>
                  <a:lnTo>
                    <a:pt x="1343" y="4395"/>
                  </a:lnTo>
                  <a:cubicBezTo>
                    <a:pt x="1343" y="4395"/>
                    <a:pt x="1534" y="4231"/>
                    <a:pt x="1607" y="4211"/>
                  </a:cubicBezTo>
                  <a:cubicBezTo>
                    <a:pt x="1658" y="4197"/>
                    <a:pt x="1795" y="4183"/>
                    <a:pt x="1882" y="4183"/>
                  </a:cubicBezTo>
                  <a:cubicBezTo>
                    <a:pt x="1918" y="4183"/>
                    <a:pt x="1946" y="4185"/>
                    <a:pt x="1955" y="4191"/>
                  </a:cubicBezTo>
                  <a:cubicBezTo>
                    <a:pt x="1982" y="4204"/>
                    <a:pt x="2054" y="4283"/>
                    <a:pt x="2054" y="4283"/>
                  </a:cubicBezTo>
                  <a:cubicBezTo>
                    <a:pt x="2054" y="4283"/>
                    <a:pt x="2061" y="4323"/>
                    <a:pt x="2028" y="4369"/>
                  </a:cubicBezTo>
                  <a:cubicBezTo>
                    <a:pt x="2001" y="4415"/>
                    <a:pt x="1962" y="4461"/>
                    <a:pt x="1988" y="4520"/>
                  </a:cubicBezTo>
                  <a:cubicBezTo>
                    <a:pt x="2008" y="4579"/>
                    <a:pt x="2048" y="4626"/>
                    <a:pt x="2100" y="4639"/>
                  </a:cubicBezTo>
                  <a:cubicBezTo>
                    <a:pt x="2137" y="4648"/>
                    <a:pt x="2173" y="4663"/>
                    <a:pt x="2201" y="4663"/>
                  </a:cubicBezTo>
                  <a:cubicBezTo>
                    <a:pt x="2213" y="4663"/>
                    <a:pt x="2224" y="4660"/>
                    <a:pt x="2232" y="4652"/>
                  </a:cubicBezTo>
                  <a:cubicBezTo>
                    <a:pt x="2265" y="4626"/>
                    <a:pt x="2278" y="4560"/>
                    <a:pt x="2324" y="4533"/>
                  </a:cubicBezTo>
                  <a:cubicBezTo>
                    <a:pt x="2366" y="4513"/>
                    <a:pt x="2366" y="4471"/>
                    <a:pt x="2427" y="4471"/>
                  </a:cubicBezTo>
                  <a:cubicBezTo>
                    <a:pt x="2442" y="4471"/>
                    <a:pt x="2462" y="4474"/>
                    <a:pt x="2488" y="4481"/>
                  </a:cubicBezTo>
                  <a:cubicBezTo>
                    <a:pt x="2614" y="4514"/>
                    <a:pt x="2686" y="4573"/>
                    <a:pt x="2712" y="4599"/>
                  </a:cubicBezTo>
                  <a:cubicBezTo>
                    <a:pt x="2732" y="4632"/>
                    <a:pt x="2739" y="4658"/>
                    <a:pt x="2870" y="4718"/>
                  </a:cubicBezTo>
                  <a:cubicBezTo>
                    <a:pt x="2995" y="4783"/>
                    <a:pt x="3054" y="4823"/>
                    <a:pt x="3101" y="4856"/>
                  </a:cubicBezTo>
                  <a:cubicBezTo>
                    <a:pt x="3153" y="4882"/>
                    <a:pt x="3239" y="4902"/>
                    <a:pt x="3239" y="4902"/>
                  </a:cubicBezTo>
                  <a:cubicBezTo>
                    <a:pt x="3239" y="4902"/>
                    <a:pt x="3416" y="4882"/>
                    <a:pt x="3443" y="4856"/>
                  </a:cubicBezTo>
                  <a:cubicBezTo>
                    <a:pt x="3460" y="4839"/>
                    <a:pt x="3482" y="4822"/>
                    <a:pt x="3505" y="4822"/>
                  </a:cubicBezTo>
                  <a:cubicBezTo>
                    <a:pt x="3508" y="4822"/>
                    <a:pt x="3512" y="4822"/>
                    <a:pt x="3515" y="4823"/>
                  </a:cubicBezTo>
                  <a:cubicBezTo>
                    <a:pt x="3541" y="4836"/>
                    <a:pt x="3614" y="4882"/>
                    <a:pt x="3614" y="4882"/>
                  </a:cubicBezTo>
                  <a:lnTo>
                    <a:pt x="3778" y="5178"/>
                  </a:lnTo>
                  <a:cubicBezTo>
                    <a:pt x="3778" y="5178"/>
                    <a:pt x="3785" y="5264"/>
                    <a:pt x="3792" y="5284"/>
                  </a:cubicBezTo>
                  <a:cubicBezTo>
                    <a:pt x="3805" y="5303"/>
                    <a:pt x="3943" y="5323"/>
                    <a:pt x="3943" y="5323"/>
                  </a:cubicBezTo>
                  <a:cubicBezTo>
                    <a:pt x="3943" y="5323"/>
                    <a:pt x="4009" y="5317"/>
                    <a:pt x="4015" y="5297"/>
                  </a:cubicBezTo>
                  <a:cubicBezTo>
                    <a:pt x="4022" y="5270"/>
                    <a:pt x="4009" y="5244"/>
                    <a:pt x="4081" y="5244"/>
                  </a:cubicBezTo>
                  <a:cubicBezTo>
                    <a:pt x="4093" y="5245"/>
                    <a:pt x="4103" y="5246"/>
                    <a:pt x="4112" y="5246"/>
                  </a:cubicBezTo>
                  <a:cubicBezTo>
                    <a:pt x="4129" y="5246"/>
                    <a:pt x="4140" y="5244"/>
                    <a:pt x="4154" y="5244"/>
                  </a:cubicBezTo>
                  <a:cubicBezTo>
                    <a:pt x="4173" y="5244"/>
                    <a:pt x="4196" y="5247"/>
                    <a:pt x="4246" y="5264"/>
                  </a:cubicBezTo>
                  <a:cubicBezTo>
                    <a:pt x="4344" y="5303"/>
                    <a:pt x="4371" y="5297"/>
                    <a:pt x="4377" y="5323"/>
                  </a:cubicBezTo>
                  <a:cubicBezTo>
                    <a:pt x="4384" y="5356"/>
                    <a:pt x="4456" y="5402"/>
                    <a:pt x="4489" y="5402"/>
                  </a:cubicBezTo>
                  <a:cubicBezTo>
                    <a:pt x="4529" y="5402"/>
                    <a:pt x="4627" y="5402"/>
                    <a:pt x="4673" y="5435"/>
                  </a:cubicBezTo>
                  <a:cubicBezTo>
                    <a:pt x="4720" y="5475"/>
                    <a:pt x="4779" y="5494"/>
                    <a:pt x="4812" y="5567"/>
                  </a:cubicBezTo>
                  <a:cubicBezTo>
                    <a:pt x="4845" y="5639"/>
                    <a:pt x="4838" y="5705"/>
                    <a:pt x="4812" y="5731"/>
                  </a:cubicBezTo>
                  <a:cubicBezTo>
                    <a:pt x="4785" y="5751"/>
                    <a:pt x="4641" y="5797"/>
                    <a:pt x="4608" y="5830"/>
                  </a:cubicBezTo>
                  <a:cubicBezTo>
                    <a:pt x="4575" y="5863"/>
                    <a:pt x="4509" y="5955"/>
                    <a:pt x="4489" y="5988"/>
                  </a:cubicBezTo>
                  <a:cubicBezTo>
                    <a:pt x="4463" y="6027"/>
                    <a:pt x="4568" y="6047"/>
                    <a:pt x="4548" y="6106"/>
                  </a:cubicBezTo>
                  <a:cubicBezTo>
                    <a:pt x="4529" y="6166"/>
                    <a:pt x="4516" y="6185"/>
                    <a:pt x="4456" y="6205"/>
                  </a:cubicBezTo>
                  <a:cubicBezTo>
                    <a:pt x="4390" y="6218"/>
                    <a:pt x="4344" y="6251"/>
                    <a:pt x="4338" y="6284"/>
                  </a:cubicBezTo>
                  <a:cubicBezTo>
                    <a:pt x="4325" y="6310"/>
                    <a:pt x="4325" y="6363"/>
                    <a:pt x="4325" y="6409"/>
                  </a:cubicBezTo>
                  <a:cubicBezTo>
                    <a:pt x="4325" y="6462"/>
                    <a:pt x="4318" y="6501"/>
                    <a:pt x="4351" y="6541"/>
                  </a:cubicBezTo>
                  <a:cubicBezTo>
                    <a:pt x="4384" y="6580"/>
                    <a:pt x="4417" y="6613"/>
                    <a:pt x="4456" y="6653"/>
                  </a:cubicBezTo>
                  <a:cubicBezTo>
                    <a:pt x="4489" y="6699"/>
                    <a:pt x="4601" y="6843"/>
                    <a:pt x="4601" y="6870"/>
                  </a:cubicBezTo>
                  <a:cubicBezTo>
                    <a:pt x="4601" y="6896"/>
                    <a:pt x="4581" y="6949"/>
                    <a:pt x="4595" y="6975"/>
                  </a:cubicBezTo>
                  <a:cubicBezTo>
                    <a:pt x="4595" y="6982"/>
                    <a:pt x="4601" y="6988"/>
                    <a:pt x="4608" y="6995"/>
                  </a:cubicBezTo>
                  <a:cubicBezTo>
                    <a:pt x="4647" y="7021"/>
                    <a:pt x="4746" y="7067"/>
                    <a:pt x="4766" y="7094"/>
                  </a:cubicBezTo>
                  <a:cubicBezTo>
                    <a:pt x="4792" y="7133"/>
                    <a:pt x="4996" y="7238"/>
                    <a:pt x="4996" y="7238"/>
                  </a:cubicBezTo>
                  <a:lnTo>
                    <a:pt x="5029" y="7258"/>
                  </a:lnTo>
                  <a:cubicBezTo>
                    <a:pt x="5062" y="7205"/>
                    <a:pt x="5101" y="7133"/>
                    <a:pt x="5141" y="7087"/>
                  </a:cubicBezTo>
                  <a:cubicBezTo>
                    <a:pt x="5147" y="7074"/>
                    <a:pt x="5161" y="7061"/>
                    <a:pt x="5167" y="7054"/>
                  </a:cubicBezTo>
                  <a:cubicBezTo>
                    <a:pt x="5226" y="7015"/>
                    <a:pt x="5332" y="6929"/>
                    <a:pt x="5332" y="6929"/>
                  </a:cubicBezTo>
                  <a:cubicBezTo>
                    <a:pt x="5332" y="6929"/>
                    <a:pt x="5391" y="6830"/>
                    <a:pt x="5384" y="6784"/>
                  </a:cubicBezTo>
                  <a:cubicBezTo>
                    <a:pt x="5378" y="6745"/>
                    <a:pt x="5338" y="6528"/>
                    <a:pt x="5332" y="6514"/>
                  </a:cubicBezTo>
                  <a:cubicBezTo>
                    <a:pt x="5332" y="6501"/>
                    <a:pt x="5312" y="6264"/>
                    <a:pt x="5351" y="6106"/>
                  </a:cubicBezTo>
                  <a:cubicBezTo>
                    <a:pt x="5391" y="5955"/>
                    <a:pt x="5411" y="5784"/>
                    <a:pt x="5457" y="5672"/>
                  </a:cubicBezTo>
                  <a:cubicBezTo>
                    <a:pt x="5496" y="5553"/>
                    <a:pt x="5529" y="5468"/>
                    <a:pt x="5536" y="5428"/>
                  </a:cubicBezTo>
                  <a:cubicBezTo>
                    <a:pt x="5542" y="5382"/>
                    <a:pt x="5529" y="5132"/>
                    <a:pt x="5516" y="5080"/>
                  </a:cubicBezTo>
                  <a:cubicBezTo>
                    <a:pt x="5503" y="5027"/>
                    <a:pt x="5509" y="4843"/>
                    <a:pt x="5483" y="4757"/>
                  </a:cubicBezTo>
                  <a:cubicBezTo>
                    <a:pt x="5457" y="4672"/>
                    <a:pt x="5417" y="4586"/>
                    <a:pt x="5430" y="4514"/>
                  </a:cubicBezTo>
                  <a:cubicBezTo>
                    <a:pt x="5450" y="4441"/>
                    <a:pt x="5536" y="4343"/>
                    <a:pt x="5536" y="4329"/>
                  </a:cubicBezTo>
                  <a:cubicBezTo>
                    <a:pt x="5536" y="4310"/>
                    <a:pt x="5529" y="4204"/>
                    <a:pt x="5536" y="4139"/>
                  </a:cubicBezTo>
                  <a:cubicBezTo>
                    <a:pt x="5542" y="4073"/>
                    <a:pt x="5555" y="3981"/>
                    <a:pt x="5536" y="3921"/>
                  </a:cubicBezTo>
                  <a:cubicBezTo>
                    <a:pt x="5516" y="3856"/>
                    <a:pt x="5476" y="3836"/>
                    <a:pt x="5509" y="3777"/>
                  </a:cubicBezTo>
                  <a:cubicBezTo>
                    <a:pt x="5549" y="3717"/>
                    <a:pt x="5575" y="3665"/>
                    <a:pt x="5569" y="3619"/>
                  </a:cubicBezTo>
                  <a:cubicBezTo>
                    <a:pt x="5555" y="3579"/>
                    <a:pt x="5509" y="3500"/>
                    <a:pt x="5569" y="3434"/>
                  </a:cubicBezTo>
                  <a:cubicBezTo>
                    <a:pt x="5623" y="3380"/>
                    <a:pt x="5739" y="3247"/>
                    <a:pt x="5773" y="3247"/>
                  </a:cubicBezTo>
                  <a:cubicBezTo>
                    <a:pt x="5775" y="3247"/>
                    <a:pt x="5778" y="3248"/>
                    <a:pt x="5779" y="3250"/>
                  </a:cubicBezTo>
                  <a:cubicBezTo>
                    <a:pt x="5796" y="3267"/>
                    <a:pt x="5784" y="3334"/>
                    <a:pt x="5832" y="3334"/>
                  </a:cubicBezTo>
                  <a:cubicBezTo>
                    <a:pt x="5839" y="3334"/>
                    <a:pt x="5848" y="3332"/>
                    <a:pt x="5858" y="3329"/>
                  </a:cubicBezTo>
                  <a:cubicBezTo>
                    <a:pt x="5937" y="3296"/>
                    <a:pt x="6016" y="3257"/>
                    <a:pt x="6042" y="3191"/>
                  </a:cubicBezTo>
                  <a:cubicBezTo>
                    <a:pt x="6069" y="3125"/>
                    <a:pt x="6154" y="2908"/>
                    <a:pt x="6207" y="2829"/>
                  </a:cubicBezTo>
                  <a:cubicBezTo>
                    <a:pt x="6260" y="2743"/>
                    <a:pt x="6497" y="2526"/>
                    <a:pt x="6549" y="2421"/>
                  </a:cubicBezTo>
                  <a:cubicBezTo>
                    <a:pt x="6562" y="2394"/>
                    <a:pt x="6582" y="2355"/>
                    <a:pt x="6608" y="2302"/>
                  </a:cubicBezTo>
                  <a:cubicBezTo>
                    <a:pt x="6615" y="2289"/>
                    <a:pt x="6622" y="2283"/>
                    <a:pt x="6628" y="2269"/>
                  </a:cubicBezTo>
                  <a:cubicBezTo>
                    <a:pt x="6635" y="2256"/>
                    <a:pt x="6641" y="2243"/>
                    <a:pt x="6648" y="2230"/>
                  </a:cubicBezTo>
                  <a:cubicBezTo>
                    <a:pt x="6615" y="2223"/>
                    <a:pt x="6582" y="2217"/>
                    <a:pt x="6569" y="2217"/>
                  </a:cubicBezTo>
                  <a:cubicBezTo>
                    <a:pt x="6563" y="2214"/>
                    <a:pt x="6556" y="2214"/>
                    <a:pt x="6548" y="2214"/>
                  </a:cubicBezTo>
                  <a:cubicBezTo>
                    <a:pt x="6523" y="2214"/>
                    <a:pt x="6490" y="2223"/>
                    <a:pt x="6469" y="2223"/>
                  </a:cubicBezTo>
                  <a:cubicBezTo>
                    <a:pt x="6460" y="2223"/>
                    <a:pt x="6454" y="2222"/>
                    <a:pt x="6450" y="2217"/>
                  </a:cubicBezTo>
                  <a:cubicBezTo>
                    <a:pt x="6446" y="2212"/>
                    <a:pt x="6425" y="2211"/>
                    <a:pt x="6399" y="2211"/>
                  </a:cubicBezTo>
                  <a:cubicBezTo>
                    <a:pt x="6346" y="2211"/>
                    <a:pt x="6273" y="2217"/>
                    <a:pt x="6273" y="2217"/>
                  </a:cubicBezTo>
                  <a:cubicBezTo>
                    <a:pt x="6273" y="2217"/>
                    <a:pt x="6200" y="2171"/>
                    <a:pt x="6154" y="2085"/>
                  </a:cubicBezTo>
                  <a:cubicBezTo>
                    <a:pt x="6108" y="2006"/>
                    <a:pt x="6128" y="2039"/>
                    <a:pt x="6115" y="1993"/>
                  </a:cubicBezTo>
                  <a:cubicBezTo>
                    <a:pt x="6102" y="1947"/>
                    <a:pt x="6095" y="1921"/>
                    <a:pt x="6075" y="1875"/>
                  </a:cubicBezTo>
                  <a:cubicBezTo>
                    <a:pt x="6049" y="1822"/>
                    <a:pt x="6036" y="1822"/>
                    <a:pt x="6010" y="1776"/>
                  </a:cubicBezTo>
                  <a:cubicBezTo>
                    <a:pt x="5990" y="1736"/>
                    <a:pt x="5963" y="1677"/>
                    <a:pt x="5963" y="1618"/>
                  </a:cubicBezTo>
                  <a:cubicBezTo>
                    <a:pt x="5963" y="1586"/>
                    <a:pt x="5983" y="1581"/>
                    <a:pt x="6009" y="1581"/>
                  </a:cubicBezTo>
                  <a:cubicBezTo>
                    <a:pt x="6021" y="1581"/>
                    <a:pt x="6034" y="1582"/>
                    <a:pt x="6048" y="1582"/>
                  </a:cubicBezTo>
                  <a:cubicBezTo>
                    <a:pt x="6060" y="1582"/>
                    <a:pt x="6071" y="1581"/>
                    <a:pt x="6082" y="1578"/>
                  </a:cubicBezTo>
                  <a:cubicBezTo>
                    <a:pt x="6099" y="1572"/>
                    <a:pt x="6111" y="1570"/>
                    <a:pt x="6119" y="1570"/>
                  </a:cubicBezTo>
                  <a:cubicBezTo>
                    <a:pt x="6135" y="1570"/>
                    <a:pt x="6135" y="1578"/>
                    <a:pt x="6135" y="1578"/>
                  </a:cubicBezTo>
                  <a:cubicBezTo>
                    <a:pt x="6135" y="1578"/>
                    <a:pt x="6194" y="1611"/>
                    <a:pt x="6207" y="1618"/>
                  </a:cubicBezTo>
                  <a:cubicBezTo>
                    <a:pt x="6220" y="1618"/>
                    <a:pt x="6306" y="1598"/>
                    <a:pt x="6306" y="1552"/>
                  </a:cubicBezTo>
                  <a:cubicBezTo>
                    <a:pt x="6312" y="1513"/>
                    <a:pt x="6299" y="1499"/>
                    <a:pt x="6279" y="1427"/>
                  </a:cubicBezTo>
                  <a:cubicBezTo>
                    <a:pt x="6265" y="1374"/>
                    <a:pt x="6268" y="1367"/>
                    <a:pt x="6271" y="1367"/>
                  </a:cubicBezTo>
                  <a:cubicBezTo>
                    <a:pt x="6272" y="1367"/>
                    <a:pt x="6273" y="1368"/>
                    <a:pt x="6273" y="1368"/>
                  </a:cubicBezTo>
                  <a:cubicBezTo>
                    <a:pt x="6273" y="1368"/>
                    <a:pt x="6332" y="1276"/>
                    <a:pt x="6332" y="1249"/>
                  </a:cubicBezTo>
                  <a:cubicBezTo>
                    <a:pt x="6332" y="1223"/>
                    <a:pt x="6319" y="1190"/>
                    <a:pt x="6299" y="1170"/>
                  </a:cubicBezTo>
                  <a:cubicBezTo>
                    <a:pt x="6286" y="1157"/>
                    <a:pt x="6273" y="1137"/>
                    <a:pt x="6253" y="1118"/>
                  </a:cubicBezTo>
                  <a:cubicBezTo>
                    <a:pt x="6227" y="1078"/>
                    <a:pt x="6187" y="1032"/>
                    <a:pt x="6167" y="1019"/>
                  </a:cubicBezTo>
                  <a:cubicBezTo>
                    <a:pt x="6141" y="999"/>
                    <a:pt x="6121" y="914"/>
                    <a:pt x="6121" y="874"/>
                  </a:cubicBezTo>
                  <a:cubicBezTo>
                    <a:pt x="6121" y="841"/>
                    <a:pt x="6095" y="775"/>
                    <a:pt x="6088" y="736"/>
                  </a:cubicBezTo>
                  <a:cubicBezTo>
                    <a:pt x="6088" y="729"/>
                    <a:pt x="6088" y="723"/>
                    <a:pt x="6088" y="716"/>
                  </a:cubicBezTo>
                  <a:cubicBezTo>
                    <a:pt x="6088" y="683"/>
                    <a:pt x="6029" y="637"/>
                    <a:pt x="6003" y="598"/>
                  </a:cubicBezTo>
                  <a:cubicBezTo>
                    <a:pt x="5996" y="585"/>
                    <a:pt x="5990" y="578"/>
                    <a:pt x="5990" y="578"/>
                  </a:cubicBezTo>
                  <a:cubicBezTo>
                    <a:pt x="5970" y="545"/>
                    <a:pt x="5963" y="525"/>
                    <a:pt x="5963" y="512"/>
                  </a:cubicBezTo>
                  <a:cubicBezTo>
                    <a:pt x="5963" y="499"/>
                    <a:pt x="5944" y="407"/>
                    <a:pt x="5898" y="361"/>
                  </a:cubicBezTo>
                  <a:cubicBezTo>
                    <a:pt x="5852" y="321"/>
                    <a:pt x="5766" y="321"/>
                    <a:pt x="5746" y="321"/>
                  </a:cubicBezTo>
                  <a:cubicBezTo>
                    <a:pt x="5720" y="321"/>
                    <a:pt x="5674" y="308"/>
                    <a:pt x="5641" y="288"/>
                  </a:cubicBezTo>
                  <a:cubicBezTo>
                    <a:pt x="5601" y="262"/>
                    <a:pt x="5562" y="209"/>
                    <a:pt x="5549" y="203"/>
                  </a:cubicBezTo>
                  <a:cubicBezTo>
                    <a:pt x="5542" y="196"/>
                    <a:pt x="5526" y="196"/>
                    <a:pt x="5499" y="196"/>
                  </a:cubicBezTo>
                  <a:cubicBezTo>
                    <a:pt x="5471" y="196"/>
                    <a:pt x="5434" y="196"/>
                    <a:pt x="5384" y="190"/>
                  </a:cubicBezTo>
                  <a:cubicBezTo>
                    <a:pt x="5292" y="177"/>
                    <a:pt x="5318" y="177"/>
                    <a:pt x="5286" y="157"/>
                  </a:cubicBezTo>
                  <a:cubicBezTo>
                    <a:pt x="5259" y="144"/>
                    <a:pt x="5239" y="91"/>
                    <a:pt x="5200" y="25"/>
                  </a:cubicBezTo>
                  <a:cubicBezTo>
                    <a:pt x="5189" y="7"/>
                    <a:pt x="5179" y="1"/>
                    <a:pt x="5168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8" name="Google Shape;1570;p19">
              <a:extLst>
                <a:ext uri="{FF2B5EF4-FFF2-40B4-BE49-F238E27FC236}">
                  <a16:creationId xmlns:a16="http://schemas.microsoft.com/office/drawing/2014/main" id="{C0A5BC87-107A-1F3D-B30A-58DA12797CE4}"/>
                </a:ext>
              </a:extLst>
            </p:cNvPr>
            <p:cNvSpPr/>
            <p:nvPr/>
          </p:nvSpPr>
          <p:spPr>
            <a:xfrm>
              <a:off x="7829117" y="3376686"/>
              <a:ext cx="299705" cy="206934"/>
            </a:xfrm>
            <a:custGeom>
              <a:avLst/>
              <a:gdLst/>
              <a:ahLst/>
              <a:cxnLst/>
              <a:rect l="l" t="t" r="r" b="b"/>
              <a:pathLst>
                <a:path w="2746" h="1896" extrusionOk="0">
                  <a:moveTo>
                    <a:pt x="2094" y="0"/>
                  </a:moveTo>
                  <a:lnTo>
                    <a:pt x="2094" y="0"/>
                  </a:lnTo>
                  <a:cubicBezTo>
                    <a:pt x="2047" y="27"/>
                    <a:pt x="2001" y="60"/>
                    <a:pt x="1988" y="93"/>
                  </a:cubicBezTo>
                  <a:cubicBezTo>
                    <a:pt x="1968" y="172"/>
                    <a:pt x="1936" y="152"/>
                    <a:pt x="1876" y="244"/>
                  </a:cubicBezTo>
                  <a:cubicBezTo>
                    <a:pt x="1824" y="343"/>
                    <a:pt x="1824" y="349"/>
                    <a:pt x="1804" y="395"/>
                  </a:cubicBezTo>
                  <a:cubicBezTo>
                    <a:pt x="1784" y="435"/>
                    <a:pt x="1771" y="501"/>
                    <a:pt x="1751" y="547"/>
                  </a:cubicBezTo>
                  <a:cubicBezTo>
                    <a:pt x="1732" y="593"/>
                    <a:pt x="1692" y="639"/>
                    <a:pt x="1712" y="705"/>
                  </a:cubicBezTo>
                  <a:cubicBezTo>
                    <a:pt x="1738" y="764"/>
                    <a:pt x="1732" y="797"/>
                    <a:pt x="1705" y="810"/>
                  </a:cubicBezTo>
                  <a:cubicBezTo>
                    <a:pt x="1685" y="823"/>
                    <a:pt x="1620" y="836"/>
                    <a:pt x="1620" y="836"/>
                  </a:cubicBezTo>
                  <a:cubicBezTo>
                    <a:pt x="1620" y="836"/>
                    <a:pt x="1310" y="896"/>
                    <a:pt x="1277" y="955"/>
                  </a:cubicBezTo>
                  <a:cubicBezTo>
                    <a:pt x="1238" y="1021"/>
                    <a:pt x="1198" y="1067"/>
                    <a:pt x="1172" y="1067"/>
                  </a:cubicBezTo>
                  <a:cubicBezTo>
                    <a:pt x="1139" y="1060"/>
                    <a:pt x="1054" y="1027"/>
                    <a:pt x="1001" y="1021"/>
                  </a:cubicBezTo>
                  <a:cubicBezTo>
                    <a:pt x="951" y="1010"/>
                    <a:pt x="865" y="985"/>
                    <a:pt x="799" y="985"/>
                  </a:cubicBezTo>
                  <a:cubicBezTo>
                    <a:pt x="787" y="985"/>
                    <a:pt x="775" y="986"/>
                    <a:pt x="764" y="988"/>
                  </a:cubicBezTo>
                  <a:cubicBezTo>
                    <a:pt x="758" y="994"/>
                    <a:pt x="751" y="994"/>
                    <a:pt x="744" y="994"/>
                  </a:cubicBezTo>
                  <a:cubicBezTo>
                    <a:pt x="744" y="994"/>
                    <a:pt x="738" y="994"/>
                    <a:pt x="738" y="1001"/>
                  </a:cubicBezTo>
                  <a:cubicBezTo>
                    <a:pt x="705" y="1007"/>
                    <a:pt x="659" y="1027"/>
                    <a:pt x="613" y="1040"/>
                  </a:cubicBezTo>
                  <a:cubicBezTo>
                    <a:pt x="606" y="1040"/>
                    <a:pt x="600" y="1047"/>
                    <a:pt x="593" y="1047"/>
                  </a:cubicBezTo>
                  <a:cubicBezTo>
                    <a:pt x="573" y="1053"/>
                    <a:pt x="547" y="1067"/>
                    <a:pt x="521" y="1073"/>
                  </a:cubicBezTo>
                  <a:cubicBezTo>
                    <a:pt x="494" y="1086"/>
                    <a:pt x="468" y="1093"/>
                    <a:pt x="442" y="1100"/>
                  </a:cubicBezTo>
                  <a:cubicBezTo>
                    <a:pt x="435" y="1106"/>
                    <a:pt x="428" y="1106"/>
                    <a:pt x="422" y="1106"/>
                  </a:cubicBezTo>
                  <a:cubicBezTo>
                    <a:pt x="396" y="1119"/>
                    <a:pt x="369" y="1126"/>
                    <a:pt x="356" y="1126"/>
                  </a:cubicBezTo>
                  <a:cubicBezTo>
                    <a:pt x="270" y="1146"/>
                    <a:pt x="14" y="1211"/>
                    <a:pt x="14" y="1211"/>
                  </a:cubicBezTo>
                  <a:cubicBezTo>
                    <a:pt x="14" y="1211"/>
                    <a:pt x="1" y="1336"/>
                    <a:pt x="14" y="1363"/>
                  </a:cubicBezTo>
                  <a:cubicBezTo>
                    <a:pt x="27" y="1383"/>
                    <a:pt x="66" y="1415"/>
                    <a:pt x="99" y="1429"/>
                  </a:cubicBezTo>
                  <a:cubicBezTo>
                    <a:pt x="132" y="1442"/>
                    <a:pt x="290" y="1442"/>
                    <a:pt x="330" y="1448"/>
                  </a:cubicBezTo>
                  <a:cubicBezTo>
                    <a:pt x="363" y="1448"/>
                    <a:pt x="435" y="1468"/>
                    <a:pt x="415" y="1501"/>
                  </a:cubicBezTo>
                  <a:cubicBezTo>
                    <a:pt x="396" y="1541"/>
                    <a:pt x="349" y="1600"/>
                    <a:pt x="349" y="1600"/>
                  </a:cubicBezTo>
                  <a:lnTo>
                    <a:pt x="277" y="1692"/>
                  </a:lnTo>
                  <a:cubicBezTo>
                    <a:pt x="290" y="1685"/>
                    <a:pt x="297" y="1685"/>
                    <a:pt x="297" y="1685"/>
                  </a:cubicBezTo>
                  <a:cubicBezTo>
                    <a:pt x="310" y="1692"/>
                    <a:pt x="382" y="1692"/>
                    <a:pt x="317" y="1745"/>
                  </a:cubicBezTo>
                  <a:cubicBezTo>
                    <a:pt x="257" y="1797"/>
                    <a:pt x="238" y="1804"/>
                    <a:pt x="231" y="1830"/>
                  </a:cubicBezTo>
                  <a:cubicBezTo>
                    <a:pt x="218" y="1850"/>
                    <a:pt x="192" y="1896"/>
                    <a:pt x="231" y="1896"/>
                  </a:cubicBezTo>
                  <a:cubicBezTo>
                    <a:pt x="270" y="1896"/>
                    <a:pt x="356" y="1883"/>
                    <a:pt x="396" y="1876"/>
                  </a:cubicBezTo>
                  <a:cubicBezTo>
                    <a:pt x="422" y="1870"/>
                    <a:pt x="461" y="1843"/>
                    <a:pt x="494" y="1824"/>
                  </a:cubicBezTo>
                  <a:cubicBezTo>
                    <a:pt x="507" y="1810"/>
                    <a:pt x="521" y="1804"/>
                    <a:pt x="527" y="1791"/>
                  </a:cubicBezTo>
                  <a:cubicBezTo>
                    <a:pt x="560" y="1758"/>
                    <a:pt x="613" y="1725"/>
                    <a:pt x="646" y="1725"/>
                  </a:cubicBezTo>
                  <a:cubicBezTo>
                    <a:pt x="672" y="1725"/>
                    <a:pt x="817" y="1731"/>
                    <a:pt x="836" y="1751"/>
                  </a:cubicBezTo>
                  <a:cubicBezTo>
                    <a:pt x="850" y="1771"/>
                    <a:pt x="843" y="1791"/>
                    <a:pt x="896" y="1797"/>
                  </a:cubicBezTo>
                  <a:cubicBezTo>
                    <a:pt x="913" y="1799"/>
                    <a:pt x="934" y="1800"/>
                    <a:pt x="956" y="1800"/>
                  </a:cubicBezTo>
                  <a:cubicBezTo>
                    <a:pt x="1010" y="1800"/>
                    <a:pt x="1068" y="1795"/>
                    <a:pt x="1087" y="1791"/>
                  </a:cubicBezTo>
                  <a:cubicBezTo>
                    <a:pt x="1113" y="1784"/>
                    <a:pt x="1172" y="1692"/>
                    <a:pt x="1212" y="1679"/>
                  </a:cubicBezTo>
                  <a:cubicBezTo>
                    <a:pt x="1227" y="1677"/>
                    <a:pt x="1248" y="1676"/>
                    <a:pt x="1270" y="1676"/>
                  </a:cubicBezTo>
                  <a:cubicBezTo>
                    <a:pt x="1313" y="1676"/>
                    <a:pt x="1356" y="1679"/>
                    <a:pt x="1356" y="1679"/>
                  </a:cubicBezTo>
                  <a:cubicBezTo>
                    <a:pt x="1356" y="1679"/>
                    <a:pt x="1413" y="1679"/>
                    <a:pt x="1491" y="1679"/>
                  </a:cubicBezTo>
                  <a:cubicBezTo>
                    <a:pt x="1647" y="1679"/>
                    <a:pt x="1887" y="1677"/>
                    <a:pt x="1922" y="1659"/>
                  </a:cubicBezTo>
                  <a:cubicBezTo>
                    <a:pt x="1982" y="1633"/>
                    <a:pt x="2028" y="1613"/>
                    <a:pt x="2028" y="1593"/>
                  </a:cubicBezTo>
                  <a:lnTo>
                    <a:pt x="2028" y="1527"/>
                  </a:lnTo>
                  <a:cubicBezTo>
                    <a:pt x="2028" y="1527"/>
                    <a:pt x="1949" y="1494"/>
                    <a:pt x="1942" y="1475"/>
                  </a:cubicBezTo>
                  <a:cubicBezTo>
                    <a:pt x="1942" y="1455"/>
                    <a:pt x="1929" y="1389"/>
                    <a:pt x="1955" y="1369"/>
                  </a:cubicBezTo>
                  <a:cubicBezTo>
                    <a:pt x="1982" y="1356"/>
                    <a:pt x="2008" y="1317"/>
                    <a:pt x="2074" y="1304"/>
                  </a:cubicBezTo>
                  <a:cubicBezTo>
                    <a:pt x="2146" y="1284"/>
                    <a:pt x="2199" y="1297"/>
                    <a:pt x="2199" y="1258"/>
                  </a:cubicBezTo>
                  <a:cubicBezTo>
                    <a:pt x="2199" y="1225"/>
                    <a:pt x="2159" y="1185"/>
                    <a:pt x="2199" y="1165"/>
                  </a:cubicBezTo>
                  <a:cubicBezTo>
                    <a:pt x="2232" y="1146"/>
                    <a:pt x="2436" y="1113"/>
                    <a:pt x="2495" y="1093"/>
                  </a:cubicBezTo>
                  <a:cubicBezTo>
                    <a:pt x="2554" y="1067"/>
                    <a:pt x="2745" y="1034"/>
                    <a:pt x="2719" y="955"/>
                  </a:cubicBezTo>
                  <a:cubicBezTo>
                    <a:pt x="2699" y="876"/>
                    <a:pt x="2640" y="777"/>
                    <a:pt x="2627" y="738"/>
                  </a:cubicBezTo>
                  <a:cubicBezTo>
                    <a:pt x="2613" y="692"/>
                    <a:pt x="2660" y="626"/>
                    <a:pt x="2692" y="494"/>
                  </a:cubicBezTo>
                  <a:cubicBezTo>
                    <a:pt x="2699" y="481"/>
                    <a:pt x="2706" y="468"/>
                    <a:pt x="2706" y="455"/>
                  </a:cubicBezTo>
                  <a:lnTo>
                    <a:pt x="2633" y="455"/>
                  </a:lnTo>
                  <a:lnTo>
                    <a:pt x="2475" y="415"/>
                  </a:lnTo>
                  <a:lnTo>
                    <a:pt x="2449" y="415"/>
                  </a:lnTo>
                  <a:cubicBezTo>
                    <a:pt x="2390" y="409"/>
                    <a:pt x="2245" y="395"/>
                    <a:pt x="2205" y="376"/>
                  </a:cubicBezTo>
                  <a:cubicBezTo>
                    <a:pt x="2153" y="356"/>
                    <a:pt x="2159" y="349"/>
                    <a:pt x="2159" y="277"/>
                  </a:cubicBezTo>
                  <a:cubicBezTo>
                    <a:pt x="2159" y="204"/>
                    <a:pt x="2120" y="165"/>
                    <a:pt x="2100" y="132"/>
                  </a:cubicBezTo>
                  <a:cubicBezTo>
                    <a:pt x="2087" y="106"/>
                    <a:pt x="2100" y="40"/>
                    <a:pt x="2094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50F32"/>
                </a:solidFill>
              </a:endParaRPr>
            </a:p>
          </p:txBody>
        </p:sp>
        <p:sp>
          <p:nvSpPr>
            <p:cNvPr id="7169" name="Google Shape;1571;p19">
              <a:extLst>
                <a:ext uri="{FF2B5EF4-FFF2-40B4-BE49-F238E27FC236}">
                  <a16:creationId xmlns:a16="http://schemas.microsoft.com/office/drawing/2014/main" id="{DEF108E3-F22A-B8D5-673E-D224BE1C5810}"/>
                </a:ext>
              </a:extLst>
            </p:cNvPr>
            <p:cNvSpPr/>
            <p:nvPr/>
          </p:nvSpPr>
          <p:spPr>
            <a:xfrm>
              <a:off x="7056065" y="3531122"/>
              <a:ext cx="515262" cy="334849"/>
            </a:xfrm>
            <a:custGeom>
              <a:avLst/>
              <a:gdLst/>
              <a:ahLst/>
              <a:cxnLst/>
              <a:rect l="l" t="t" r="r" b="b"/>
              <a:pathLst>
                <a:path w="4721" h="3068" extrusionOk="0">
                  <a:moveTo>
                    <a:pt x="1838" y="0"/>
                  </a:moveTo>
                  <a:cubicBezTo>
                    <a:pt x="1792" y="0"/>
                    <a:pt x="1746" y="33"/>
                    <a:pt x="1746" y="33"/>
                  </a:cubicBezTo>
                  <a:cubicBezTo>
                    <a:pt x="1746" y="33"/>
                    <a:pt x="1641" y="66"/>
                    <a:pt x="1562" y="66"/>
                  </a:cubicBezTo>
                  <a:cubicBezTo>
                    <a:pt x="1483" y="66"/>
                    <a:pt x="1292" y="47"/>
                    <a:pt x="1292" y="47"/>
                  </a:cubicBezTo>
                  <a:lnTo>
                    <a:pt x="1062" y="20"/>
                  </a:lnTo>
                  <a:cubicBezTo>
                    <a:pt x="1055" y="27"/>
                    <a:pt x="1055" y="33"/>
                    <a:pt x="1049" y="33"/>
                  </a:cubicBezTo>
                  <a:cubicBezTo>
                    <a:pt x="1035" y="40"/>
                    <a:pt x="1029" y="53"/>
                    <a:pt x="1016" y="60"/>
                  </a:cubicBezTo>
                  <a:cubicBezTo>
                    <a:pt x="1009" y="66"/>
                    <a:pt x="1002" y="66"/>
                    <a:pt x="996" y="73"/>
                  </a:cubicBezTo>
                  <a:cubicBezTo>
                    <a:pt x="996" y="79"/>
                    <a:pt x="989" y="79"/>
                    <a:pt x="983" y="86"/>
                  </a:cubicBezTo>
                  <a:cubicBezTo>
                    <a:pt x="976" y="93"/>
                    <a:pt x="970" y="99"/>
                    <a:pt x="963" y="99"/>
                  </a:cubicBezTo>
                  <a:cubicBezTo>
                    <a:pt x="891" y="145"/>
                    <a:pt x="726" y="270"/>
                    <a:pt x="687" y="316"/>
                  </a:cubicBezTo>
                  <a:cubicBezTo>
                    <a:pt x="647" y="356"/>
                    <a:pt x="614" y="487"/>
                    <a:pt x="614" y="514"/>
                  </a:cubicBezTo>
                  <a:cubicBezTo>
                    <a:pt x="614" y="540"/>
                    <a:pt x="634" y="573"/>
                    <a:pt x="581" y="613"/>
                  </a:cubicBezTo>
                  <a:cubicBezTo>
                    <a:pt x="529" y="652"/>
                    <a:pt x="469" y="639"/>
                    <a:pt x="450" y="718"/>
                  </a:cubicBezTo>
                  <a:cubicBezTo>
                    <a:pt x="430" y="797"/>
                    <a:pt x="436" y="843"/>
                    <a:pt x="417" y="902"/>
                  </a:cubicBezTo>
                  <a:cubicBezTo>
                    <a:pt x="397" y="968"/>
                    <a:pt x="417" y="981"/>
                    <a:pt x="344" y="1027"/>
                  </a:cubicBezTo>
                  <a:cubicBezTo>
                    <a:pt x="272" y="1067"/>
                    <a:pt x="200" y="1073"/>
                    <a:pt x="200" y="1073"/>
                  </a:cubicBezTo>
                  <a:cubicBezTo>
                    <a:pt x="213" y="1100"/>
                    <a:pt x="219" y="1179"/>
                    <a:pt x="232" y="1218"/>
                  </a:cubicBezTo>
                  <a:cubicBezTo>
                    <a:pt x="246" y="1264"/>
                    <a:pt x="298" y="1383"/>
                    <a:pt x="232" y="1481"/>
                  </a:cubicBezTo>
                  <a:cubicBezTo>
                    <a:pt x="167" y="1580"/>
                    <a:pt x="153" y="1692"/>
                    <a:pt x="147" y="1771"/>
                  </a:cubicBezTo>
                  <a:cubicBezTo>
                    <a:pt x="140" y="1850"/>
                    <a:pt x="107" y="1975"/>
                    <a:pt x="94" y="1995"/>
                  </a:cubicBezTo>
                  <a:cubicBezTo>
                    <a:pt x="74" y="2014"/>
                    <a:pt x="28" y="2120"/>
                    <a:pt x="22" y="2133"/>
                  </a:cubicBezTo>
                  <a:cubicBezTo>
                    <a:pt x="22" y="2139"/>
                    <a:pt x="1" y="2181"/>
                    <a:pt x="57" y="2181"/>
                  </a:cubicBezTo>
                  <a:cubicBezTo>
                    <a:pt x="64" y="2181"/>
                    <a:pt x="72" y="2180"/>
                    <a:pt x="81" y="2179"/>
                  </a:cubicBezTo>
                  <a:cubicBezTo>
                    <a:pt x="173" y="2159"/>
                    <a:pt x="186" y="2139"/>
                    <a:pt x="239" y="2139"/>
                  </a:cubicBezTo>
                  <a:cubicBezTo>
                    <a:pt x="298" y="2139"/>
                    <a:pt x="423" y="2146"/>
                    <a:pt x="450" y="2159"/>
                  </a:cubicBezTo>
                  <a:cubicBezTo>
                    <a:pt x="483" y="2172"/>
                    <a:pt x="515" y="2172"/>
                    <a:pt x="529" y="2225"/>
                  </a:cubicBezTo>
                  <a:cubicBezTo>
                    <a:pt x="542" y="2278"/>
                    <a:pt x="627" y="2515"/>
                    <a:pt x="627" y="2515"/>
                  </a:cubicBezTo>
                  <a:cubicBezTo>
                    <a:pt x="627" y="2515"/>
                    <a:pt x="693" y="2613"/>
                    <a:pt x="706" y="2732"/>
                  </a:cubicBezTo>
                  <a:cubicBezTo>
                    <a:pt x="766" y="2712"/>
                    <a:pt x="838" y="2686"/>
                    <a:pt x="858" y="2686"/>
                  </a:cubicBezTo>
                  <a:cubicBezTo>
                    <a:pt x="869" y="2686"/>
                    <a:pt x="883" y="2684"/>
                    <a:pt x="899" y="2684"/>
                  </a:cubicBezTo>
                  <a:cubicBezTo>
                    <a:pt x="929" y="2684"/>
                    <a:pt x="963" y="2690"/>
                    <a:pt x="976" y="2725"/>
                  </a:cubicBezTo>
                  <a:cubicBezTo>
                    <a:pt x="989" y="2771"/>
                    <a:pt x="1095" y="2791"/>
                    <a:pt x="1095" y="2791"/>
                  </a:cubicBezTo>
                  <a:cubicBezTo>
                    <a:pt x="1095" y="2791"/>
                    <a:pt x="1120" y="2735"/>
                    <a:pt x="1149" y="2735"/>
                  </a:cubicBezTo>
                  <a:cubicBezTo>
                    <a:pt x="1153" y="2735"/>
                    <a:pt x="1156" y="2736"/>
                    <a:pt x="1160" y="2738"/>
                  </a:cubicBezTo>
                  <a:cubicBezTo>
                    <a:pt x="1164" y="2740"/>
                    <a:pt x="1168" y="2740"/>
                    <a:pt x="1173" y="2740"/>
                  </a:cubicBezTo>
                  <a:cubicBezTo>
                    <a:pt x="1202" y="2740"/>
                    <a:pt x="1245" y="2718"/>
                    <a:pt x="1280" y="2718"/>
                  </a:cubicBezTo>
                  <a:cubicBezTo>
                    <a:pt x="1298" y="2718"/>
                    <a:pt x="1313" y="2723"/>
                    <a:pt x="1325" y="2738"/>
                  </a:cubicBezTo>
                  <a:cubicBezTo>
                    <a:pt x="1364" y="2791"/>
                    <a:pt x="1470" y="2844"/>
                    <a:pt x="1489" y="2850"/>
                  </a:cubicBezTo>
                  <a:cubicBezTo>
                    <a:pt x="1492" y="2852"/>
                    <a:pt x="1497" y="2852"/>
                    <a:pt x="1504" y="2852"/>
                  </a:cubicBezTo>
                  <a:cubicBezTo>
                    <a:pt x="1523" y="2852"/>
                    <a:pt x="1556" y="2848"/>
                    <a:pt x="1590" y="2848"/>
                  </a:cubicBezTo>
                  <a:cubicBezTo>
                    <a:pt x="1602" y="2848"/>
                    <a:pt x="1615" y="2849"/>
                    <a:pt x="1628" y="2850"/>
                  </a:cubicBezTo>
                  <a:cubicBezTo>
                    <a:pt x="1637" y="2851"/>
                    <a:pt x="1649" y="2852"/>
                    <a:pt x="1661" y="2852"/>
                  </a:cubicBezTo>
                  <a:cubicBezTo>
                    <a:pt x="1674" y="2852"/>
                    <a:pt x="1689" y="2851"/>
                    <a:pt x="1704" y="2851"/>
                  </a:cubicBezTo>
                  <a:cubicBezTo>
                    <a:pt x="1749" y="2851"/>
                    <a:pt x="1797" y="2855"/>
                    <a:pt x="1825" y="2883"/>
                  </a:cubicBezTo>
                  <a:cubicBezTo>
                    <a:pt x="1878" y="2923"/>
                    <a:pt x="1898" y="2936"/>
                    <a:pt x="1898" y="2936"/>
                  </a:cubicBezTo>
                  <a:cubicBezTo>
                    <a:pt x="1898" y="2936"/>
                    <a:pt x="1930" y="2927"/>
                    <a:pt x="1969" y="2927"/>
                  </a:cubicBezTo>
                  <a:cubicBezTo>
                    <a:pt x="1988" y="2927"/>
                    <a:pt x="2009" y="2929"/>
                    <a:pt x="2029" y="2936"/>
                  </a:cubicBezTo>
                  <a:cubicBezTo>
                    <a:pt x="2088" y="2955"/>
                    <a:pt x="2233" y="3067"/>
                    <a:pt x="2292" y="3067"/>
                  </a:cubicBezTo>
                  <a:cubicBezTo>
                    <a:pt x="2345" y="3061"/>
                    <a:pt x="2431" y="3067"/>
                    <a:pt x="2431" y="3034"/>
                  </a:cubicBezTo>
                  <a:lnTo>
                    <a:pt x="2431" y="2903"/>
                  </a:lnTo>
                  <a:cubicBezTo>
                    <a:pt x="2431" y="2844"/>
                    <a:pt x="2417" y="2686"/>
                    <a:pt x="2529" y="2686"/>
                  </a:cubicBezTo>
                  <a:lnTo>
                    <a:pt x="2694" y="2686"/>
                  </a:lnTo>
                  <a:cubicBezTo>
                    <a:pt x="2694" y="2686"/>
                    <a:pt x="2747" y="2659"/>
                    <a:pt x="2766" y="2646"/>
                  </a:cubicBezTo>
                  <a:cubicBezTo>
                    <a:pt x="2785" y="2627"/>
                    <a:pt x="2884" y="2547"/>
                    <a:pt x="2914" y="2547"/>
                  </a:cubicBezTo>
                  <a:cubicBezTo>
                    <a:pt x="2916" y="2547"/>
                    <a:pt x="2917" y="2547"/>
                    <a:pt x="2918" y="2547"/>
                  </a:cubicBezTo>
                  <a:cubicBezTo>
                    <a:pt x="2951" y="2554"/>
                    <a:pt x="3010" y="2574"/>
                    <a:pt x="3010" y="2574"/>
                  </a:cubicBezTo>
                  <a:cubicBezTo>
                    <a:pt x="3010" y="2574"/>
                    <a:pt x="3016" y="2561"/>
                    <a:pt x="3102" y="2547"/>
                  </a:cubicBezTo>
                  <a:cubicBezTo>
                    <a:pt x="3187" y="2528"/>
                    <a:pt x="3273" y="2501"/>
                    <a:pt x="3293" y="2501"/>
                  </a:cubicBezTo>
                  <a:cubicBezTo>
                    <a:pt x="3313" y="2501"/>
                    <a:pt x="3418" y="2521"/>
                    <a:pt x="3451" y="2574"/>
                  </a:cubicBezTo>
                  <a:cubicBezTo>
                    <a:pt x="3490" y="2633"/>
                    <a:pt x="3517" y="2659"/>
                    <a:pt x="3543" y="2666"/>
                  </a:cubicBezTo>
                  <a:cubicBezTo>
                    <a:pt x="3561" y="2670"/>
                    <a:pt x="3578" y="2690"/>
                    <a:pt x="3606" y="2690"/>
                  </a:cubicBezTo>
                  <a:cubicBezTo>
                    <a:pt x="3620" y="2690"/>
                    <a:pt x="3636" y="2685"/>
                    <a:pt x="3655" y="2672"/>
                  </a:cubicBezTo>
                  <a:cubicBezTo>
                    <a:pt x="3707" y="2640"/>
                    <a:pt x="3800" y="2561"/>
                    <a:pt x="3846" y="2534"/>
                  </a:cubicBezTo>
                  <a:cubicBezTo>
                    <a:pt x="3869" y="2523"/>
                    <a:pt x="3936" y="2509"/>
                    <a:pt x="4038" y="2509"/>
                  </a:cubicBezTo>
                  <a:cubicBezTo>
                    <a:pt x="4109" y="2509"/>
                    <a:pt x="4197" y="2515"/>
                    <a:pt x="4300" y="2534"/>
                  </a:cubicBezTo>
                  <a:cubicBezTo>
                    <a:pt x="4287" y="2515"/>
                    <a:pt x="4287" y="2495"/>
                    <a:pt x="4287" y="2475"/>
                  </a:cubicBezTo>
                  <a:cubicBezTo>
                    <a:pt x="4300" y="2416"/>
                    <a:pt x="4379" y="2291"/>
                    <a:pt x="4445" y="2245"/>
                  </a:cubicBezTo>
                  <a:cubicBezTo>
                    <a:pt x="4484" y="2212"/>
                    <a:pt x="4629" y="2120"/>
                    <a:pt x="4721" y="2034"/>
                  </a:cubicBezTo>
                  <a:cubicBezTo>
                    <a:pt x="4708" y="2001"/>
                    <a:pt x="4688" y="1968"/>
                    <a:pt x="4662" y="1955"/>
                  </a:cubicBezTo>
                  <a:cubicBezTo>
                    <a:pt x="4622" y="1929"/>
                    <a:pt x="4616" y="1731"/>
                    <a:pt x="4576" y="1731"/>
                  </a:cubicBezTo>
                  <a:lnTo>
                    <a:pt x="4418" y="1731"/>
                  </a:lnTo>
                  <a:cubicBezTo>
                    <a:pt x="4418" y="1731"/>
                    <a:pt x="4373" y="1840"/>
                    <a:pt x="4358" y="1840"/>
                  </a:cubicBezTo>
                  <a:cubicBezTo>
                    <a:pt x="4354" y="1840"/>
                    <a:pt x="4352" y="1835"/>
                    <a:pt x="4352" y="1823"/>
                  </a:cubicBezTo>
                  <a:lnTo>
                    <a:pt x="4352" y="1573"/>
                  </a:lnTo>
                  <a:cubicBezTo>
                    <a:pt x="4352" y="1573"/>
                    <a:pt x="4326" y="1527"/>
                    <a:pt x="4267" y="1527"/>
                  </a:cubicBezTo>
                  <a:cubicBezTo>
                    <a:pt x="4227" y="1527"/>
                    <a:pt x="4144" y="1521"/>
                    <a:pt x="4089" y="1521"/>
                  </a:cubicBezTo>
                  <a:cubicBezTo>
                    <a:pt x="4061" y="1521"/>
                    <a:pt x="4041" y="1523"/>
                    <a:pt x="4036" y="1527"/>
                  </a:cubicBezTo>
                  <a:cubicBezTo>
                    <a:pt x="4032" y="1531"/>
                    <a:pt x="4015" y="1532"/>
                    <a:pt x="3993" y="1532"/>
                  </a:cubicBezTo>
                  <a:cubicBezTo>
                    <a:pt x="3927" y="1532"/>
                    <a:pt x="3813" y="1521"/>
                    <a:pt x="3813" y="1521"/>
                  </a:cubicBezTo>
                  <a:cubicBezTo>
                    <a:pt x="3813" y="1521"/>
                    <a:pt x="3806" y="1455"/>
                    <a:pt x="3813" y="1429"/>
                  </a:cubicBezTo>
                  <a:cubicBezTo>
                    <a:pt x="3819" y="1402"/>
                    <a:pt x="3839" y="1356"/>
                    <a:pt x="3839" y="1317"/>
                  </a:cubicBezTo>
                  <a:cubicBezTo>
                    <a:pt x="3839" y="1284"/>
                    <a:pt x="3859" y="1238"/>
                    <a:pt x="3813" y="1192"/>
                  </a:cubicBezTo>
                  <a:cubicBezTo>
                    <a:pt x="3767" y="1152"/>
                    <a:pt x="3688" y="1047"/>
                    <a:pt x="3661" y="1001"/>
                  </a:cubicBezTo>
                  <a:cubicBezTo>
                    <a:pt x="3635" y="961"/>
                    <a:pt x="3602" y="863"/>
                    <a:pt x="3602" y="823"/>
                  </a:cubicBezTo>
                  <a:cubicBezTo>
                    <a:pt x="3602" y="777"/>
                    <a:pt x="3635" y="659"/>
                    <a:pt x="3602" y="593"/>
                  </a:cubicBezTo>
                  <a:cubicBezTo>
                    <a:pt x="3563" y="527"/>
                    <a:pt x="3457" y="323"/>
                    <a:pt x="3418" y="310"/>
                  </a:cubicBezTo>
                  <a:cubicBezTo>
                    <a:pt x="3390" y="293"/>
                    <a:pt x="3284" y="244"/>
                    <a:pt x="3223" y="244"/>
                  </a:cubicBezTo>
                  <a:cubicBezTo>
                    <a:pt x="3212" y="244"/>
                    <a:pt x="3202" y="246"/>
                    <a:pt x="3194" y="251"/>
                  </a:cubicBezTo>
                  <a:cubicBezTo>
                    <a:pt x="3141" y="283"/>
                    <a:pt x="2970" y="323"/>
                    <a:pt x="2970" y="323"/>
                  </a:cubicBezTo>
                  <a:lnTo>
                    <a:pt x="2714" y="251"/>
                  </a:lnTo>
                  <a:cubicBezTo>
                    <a:pt x="2714" y="251"/>
                    <a:pt x="2654" y="158"/>
                    <a:pt x="2628" y="158"/>
                  </a:cubicBezTo>
                  <a:cubicBezTo>
                    <a:pt x="2602" y="158"/>
                    <a:pt x="2187" y="93"/>
                    <a:pt x="2187" y="93"/>
                  </a:cubicBezTo>
                  <a:lnTo>
                    <a:pt x="1990" y="33"/>
                  </a:lnTo>
                  <a:cubicBezTo>
                    <a:pt x="1990" y="33"/>
                    <a:pt x="1884" y="0"/>
                    <a:pt x="1838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E98AAC"/>
                </a:solidFill>
              </a:endParaRPr>
            </a:p>
          </p:txBody>
        </p:sp>
        <p:sp>
          <p:nvSpPr>
            <p:cNvPr id="7171" name="Google Shape;1572;p19">
              <a:extLst>
                <a:ext uri="{FF2B5EF4-FFF2-40B4-BE49-F238E27FC236}">
                  <a16:creationId xmlns:a16="http://schemas.microsoft.com/office/drawing/2014/main" id="{A93554A4-129A-D1A8-738C-E6649B50AD22}"/>
                </a:ext>
              </a:extLst>
            </p:cNvPr>
            <p:cNvSpPr/>
            <p:nvPr/>
          </p:nvSpPr>
          <p:spPr>
            <a:xfrm>
              <a:off x="6827849" y="3901333"/>
              <a:ext cx="615673" cy="526722"/>
            </a:xfrm>
            <a:custGeom>
              <a:avLst/>
              <a:gdLst/>
              <a:ahLst/>
              <a:cxnLst/>
              <a:rect l="l" t="t" r="r" b="b"/>
              <a:pathLst>
                <a:path w="5641" h="4826" extrusionOk="0">
                  <a:moveTo>
                    <a:pt x="3104" y="0"/>
                  </a:moveTo>
                  <a:cubicBezTo>
                    <a:pt x="3038" y="0"/>
                    <a:pt x="2988" y="2"/>
                    <a:pt x="2975" y="4"/>
                  </a:cubicBezTo>
                  <a:cubicBezTo>
                    <a:pt x="2964" y="7"/>
                    <a:pt x="2934" y="7"/>
                    <a:pt x="2895" y="7"/>
                  </a:cubicBezTo>
                  <a:cubicBezTo>
                    <a:pt x="2816" y="7"/>
                    <a:pt x="2699" y="4"/>
                    <a:pt x="2620" y="4"/>
                  </a:cubicBezTo>
                  <a:lnTo>
                    <a:pt x="2606" y="11"/>
                  </a:lnTo>
                  <a:cubicBezTo>
                    <a:pt x="2560" y="37"/>
                    <a:pt x="2508" y="70"/>
                    <a:pt x="2475" y="97"/>
                  </a:cubicBezTo>
                  <a:cubicBezTo>
                    <a:pt x="2416" y="149"/>
                    <a:pt x="2205" y="189"/>
                    <a:pt x="2179" y="202"/>
                  </a:cubicBezTo>
                  <a:cubicBezTo>
                    <a:pt x="2159" y="215"/>
                    <a:pt x="2001" y="294"/>
                    <a:pt x="1817" y="426"/>
                  </a:cubicBezTo>
                  <a:cubicBezTo>
                    <a:pt x="1626" y="557"/>
                    <a:pt x="1461" y="669"/>
                    <a:pt x="1349" y="768"/>
                  </a:cubicBezTo>
                  <a:cubicBezTo>
                    <a:pt x="1244" y="873"/>
                    <a:pt x="1343" y="860"/>
                    <a:pt x="1316" y="893"/>
                  </a:cubicBezTo>
                  <a:cubicBezTo>
                    <a:pt x="1306" y="903"/>
                    <a:pt x="1294" y="906"/>
                    <a:pt x="1280" y="906"/>
                  </a:cubicBezTo>
                  <a:cubicBezTo>
                    <a:pt x="1264" y="906"/>
                    <a:pt x="1247" y="902"/>
                    <a:pt x="1229" y="902"/>
                  </a:cubicBezTo>
                  <a:cubicBezTo>
                    <a:pt x="1212" y="902"/>
                    <a:pt x="1194" y="906"/>
                    <a:pt x="1178" y="919"/>
                  </a:cubicBezTo>
                  <a:cubicBezTo>
                    <a:pt x="1132" y="959"/>
                    <a:pt x="1060" y="1044"/>
                    <a:pt x="1007" y="1090"/>
                  </a:cubicBezTo>
                  <a:cubicBezTo>
                    <a:pt x="955" y="1130"/>
                    <a:pt x="652" y="1492"/>
                    <a:pt x="546" y="1591"/>
                  </a:cubicBezTo>
                  <a:cubicBezTo>
                    <a:pt x="448" y="1696"/>
                    <a:pt x="92" y="2091"/>
                    <a:pt x="53" y="2150"/>
                  </a:cubicBezTo>
                  <a:cubicBezTo>
                    <a:pt x="13" y="2203"/>
                    <a:pt x="0" y="2222"/>
                    <a:pt x="53" y="2249"/>
                  </a:cubicBezTo>
                  <a:cubicBezTo>
                    <a:pt x="62" y="2254"/>
                    <a:pt x="75" y="2256"/>
                    <a:pt x="92" y="2256"/>
                  </a:cubicBezTo>
                  <a:cubicBezTo>
                    <a:pt x="163" y="2256"/>
                    <a:pt x="289" y="2216"/>
                    <a:pt x="316" y="2189"/>
                  </a:cubicBezTo>
                  <a:cubicBezTo>
                    <a:pt x="335" y="2165"/>
                    <a:pt x="376" y="2124"/>
                    <a:pt x="437" y="2124"/>
                  </a:cubicBezTo>
                  <a:cubicBezTo>
                    <a:pt x="460" y="2124"/>
                    <a:pt x="485" y="2129"/>
                    <a:pt x="514" y="2143"/>
                  </a:cubicBezTo>
                  <a:cubicBezTo>
                    <a:pt x="619" y="2196"/>
                    <a:pt x="744" y="2249"/>
                    <a:pt x="797" y="2328"/>
                  </a:cubicBezTo>
                  <a:cubicBezTo>
                    <a:pt x="856" y="2407"/>
                    <a:pt x="1007" y="2571"/>
                    <a:pt x="1047" y="2630"/>
                  </a:cubicBezTo>
                  <a:cubicBezTo>
                    <a:pt x="1086" y="2696"/>
                    <a:pt x="1099" y="2782"/>
                    <a:pt x="1132" y="2821"/>
                  </a:cubicBezTo>
                  <a:cubicBezTo>
                    <a:pt x="1142" y="2833"/>
                    <a:pt x="1165" y="2840"/>
                    <a:pt x="1191" y="2840"/>
                  </a:cubicBezTo>
                  <a:cubicBezTo>
                    <a:pt x="1236" y="2840"/>
                    <a:pt x="1288" y="2821"/>
                    <a:pt x="1297" y="2775"/>
                  </a:cubicBezTo>
                  <a:cubicBezTo>
                    <a:pt x="1307" y="2716"/>
                    <a:pt x="1314" y="2653"/>
                    <a:pt x="1348" y="2653"/>
                  </a:cubicBezTo>
                  <a:cubicBezTo>
                    <a:pt x="1356" y="2653"/>
                    <a:pt x="1365" y="2656"/>
                    <a:pt x="1376" y="2663"/>
                  </a:cubicBezTo>
                  <a:cubicBezTo>
                    <a:pt x="1435" y="2696"/>
                    <a:pt x="1474" y="2762"/>
                    <a:pt x="1573" y="2854"/>
                  </a:cubicBezTo>
                  <a:cubicBezTo>
                    <a:pt x="1665" y="2953"/>
                    <a:pt x="1659" y="2953"/>
                    <a:pt x="1771" y="2999"/>
                  </a:cubicBezTo>
                  <a:cubicBezTo>
                    <a:pt x="1882" y="3052"/>
                    <a:pt x="1889" y="3019"/>
                    <a:pt x="1955" y="3078"/>
                  </a:cubicBezTo>
                  <a:cubicBezTo>
                    <a:pt x="2027" y="3144"/>
                    <a:pt x="2152" y="3177"/>
                    <a:pt x="2179" y="3190"/>
                  </a:cubicBezTo>
                  <a:cubicBezTo>
                    <a:pt x="2205" y="3203"/>
                    <a:pt x="2205" y="3183"/>
                    <a:pt x="2291" y="3295"/>
                  </a:cubicBezTo>
                  <a:cubicBezTo>
                    <a:pt x="2376" y="3414"/>
                    <a:pt x="2547" y="3453"/>
                    <a:pt x="2547" y="3453"/>
                  </a:cubicBezTo>
                  <a:cubicBezTo>
                    <a:pt x="2547" y="3453"/>
                    <a:pt x="2620" y="3519"/>
                    <a:pt x="2679" y="3578"/>
                  </a:cubicBezTo>
                  <a:cubicBezTo>
                    <a:pt x="2738" y="3644"/>
                    <a:pt x="2817" y="3710"/>
                    <a:pt x="2817" y="3762"/>
                  </a:cubicBezTo>
                  <a:cubicBezTo>
                    <a:pt x="2817" y="3815"/>
                    <a:pt x="2857" y="3887"/>
                    <a:pt x="2903" y="3914"/>
                  </a:cubicBezTo>
                  <a:cubicBezTo>
                    <a:pt x="2949" y="3940"/>
                    <a:pt x="3061" y="3953"/>
                    <a:pt x="3093" y="3986"/>
                  </a:cubicBezTo>
                  <a:cubicBezTo>
                    <a:pt x="3120" y="4026"/>
                    <a:pt x="3192" y="4098"/>
                    <a:pt x="3159" y="4151"/>
                  </a:cubicBezTo>
                  <a:cubicBezTo>
                    <a:pt x="3120" y="4197"/>
                    <a:pt x="3041" y="4249"/>
                    <a:pt x="3021" y="4276"/>
                  </a:cubicBezTo>
                  <a:cubicBezTo>
                    <a:pt x="2995" y="4309"/>
                    <a:pt x="2936" y="4302"/>
                    <a:pt x="2903" y="4374"/>
                  </a:cubicBezTo>
                  <a:cubicBezTo>
                    <a:pt x="2870" y="4447"/>
                    <a:pt x="2857" y="4467"/>
                    <a:pt x="2870" y="4585"/>
                  </a:cubicBezTo>
                  <a:cubicBezTo>
                    <a:pt x="2883" y="4657"/>
                    <a:pt x="2863" y="4796"/>
                    <a:pt x="2968" y="4822"/>
                  </a:cubicBezTo>
                  <a:cubicBezTo>
                    <a:pt x="2976" y="4825"/>
                    <a:pt x="2984" y="4826"/>
                    <a:pt x="2992" y="4826"/>
                  </a:cubicBezTo>
                  <a:cubicBezTo>
                    <a:pt x="3087" y="4826"/>
                    <a:pt x="3204" y="4659"/>
                    <a:pt x="3271" y="4605"/>
                  </a:cubicBezTo>
                  <a:cubicBezTo>
                    <a:pt x="3317" y="4565"/>
                    <a:pt x="3376" y="4559"/>
                    <a:pt x="3416" y="4519"/>
                  </a:cubicBezTo>
                  <a:cubicBezTo>
                    <a:pt x="3515" y="4414"/>
                    <a:pt x="3574" y="4249"/>
                    <a:pt x="3620" y="4111"/>
                  </a:cubicBezTo>
                  <a:cubicBezTo>
                    <a:pt x="3653" y="4012"/>
                    <a:pt x="3679" y="3907"/>
                    <a:pt x="3752" y="3828"/>
                  </a:cubicBezTo>
                  <a:cubicBezTo>
                    <a:pt x="3791" y="3789"/>
                    <a:pt x="3850" y="3762"/>
                    <a:pt x="3896" y="3723"/>
                  </a:cubicBezTo>
                  <a:cubicBezTo>
                    <a:pt x="3982" y="3657"/>
                    <a:pt x="4002" y="3545"/>
                    <a:pt x="4087" y="3479"/>
                  </a:cubicBezTo>
                  <a:cubicBezTo>
                    <a:pt x="4173" y="3414"/>
                    <a:pt x="4272" y="3361"/>
                    <a:pt x="4364" y="3308"/>
                  </a:cubicBezTo>
                  <a:cubicBezTo>
                    <a:pt x="4502" y="3236"/>
                    <a:pt x="4805" y="2979"/>
                    <a:pt x="4857" y="2894"/>
                  </a:cubicBezTo>
                  <a:cubicBezTo>
                    <a:pt x="4910" y="2802"/>
                    <a:pt x="5318" y="2071"/>
                    <a:pt x="5417" y="1874"/>
                  </a:cubicBezTo>
                  <a:cubicBezTo>
                    <a:pt x="5436" y="1834"/>
                    <a:pt x="5469" y="1788"/>
                    <a:pt x="5509" y="1735"/>
                  </a:cubicBezTo>
                  <a:cubicBezTo>
                    <a:pt x="5515" y="1722"/>
                    <a:pt x="5522" y="1716"/>
                    <a:pt x="5529" y="1709"/>
                  </a:cubicBezTo>
                  <a:cubicBezTo>
                    <a:pt x="5548" y="1683"/>
                    <a:pt x="5568" y="1656"/>
                    <a:pt x="5588" y="1637"/>
                  </a:cubicBezTo>
                  <a:cubicBezTo>
                    <a:pt x="5561" y="1584"/>
                    <a:pt x="5542" y="1551"/>
                    <a:pt x="5542" y="1544"/>
                  </a:cubicBezTo>
                  <a:cubicBezTo>
                    <a:pt x="5522" y="1512"/>
                    <a:pt x="5496" y="1479"/>
                    <a:pt x="5496" y="1479"/>
                  </a:cubicBezTo>
                  <a:cubicBezTo>
                    <a:pt x="5496" y="1479"/>
                    <a:pt x="5459" y="1490"/>
                    <a:pt x="5432" y="1490"/>
                  </a:cubicBezTo>
                  <a:cubicBezTo>
                    <a:pt x="5423" y="1490"/>
                    <a:pt x="5415" y="1489"/>
                    <a:pt x="5410" y="1485"/>
                  </a:cubicBezTo>
                  <a:cubicBezTo>
                    <a:pt x="5408" y="1484"/>
                    <a:pt x="5406" y="1483"/>
                    <a:pt x="5403" y="1483"/>
                  </a:cubicBezTo>
                  <a:cubicBezTo>
                    <a:pt x="5389" y="1483"/>
                    <a:pt x="5368" y="1503"/>
                    <a:pt x="5343" y="1503"/>
                  </a:cubicBezTo>
                  <a:cubicBezTo>
                    <a:pt x="5331" y="1503"/>
                    <a:pt x="5318" y="1499"/>
                    <a:pt x="5305" y="1485"/>
                  </a:cubicBezTo>
                  <a:cubicBezTo>
                    <a:pt x="5285" y="1465"/>
                    <a:pt x="5280" y="1460"/>
                    <a:pt x="5283" y="1460"/>
                  </a:cubicBezTo>
                  <a:cubicBezTo>
                    <a:pt x="5285" y="1460"/>
                    <a:pt x="5293" y="1464"/>
                    <a:pt x="5301" y="1464"/>
                  </a:cubicBezTo>
                  <a:cubicBezTo>
                    <a:pt x="5308" y="1464"/>
                    <a:pt x="5314" y="1462"/>
                    <a:pt x="5318" y="1452"/>
                  </a:cubicBezTo>
                  <a:cubicBezTo>
                    <a:pt x="5338" y="1419"/>
                    <a:pt x="5410" y="1347"/>
                    <a:pt x="5436" y="1288"/>
                  </a:cubicBezTo>
                  <a:cubicBezTo>
                    <a:pt x="5463" y="1229"/>
                    <a:pt x="5436" y="1169"/>
                    <a:pt x="5456" y="1156"/>
                  </a:cubicBezTo>
                  <a:cubicBezTo>
                    <a:pt x="5476" y="1136"/>
                    <a:pt x="5555" y="1117"/>
                    <a:pt x="5608" y="1005"/>
                  </a:cubicBezTo>
                  <a:cubicBezTo>
                    <a:pt x="5640" y="943"/>
                    <a:pt x="5603" y="930"/>
                    <a:pt x="5560" y="930"/>
                  </a:cubicBezTo>
                  <a:cubicBezTo>
                    <a:pt x="5525" y="930"/>
                    <a:pt x="5485" y="939"/>
                    <a:pt x="5476" y="939"/>
                  </a:cubicBezTo>
                  <a:cubicBezTo>
                    <a:pt x="5456" y="939"/>
                    <a:pt x="5226" y="972"/>
                    <a:pt x="5153" y="972"/>
                  </a:cubicBezTo>
                  <a:cubicBezTo>
                    <a:pt x="5081" y="972"/>
                    <a:pt x="4910" y="880"/>
                    <a:pt x="4851" y="801"/>
                  </a:cubicBezTo>
                  <a:cubicBezTo>
                    <a:pt x="4798" y="722"/>
                    <a:pt x="4337" y="373"/>
                    <a:pt x="4324" y="334"/>
                  </a:cubicBezTo>
                  <a:cubicBezTo>
                    <a:pt x="4311" y="301"/>
                    <a:pt x="4239" y="287"/>
                    <a:pt x="4239" y="287"/>
                  </a:cubicBezTo>
                  <a:cubicBezTo>
                    <a:pt x="4239" y="287"/>
                    <a:pt x="3995" y="241"/>
                    <a:pt x="3923" y="222"/>
                  </a:cubicBezTo>
                  <a:cubicBezTo>
                    <a:pt x="3857" y="195"/>
                    <a:pt x="3673" y="90"/>
                    <a:pt x="3528" y="44"/>
                  </a:cubicBezTo>
                  <a:cubicBezTo>
                    <a:pt x="3431" y="9"/>
                    <a:pt x="3235" y="0"/>
                    <a:pt x="3104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E98AAC"/>
                </a:solidFill>
              </a:endParaRPr>
            </a:p>
          </p:txBody>
        </p:sp>
        <p:sp>
          <p:nvSpPr>
            <p:cNvPr id="7172" name="Google Shape;1573;p19">
              <a:extLst>
                <a:ext uri="{FF2B5EF4-FFF2-40B4-BE49-F238E27FC236}">
                  <a16:creationId xmlns:a16="http://schemas.microsoft.com/office/drawing/2014/main" id="{9F7EF37B-3CA9-36F1-1C93-E727BC4B5810}"/>
                </a:ext>
              </a:extLst>
            </p:cNvPr>
            <p:cNvSpPr/>
            <p:nvPr/>
          </p:nvSpPr>
          <p:spPr>
            <a:xfrm>
              <a:off x="6717180" y="1512208"/>
              <a:ext cx="1000728" cy="993961"/>
            </a:xfrm>
            <a:custGeom>
              <a:avLst/>
              <a:gdLst/>
              <a:ahLst/>
              <a:cxnLst/>
              <a:rect l="l" t="t" r="r" b="b"/>
              <a:pathLst>
                <a:path w="9169" h="9107" extrusionOk="0">
                  <a:moveTo>
                    <a:pt x="2771" y="0"/>
                  </a:moveTo>
                  <a:cubicBezTo>
                    <a:pt x="2711" y="0"/>
                    <a:pt x="2636" y="9"/>
                    <a:pt x="2594" y="51"/>
                  </a:cubicBezTo>
                  <a:cubicBezTo>
                    <a:pt x="2535" y="110"/>
                    <a:pt x="2484" y="125"/>
                    <a:pt x="2450" y="125"/>
                  </a:cubicBezTo>
                  <a:cubicBezTo>
                    <a:pt x="2442" y="125"/>
                    <a:pt x="2435" y="125"/>
                    <a:pt x="2429" y="123"/>
                  </a:cubicBezTo>
                  <a:cubicBezTo>
                    <a:pt x="2396" y="117"/>
                    <a:pt x="2179" y="25"/>
                    <a:pt x="2179" y="25"/>
                  </a:cubicBezTo>
                  <a:cubicBezTo>
                    <a:pt x="2179" y="25"/>
                    <a:pt x="2054" y="183"/>
                    <a:pt x="2094" y="202"/>
                  </a:cubicBezTo>
                  <a:cubicBezTo>
                    <a:pt x="2140" y="229"/>
                    <a:pt x="2199" y="321"/>
                    <a:pt x="2199" y="341"/>
                  </a:cubicBezTo>
                  <a:cubicBezTo>
                    <a:pt x="2199" y="341"/>
                    <a:pt x="2225" y="498"/>
                    <a:pt x="2153" y="525"/>
                  </a:cubicBezTo>
                  <a:cubicBezTo>
                    <a:pt x="2140" y="529"/>
                    <a:pt x="2126" y="531"/>
                    <a:pt x="2112" y="531"/>
                  </a:cubicBezTo>
                  <a:cubicBezTo>
                    <a:pt x="2043" y="531"/>
                    <a:pt x="1957" y="487"/>
                    <a:pt x="1903" y="466"/>
                  </a:cubicBezTo>
                  <a:cubicBezTo>
                    <a:pt x="1856" y="452"/>
                    <a:pt x="1757" y="438"/>
                    <a:pt x="1694" y="438"/>
                  </a:cubicBezTo>
                  <a:cubicBezTo>
                    <a:pt x="1667" y="438"/>
                    <a:pt x="1647" y="440"/>
                    <a:pt x="1639" y="446"/>
                  </a:cubicBezTo>
                  <a:cubicBezTo>
                    <a:pt x="1610" y="463"/>
                    <a:pt x="1565" y="486"/>
                    <a:pt x="1504" y="486"/>
                  </a:cubicBezTo>
                  <a:cubicBezTo>
                    <a:pt x="1497" y="486"/>
                    <a:pt x="1489" y="486"/>
                    <a:pt x="1481" y="485"/>
                  </a:cubicBezTo>
                  <a:cubicBezTo>
                    <a:pt x="1409" y="479"/>
                    <a:pt x="1291" y="426"/>
                    <a:pt x="1284" y="426"/>
                  </a:cubicBezTo>
                  <a:cubicBezTo>
                    <a:pt x="1281" y="426"/>
                    <a:pt x="1273" y="420"/>
                    <a:pt x="1255" y="420"/>
                  </a:cubicBezTo>
                  <a:cubicBezTo>
                    <a:pt x="1238" y="420"/>
                    <a:pt x="1212" y="426"/>
                    <a:pt x="1172" y="452"/>
                  </a:cubicBezTo>
                  <a:cubicBezTo>
                    <a:pt x="1100" y="505"/>
                    <a:pt x="1027" y="617"/>
                    <a:pt x="994" y="630"/>
                  </a:cubicBezTo>
                  <a:cubicBezTo>
                    <a:pt x="992" y="631"/>
                    <a:pt x="989" y="631"/>
                    <a:pt x="985" y="631"/>
                  </a:cubicBezTo>
                  <a:cubicBezTo>
                    <a:pt x="955" y="631"/>
                    <a:pt x="890" y="617"/>
                    <a:pt x="837" y="617"/>
                  </a:cubicBezTo>
                  <a:cubicBezTo>
                    <a:pt x="810" y="617"/>
                    <a:pt x="787" y="620"/>
                    <a:pt x="771" y="630"/>
                  </a:cubicBezTo>
                  <a:cubicBezTo>
                    <a:pt x="711" y="656"/>
                    <a:pt x="751" y="755"/>
                    <a:pt x="679" y="762"/>
                  </a:cubicBezTo>
                  <a:cubicBezTo>
                    <a:pt x="675" y="762"/>
                    <a:pt x="672" y="762"/>
                    <a:pt x="669" y="762"/>
                  </a:cubicBezTo>
                  <a:cubicBezTo>
                    <a:pt x="598" y="762"/>
                    <a:pt x="520" y="701"/>
                    <a:pt x="483" y="701"/>
                  </a:cubicBezTo>
                  <a:cubicBezTo>
                    <a:pt x="480" y="701"/>
                    <a:pt x="477" y="701"/>
                    <a:pt x="475" y="703"/>
                  </a:cubicBezTo>
                  <a:cubicBezTo>
                    <a:pt x="448" y="709"/>
                    <a:pt x="389" y="814"/>
                    <a:pt x="369" y="847"/>
                  </a:cubicBezTo>
                  <a:cubicBezTo>
                    <a:pt x="349" y="880"/>
                    <a:pt x="159" y="926"/>
                    <a:pt x="145" y="926"/>
                  </a:cubicBezTo>
                  <a:cubicBezTo>
                    <a:pt x="139" y="926"/>
                    <a:pt x="119" y="926"/>
                    <a:pt x="86" y="920"/>
                  </a:cubicBezTo>
                  <a:lnTo>
                    <a:pt x="40" y="1677"/>
                  </a:lnTo>
                  <a:cubicBezTo>
                    <a:pt x="40" y="1677"/>
                    <a:pt x="1" y="1933"/>
                    <a:pt x="40" y="2025"/>
                  </a:cubicBezTo>
                  <a:cubicBezTo>
                    <a:pt x="80" y="2117"/>
                    <a:pt x="159" y="2131"/>
                    <a:pt x="185" y="2203"/>
                  </a:cubicBezTo>
                  <a:cubicBezTo>
                    <a:pt x="211" y="2275"/>
                    <a:pt x="211" y="2400"/>
                    <a:pt x="284" y="2499"/>
                  </a:cubicBezTo>
                  <a:cubicBezTo>
                    <a:pt x="356" y="2598"/>
                    <a:pt x="336" y="2572"/>
                    <a:pt x="402" y="2624"/>
                  </a:cubicBezTo>
                  <a:cubicBezTo>
                    <a:pt x="468" y="2683"/>
                    <a:pt x="507" y="2716"/>
                    <a:pt x="507" y="2716"/>
                  </a:cubicBezTo>
                  <a:lnTo>
                    <a:pt x="738" y="2716"/>
                  </a:lnTo>
                  <a:cubicBezTo>
                    <a:pt x="738" y="2716"/>
                    <a:pt x="705" y="2789"/>
                    <a:pt x="738" y="2855"/>
                  </a:cubicBezTo>
                  <a:cubicBezTo>
                    <a:pt x="771" y="2920"/>
                    <a:pt x="777" y="2927"/>
                    <a:pt x="922" y="2999"/>
                  </a:cubicBezTo>
                  <a:cubicBezTo>
                    <a:pt x="1073" y="3072"/>
                    <a:pt x="1192" y="3098"/>
                    <a:pt x="1231" y="3124"/>
                  </a:cubicBezTo>
                  <a:cubicBezTo>
                    <a:pt x="1240" y="3130"/>
                    <a:pt x="1250" y="3131"/>
                    <a:pt x="1263" y="3131"/>
                  </a:cubicBezTo>
                  <a:cubicBezTo>
                    <a:pt x="1276" y="3131"/>
                    <a:pt x="1291" y="3130"/>
                    <a:pt x="1307" y="3130"/>
                  </a:cubicBezTo>
                  <a:cubicBezTo>
                    <a:pt x="1346" y="3130"/>
                    <a:pt x="1389" y="3140"/>
                    <a:pt x="1422" y="3210"/>
                  </a:cubicBezTo>
                  <a:cubicBezTo>
                    <a:pt x="1475" y="3342"/>
                    <a:pt x="1508" y="3381"/>
                    <a:pt x="1534" y="3394"/>
                  </a:cubicBezTo>
                  <a:cubicBezTo>
                    <a:pt x="1558" y="3400"/>
                    <a:pt x="1597" y="3463"/>
                    <a:pt x="1698" y="3463"/>
                  </a:cubicBezTo>
                  <a:cubicBezTo>
                    <a:pt x="1710" y="3463"/>
                    <a:pt x="1724" y="3462"/>
                    <a:pt x="1738" y="3460"/>
                  </a:cubicBezTo>
                  <a:cubicBezTo>
                    <a:pt x="1870" y="3434"/>
                    <a:pt x="2008" y="3342"/>
                    <a:pt x="2008" y="3342"/>
                  </a:cubicBezTo>
                  <a:lnTo>
                    <a:pt x="2061" y="3427"/>
                  </a:lnTo>
                  <a:cubicBezTo>
                    <a:pt x="2061" y="3427"/>
                    <a:pt x="1955" y="3493"/>
                    <a:pt x="1890" y="3546"/>
                  </a:cubicBezTo>
                  <a:cubicBezTo>
                    <a:pt x="1824" y="3605"/>
                    <a:pt x="1784" y="3579"/>
                    <a:pt x="1778" y="3710"/>
                  </a:cubicBezTo>
                  <a:cubicBezTo>
                    <a:pt x="1771" y="3842"/>
                    <a:pt x="1811" y="3921"/>
                    <a:pt x="1738" y="4052"/>
                  </a:cubicBezTo>
                  <a:cubicBezTo>
                    <a:pt x="1666" y="4184"/>
                    <a:pt x="1297" y="4875"/>
                    <a:pt x="1218" y="5092"/>
                  </a:cubicBezTo>
                  <a:cubicBezTo>
                    <a:pt x="1133" y="5309"/>
                    <a:pt x="705" y="6185"/>
                    <a:pt x="632" y="6356"/>
                  </a:cubicBezTo>
                  <a:cubicBezTo>
                    <a:pt x="554" y="6520"/>
                    <a:pt x="356" y="6711"/>
                    <a:pt x="356" y="6757"/>
                  </a:cubicBezTo>
                  <a:cubicBezTo>
                    <a:pt x="356" y="6810"/>
                    <a:pt x="396" y="6889"/>
                    <a:pt x="428" y="6909"/>
                  </a:cubicBezTo>
                  <a:cubicBezTo>
                    <a:pt x="461" y="6922"/>
                    <a:pt x="593" y="7231"/>
                    <a:pt x="593" y="7231"/>
                  </a:cubicBezTo>
                  <a:cubicBezTo>
                    <a:pt x="692" y="7264"/>
                    <a:pt x="790" y="7369"/>
                    <a:pt x="790" y="7369"/>
                  </a:cubicBezTo>
                  <a:cubicBezTo>
                    <a:pt x="790" y="7369"/>
                    <a:pt x="758" y="7494"/>
                    <a:pt x="790" y="7600"/>
                  </a:cubicBezTo>
                  <a:cubicBezTo>
                    <a:pt x="823" y="7712"/>
                    <a:pt x="830" y="7738"/>
                    <a:pt x="876" y="7804"/>
                  </a:cubicBezTo>
                  <a:cubicBezTo>
                    <a:pt x="922" y="7863"/>
                    <a:pt x="929" y="7995"/>
                    <a:pt x="929" y="8021"/>
                  </a:cubicBezTo>
                  <a:cubicBezTo>
                    <a:pt x="929" y="8054"/>
                    <a:pt x="988" y="8232"/>
                    <a:pt x="994" y="8258"/>
                  </a:cubicBezTo>
                  <a:cubicBezTo>
                    <a:pt x="1008" y="8291"/>
                    <a:pt x="1073" y="8278"/>
                    <a:pt x="1093" y="8324"/>
                  </a:cubicBezTo>
                  <a:cubicBezTo>
                    <a:pt x="1120" y="8363"/>
                    <a:pt x="1152" y="8436"/>
                    <a:pt x="1179" y="8475"/>
                  </a:cubicBezTo>
                  <a:cubicBezTo>
                    <a:pt x="1205" y="8508"/>
                    <a:pt x="1330" y="8488"/>
                    <a:pt x="1350" y="8521"/>
                  </a:cubicBezTo>
                  <a:cubicBezTo>
                    <a:pt x="1370" y="8561"/>
                    <a:pt x="1429" y="8686"/>
                    <a:pt x="1429" y="8686"/>
                  </a:cubicBezTo>
                  <a:lnTo>
                    <a:pt x="1600" y="8765"/>
                  </a:lnTo>
                  <a:lnTo>
                    <a:pt x="1837" y="8765"/>
                  </a:lnTo>
                  <a:lnTo>
                    <a:pt x="5259" y="9015"/>
                  </a:lnTo>
                  <a:lnTo>
                    <a:pt x="6232" y="9080"/>
                  </a:lnTo>
                  <a:lnTo>
                    <a:pt x="6232" y="9080"/>
                  </a:lnTo>
                  <a:cubicBezTo>
                    <a:pt x="6262" y="9011"/>
                    <a:pt x="6314" y="8893"/>
                    <a:pt x="6325" y="8870"/>
                  </a:cubicBezTo>
                  <a:cubicBezTo>
                    <a:pt x="6339" y="8837"/>
                    <a:pt x="6424" y="8686"/>
                    <a:pt x="6470" y="8561"/>
                  </a:cubicBezTo>
                  <a:cubicBezTo>
                    <a:pt x="6516" y="8442"/>
                    <a:pt x="6589" y="8462"/>
                    <a:pt x="6641" y="8429"/>
                  </a:cubicBezTo>
                  <a:cubicBezTo>
                    <a:pt x="6694" y="8396"/>
                    <a:pt x="6707" y="8337"/>
                    <a:pt x="6747" y="8278"/>
                  </a:cubicBezTo>
                  <a:cubicBezTo>
                    <a:pt x="6779" y="8218"/>
                    <a:pt x="6852" y="8172"/>
                    <a:pt x="6924" y="8087"/>
                  </a:cubicBezTo>
                  <a:cubicBezTo>
                    <a:pt x="6990" y="8001"/>
                    <a:pt x="7030" y="7731"/>
                    <a:pt x="7016" y="7666"/>
                  </a:cubicBezTo>
                  <a:cubicBezTo>
                    <a:pt x="7010" y="7600"/>
                    <a:pt x="6891" y="7514"/>
                    <a:pt x="6872" y="7468"/>
                  </a:cubicBezTo>
                  <a:cubicBezTo>
                    <a:pt x="6858" y="7429"/>
                    <a:pt x="6832" y="7356"/>
                    <a:pt x="6839" y="7323"/>
                  </a:cubicBezTo>
                  <a:cubicBezTo>
                    <a:pt x="6845" y="7297"/>
                    <a:pt x="6918" y="7205"/>
                    <a:pt x="6931" y="7080"/>
                  </a:cubicBezTo>
                  <a:cubicBezTo>
                    <a:pt x="6937" y="6961"/>
                    <a:pt x="6970" y="7021"/>
                    <a:pt x="6997" y="6961"/>
                  </a:cubicBezTo>
                  <a:cubicBezTo>
                    <a:pt x="7016" y="6896"/>
                    <a:pt x="7095" y="6869"/>
                    <a:pt x="7135" y="6823"/>
                  </a:cubicBezTo>
                  <a:cubicBezTo>
                    <a:pt x="7181" y="6784"/>
                    <a:pt x="7280" y="6790"/>
                    <a:pt x="7326" y="6764"/>
                  </a:cubicBezTo>
                  <a:cubicBezTo>
                    <a:pt x="7365" y="6731"/>
                    <a:pt x="7510" y="6547"/>
                    <a:pt x="7576" y="6461"/>
                  </a:cubicBezTo>
                  <a:cubicBezTo>
                    <a:pt x="7642" y="6382"/>
                    <a:pt x="7628" y="6349"/>
                    <a:pt x="7628" y="6303"/>
                  </a:cubicBezTo>
                  <a:cubicBezTo>
                    <a:pt x="7628" y="6264"/>
                    <a:pt x="7628" y="6218"/>
                    <a:pt x="7655" y="6198"/>
                  </a:cubicBezTo>
                  <a:cubicBezTo>
                    <a:pt x="7681" y="6172"/>
                    <a:pt x="7734" y="6119"/>
                    <a:pt x="7747" y="6079"/>
                  </a:cubicBezTo>
                  <a:cubicBezTo>
                    <a:pt x="7760" y="6047"/>
                    <a:pt x="7694" y="5948"/>
                    <a:pt x="7681" y="5935"/>
                  </a:cubicBezTo>
                  <a:cubicBezTo>
                    <a:pt x="7661" y="5922"/>
                    <a:pt x="7569" y="5823"/>
                    <a:pt x="7543" y="5816"/>
                  </a:cubicBezTo>
                  <a:cubicBezTo>
                    <a:pt x="7517" y="5810"/>
                    <a:pt x="7372" y="5803"/>
                    <a:pt x="7332" y="5790"/>
                  </a:cubicBezTo>
                  <a:cubicBezTo>
                    <a:pt x="7286" y="5777"/>
                    <a:pt x="7438" y="5717"/>
                    <a:pt x="7477" y="5678"/>
                  </a:cubicBezTo>
                  <a:cubicBezTo>
                    <a:pt x="7503" y="5652"/>
                    <a:pt x="7569" y="5612"/>
                    <a:pt x="7622" y="5546"/>
                  </a:cubicBezTo>
                  <a:cubicBezTo>
                    <a:pt x="7642" y="5527"/>
                    <a:pt x="7655" y="5507"/>
                    <a:pt x="7675" y="5481"/>
                  </a:cubicBezTo>
                  <a:cubicBezTo>
                    <a:pt x="7740" y="5382"/>
                    <a:pt x="7773" y="5388"/>
                    <a:pt x="7819" y="5349"/>
                  </a:cubicBezTo>
                  <a:cubicBezTo>
                    <a:pt x="7859" y="5309"/>
                    <a:pt x="7977" y="5270"/>
                    <a:pt x="8083" y="5211"/>
                  </a:cubicBezTo>
                  <a:cubicBezTo>
                    <a:pt x="8135" y="5178"/>
                    <a:pt x="8181" y="5125"/>
                    <a:pt x="8221" y="5066"/>
                  </a:cubicBezTo>
                  <a:cubicBezTo>
                    <a:pt x="8254" y="5026"/>
                    <a:pt x="8280" y="4980"/>
                    <a:pt x="8313" y="4941"/>
                  </a:cubicBezTo>
                  <a:cubicBezTo>
                    <a:pt x="8379" y="4855"/>
                    <a:pt x="8392" y="4816"/>
                    <a:pt x="8445" y="4730"/>
                  </a:cubicBezTo>
                  <a:cubicBezTo>
                    <a:pt x="8504" y="4645"/>
                    <a:pt x="8477" y="4625"/>
                    <a:pt x="8497" y="4566"/>
                  </a:cubicBezTo>
                  <a:cubicBezTo>
                    <a:pt x="8517" y="4513"/>
                    <a:pt x="8596" y="4447"/>
                    <a:pt x="8662" y="4362"/>
                  </a:cubicBezTo>
                  <a:cubicBezTo>
                    <a:pt x="8721" y="4276"/>
                    <a:pt x="8747" y="4217"/>
                    <a:pt x="8767" y="4151"/>
                  </a:cubicBezTo>
                  <a:cubicBezTo>
                    <a:pt x="8793" y="4085"/>
                    <a:pt x="8793" y="3973"/>
                    <a:pt x="8820" y="3881"/>
                  </a:cubicBezTo>
                  <a:cubicBezTo>
                    <a:pt x="8839" y="3796"/>
                    <a:pt x="8938" y="3664"/>
                    <a:pt x="8997" y="3559"/>
                  </a:cubicBezTo>
                  <a:cubicBezTo>
                    <a:pt x="9050" y="3460"/>
                    <a:pt x="9142" y="3124"/>
                    <a:pt x="9162" y="2953"/>
                  </a:cubicBezTo>
                  <a:cubicBezTo>
                    <a:pt x="9169" y="2855"/>
                    <a:pt x="9169" y="2683"/>
                    <a:pt x="9169" y="2552"/>
                  </a:cubicBezTo>
                  <a:lnTo>
                    <a:pt x="9162" y="2552"/>
                  </a:lnTo>
                  <a:cubicBezTo>
                    <a:pt x="9149" y="2545"/>
                    <a:pt x="9129" y="2539"/>
                    <a:pt x="9116" y="2539"/>
                  </a:cubicBezTo>
                  <a:cubicBezTo>
                    <a:pt x="9043" y="2512"/>
                    <a:pt x="8958" y="2486"/>
                    <a:pt x="8879" y="2466"/>
                  </a:cubicBezTo>
                  <a:cubicBezTo>
                    <a:pt x="8866" y="2460"/>
                    <a:pt x="8853" y="2453"/>
                    <a:pt x="8839" y="2453"/>
                  </a:cubicBezTo>
                  <a:cubicBezTo>
                    <a:pt x="8800" y="2440"/>
                    <a:pt x="8760" y="2427"/>
                    <a:pt x="8728" y="2420"/>
                  </a:cubicBezTo>
                  <a:lnTo>
                    <a:pt x="8675" y="2407"/>
                  </a:lnTo>
                  <a:cubicBezTo>
                    <a:pt x="8655" y="2400"/>
                    <a:pt x="8629" y="2394"/>
                    <a:pt x="8609" y="2387"/>
                  </a:cubicBezTo>
                  <a:cubicBezTo>
                    <a:pt x="8576" y="2374"/>
                    <a:pt x="8537" y="2368"/>
                    <a:pt x="8504" y="2354"/>
                  </a:cubicBezTo>
                  <a:cubicBezTo>
                    <a:pt x="8484" y="2348"/>
                    <a:pt x="8464" y="2348"/>
                    <a:pt x="8445" y="2341"/>
                  </a:cubicBezTo>
                  <a:lnTo>
                    <a:pt x="8418" y="2335"/>
                  </a:lnTo>
                  <a:cubicBezTo>
                    <a:pt x="8405" y="2328"/>
                    <a:pt x="8399" y="2328"/>
                    <a:pt x="8385" y="2322"/>
                  </a:cubicBezTo>
                  <a:cubicBezTo>
                    <a:pt x="8359" y="2315"/>
                    <a:pt x="8333" y="2308"/>
                    <a:pt x="8313" y="2308"/>
                  </a:cubicBezTo>
                  <a:cubicBezTo>
                    <a:pt x="8306" y="2308"/>
                    <a:pt x="8300" y="2302"/>
                    <a:pt x="8293" y="2302"/>
                  </a:cubicBezTo>
                  <a:cubicBezTo>
                    <a:pt x="8273" y="2295"/>
                    <a:pt x="8260" y="2295"/>
                    <a:pt x="8254" y="2295"/>
                  </a:cubicBezTo>
                  <a:cubicBezTo>
                    <a:pt x="8077" y="2268"/>
                    <a:pt x="7896" y="2237"/>
                    <a:pt x="7820" y="2237"/>
                  </a:cubicBezTo>
                  <a:cubicBezTo>
                    <a:pt x="7803" y="2237"/>
                    <a:pt x="7791" y="2239"/>
                    <a:pt x="7786" y="2243"/>
                  </a:cubicBezTo>
                  <a:cubicBezTo>
                    <a:pt x="7779" y="2248"/>
                    <a:pt x="7762" y="2250"/>
                    <a:pt x="7741" y="2250"/>
                  </a:cubicBezTo>
                  <a:cubicBezTo>
                    <a:pt x="7685" y="2250"/>
                    <a:pt x="7599" y="2236"/>
                    <a:pt x="7589" y="2236"/>
                  </a:cubicBezTo>
                  <a:cubicBezTo>
                    <a:pt x="7576" y="2236"/>
                    <a:pt x="7451" y="2196"/>
                    <a:pt x="7477" y="2157"/>
                  </a:cubicBezTo>
                  <a:cubicBezTo>
                    <a:pt x="7497" y="2124"/>
                    <a:pt x="7536" y="2071"/>
                    <a:pt x="7536" y="2071"/>
                  </a:cubicBezTo>
                  <a:cubicBezTo>
                    <a:pt x="7536" y="2071"/>
                    <a:pt x="7477" y="1979"/>
                    <a:pt x="7444" y="1979"/>
                  </a:cubicBezTo>
                  <a:cubicBezTo>
                    <a:pt x="7427" y="1979"/>
                    <a:pt x="7374" y="1973"/>
                    <a:pt x="7327" y="1973"/>
                  </a:cubicBezTo>
                  <a:cubicBezTo>
                    <a:pt x="7304" y="1973"/>
                    <a:pt x="7282" y="1975"/>
                    <a:pt x="7267" y="1979"/>
                  </a:cubicBezTo>
                  <a:cubicBezTo>
                    <a:pt x="7214" y="1992"/>
                    <a:pt x="7102" y="1992"/>
                    <a:pt x="7102" y="1992"/>
                  </a:cubicBezTo>
                  <a:cubicBezTo>
                    <a:pt x="7102" y="1992"/>
                    <a:pt x="7003" y="1973"/>
                    <a:pt x="6977" y="1907"/>
                  </a:cubicBezTo>
                  <a:cubicBezTo>
                    <a:pt x="6944" y="1841"/>
                    <a:pt x="6832" y="1709"/>
                    <a:pt x="6826" y="1690"/>
                  </a:cubicBezTo>
                  <a:cubicBezTo>
                    <a:pt x="6812" y="1663"/>
                    <a:pt x="6674" y="1584"/>
                    <a:pt x="6661" y="1584"/>
                  </a:cubicBezTo>
                  <a:lnTo>
                    <a:pt x="6556" y="1584"/>
                  </a:lnTo>
                  <a:cubicBezTo>
                    <a:pt x="6556" y="1584"/>
                    <a:pt x="6437" y="1584"/>
                    <a:pt x="6424" y="1571"/>
                  </a:cubicBezTo>
                  <a:cubicBezTo>
                    <a:pt x="6398" y="1545"/>
                    <a:pt x="6411" y="1492"/>
                    <a:pt x="6411" y="1459"/>
                  </a:cubicBezTo>
                  <a:cubicBezTo>
                    <a:pt x="6411" y="1413"/>
                    <a:pt x="6398" y="1394"/>
                    <a:pt x="6385" y="1354"/>
                  </a:cubicBezTo>
                  <a:cubicBezTo>
                    <a:pt x="6385" y="1347"/>
                    <a:pt x="6385" y="1334"/>
                    <a:pt x="6378" y="1328"/>
                  </a:cubicBezTo>
                  <a:cubicBezTo>
                    <a:pt x="6358" y="1334"/>
                    <a:pt x="6332" y="1341"/>
                    <a:pt x="6312" y="1347"/>
                  </a:cubicBezTo>
                  <a:cubicBezTo>
                    <a:pt x="6246" y="1361"/>
                    <a:pt x="6200" y="1387"/>
                    <a:pt x="6135" y="1407"/>
                  </a:cubicBezTo>
                  <a:cubicBezTo>
                    <a:pt x="6082" y="1420"/>
                    <a:pt x="6016" y="1545"/>
                    <a:pt x="5996" y="1584"/>
                  </a:cubicBezTo>
                  <a:cubicBezTo>
                    <a:pt x="5977" y="1617"/>
                    <a:pt x="5924" y="1690"/>
                    <a:pt x="5878" y="1716"/>
                  </a:cubicBezTo>
                  <a:cubicBezTo>
                    <a:pt x="5838" y="1749"/>
                    <a:pt x="5779" y="1756"/>
                    <a:pt x="5720" y="1782"/>
                  </a:cubicBezTo>
                  <a:cubicBezTo>
                    <a:pt x="5667" y="1815"/>
                    <a:pt x="5608" y="1861"/>
                    <a:pt x="5582" y="1913"/>
                  </a:cubicBezTo>
                  <a:cubicBezTo>
                    <a:pt x="5555" y="1960"/>
                    <a:pt x="5503" y="2144"/>
                    <a:pt x="5503" y="2144"/>
                  </a:cubicBezTo>
                  <a:cubicBezTo>
                    <a:pt x="5503" y="2144"/>
                    <a:pt x="5384" y="2236"/>
                    <a:pt x="5351" y="2269"/>
                  </a:cubicBezTo>
                  <a:cubicBezTo>
                    <a:pt x="5312" y="2308"/>
                    <a:pt x="5272" y="2407"/>
                    <a:pt x="5207" y="2598"/>
                  </a:cubicBezTo>
                  <a:cubicBezTo>
                    <a:pt x="5179" y="2684"/>
                    <a:pt x="5134" y="2707"/>
                    <a:pt x="5094" y="2707"/>
                  </a:cubicBezTo>
                  <a:cubicBezTo>
                    <a:pt x="5048" y="2707"/>
                    <a:pt x="5009" y="2677"/>
                    <a:pt x="5009" y="2677"/>
                  </a:cubicBezTo>
                  <a:cubicBezTo>
                    <a:pt x="5009" y="2677"/>
                    <a:pt x="4779" y="2618"/>
                    <a:pt x="4726" y="2598"/>
                  </a:cubicBezTo>
                  <a:cubicBezTo>
                    <a:pt x="4680" y="2572"/>
                    <a:pt x="4673" y="2420"/>
                    <a:pt x="4667" y="2387"/>
                  </a:cubicBezTo>
                  <a:cubicBezTo>
                    <a:pt x="4660" y="2354"/>
                    <a:pt x="4621" y="2328"/>
                    <a:pt x="4601" y="2308"/>
                  </a:cubicBezTo>
                  <a:cubicBezTo>
                    <a:pt x="4581" y="2289"/>
                    <a:pt x="4548" y="2183"/>
                    <a:pt x="4548" y="2124"/>
                  </a:cubicBezTo>
                  <a:cubicBezTo>
                    <a:pt x="4548" y="2065"/>
                    <a:pt x="4292" y="1894"/>
                    <a:pt x="4259" y="1821"/>
                  </a:cubicBezTo>
                  <a:cubicBezTo>
                    <a:pt x="4219" y="1749"/>
                    <a:pt x="4200" y="1703"/>
                    <a:pt x="4213" y="1670"/>
                  </a:cubicBezTo>
                  <a:cubicBezTo>
                    <a:pt x="4233" y="1644"/>
                    <a:pt x="4213" y="1473"/>
                    <a:pt x="4213" y="1413"/>
                  </a:cubicBezTo>
                  <a:cubicBezTo>
                    <a:pt x="4213" y="1347"/>
                    <a:pt x="4160" y="1308"/>
                    <a:pt x="4121" y="1262"/>
                  </a:cubicBezTo>
                  <a:cubicBezTo>
                    <a:pt x="4088" y="1222"/>
                    <a:pt x="4002" y="1143"/>
                    <a:pt x="4002" y="1117"/>
                  </a:cubicBezTo>
                  <a:cubicBezTo>
                    <a:pt x="4002" y="1091"/>
                    <a:pt x="3897" y="900"/>
                    <a:pt x="3871" y="867"/>
                  </a:cubicBezTo>
                  <a:cubicBezTo>
                    <a:pt x="3851" y="834"/>
                    <a:pt x="3699" y="795"/>
                    <a:pt x="3699" y="795"/>
                  </a:cubicBezTo>
                  <a:cubicBezTo>
                    <a:pt x="3699" y="795"/>
                    <a:pt x="3541" y="755"/>
                    <a:pt x="3502" y="729"/>
                  </a:cubicBezTo>
                  <a:cubicBezTo>
                    <a:pt x="3456" y="703"/>
                    <a:pt x="3324" y="538"/>
                    <a:pt x="3265" y="505"/>
                  </a:cubicBezTo>
                  <a:cubicBezTo>
                    <a:pt x="3255" y="500"/>
                    <a:pt x="3243" y="498"/>
                    <a:pt x="3229" y="498"/>
                  </a:cubicBezTo>
                  <a:cubicBezTo>
                    <a:pt x="3157" y="498"/>
                    <a:pt x="3044" y="558"/>
                    <a:pt x="3000" y="558"/>
                  </a:cubicBezTo>
                  <a:cubicBezTo>
                    <a:pt x="2999" y="558"/>
                    <a:pt x="2997" y="558"/>
                    <a:pt x="2995" y="558"/>
                  </a:cubicBezTo>
                  <a:cubicBezTo>
                    <a:pt x="2949" y="551"/>
                    <a:pt x="2943" y="380"/>
                    <a:pt x="2982" y="314"/>
                  </a:cubicBezTo>
                  <a:cubicBezTo>
                    <a:pt x="3015" y="248"/>
                    <a:pt x="2982" y="117"/>
                    <a:pt x="2982" y="104"/>
                  </a:cubicBezTo>
                  <a:cubicBezTo>
                    <a:pt x="2929" y="51"/>
                    <a:pt x="2870" y="5"/>
                    <a:pt x="2864" y="5"/>
                  </a:cubicBezTo>
                  <a:cubicBezTo>
                    <a:pt x="2852" y="5"/>
                    <a:pt x="2816" y="0"/>
                    <a:pt x="2771" y="0"/>
                  </a:cubicBezTo>
                  <a:close/>
                  <a:moveTo>
                    <a:pt x="6232" y="9080"/>
                  </a:moveTo>
                  <a:lnTo>
                    <a:pt x="6232" y="9080"/>
                  </a:lnTo>
                  <a:cubicBezTo>
                    <a:pt x="6231" y="9082"/>
                    <a:pt x="6231" y="9083"/>
                    <a:pt x="6230" y="9085"/>
                  </a:cubicBezTo>
                  <a:lnTo>
                    <a:pt x="6230" y="9085"/>
                  </a:lnTo>
                  <a:cubicBezTo>
                    <a:pt x="6231" y="9083"/>
                    <a:pt x="6232" y="9082"/>
                    <a:pt x="6233" y="9081"/>
                  </a:cubicBezTo>
                  <a:lnTo>
                    <a:pt x="6232" y="9080"/>
                  </a:lnTo>
                  <a:close/>
                  <a:moveTo>
                    <a:pt x="6230" y="9085"/>
                  </a:moveTo>
                  <a:cubicBezTo>
                    <a:pt x="6228" y="9088"/>
                    <a:pt x="6226" y="9092"/>
                    <a:pt x="6224" y="9097"/>
                  </a:cubicBezTo>
                  <a:lnTo>
                    <a:pt x="6224" y="9097"/>
                  </a:lnTo>
                  <a:cubicBezTo>
                    <a:pt x="6226" y="9093"/>
                    <a:pt x="6228" y="9089"/>
                    <a:pt x="6230" y="9085"/>
                  </a:cubicBezTo>
                  <a:close/>
                  <a:moveTo>
                    <a:pt x="6224" y="9097"/>
                  </a:moveTo>
                  <a:lnTo>
                    <a:pt x="6224" y="9097"/>
                  </a:lnTo>
                  <a:cubicBezTo>
                    <a:pt x="6223" y="9101"/>
                    <a:pt x="6221" y="9104"/>
                    <a:pt x="6220" y="9107"/>
                  </a:cubicBezTo>
                  <a:cubicBezTo>
                    <a:pt x="6222" y="9103"/>
                    <a:pt x="6223" y="9100"/>
                    <a:pt x="6224" y="9097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3" name="Google Shape;1574;p19">
              <a:extLst>
                <a:ext uri="{FF2B5EF4-FFF2-40B4-BE49-F238E27FC236}">
                  <a16:creationId xmlns:a16="http://schemas.microsoft.com/office/drawing/2014/main" id="{69975307-B021-E3D0-2E0F-5B21CCC15DD9}"/>
                </a:ext>
              </a:extLst>
            </p:cNvPr>
            <p:cNvSpPr/>
            <p:nvPr/>
          </p:nvSpPr>
          <p:spPr>
            <a:xfrm>
              <a:off x="8102081" y="2296286"/>
              <a:ext cx="500746" cy="184123"/>
            </a:xfrm>
            <a:custGeom>
              <a:avLst/>
              <a:gdLst/>
              <a:ahLst/>
              <a:cxnLst/>
              <a:rect l="l" t="t" r="r" b="b"/>
              <a:pathLst>
                <a:path w="4588" h="1687" extrusionOk="0">
                  <a:moveTo>
                    <a:pt x="2815" y="0"/>
                  </a:moveTo>
                  <a:cubicBezTo>
                    <a:pt x="2799" y="0"/>
                    <a:pt x="2782" y="6"/>
                    <a:pt x="2765" y="21"/>
                  </a:cubicBezTo>
                  <a:cubicBezTo>
                    <a:pt x="2706" y="74"/>
                    <a:pt x="2666" y="74"/>
                    <a:pt x="2627" y="139"/>
                  </a:cubicBezTo>
                  <a:cubicBezTo>
                    <a:pt x="2587" y="199"/>
                    <a:pt x="2548" y="245"/>
                    <a:pt x="2488" y="284"/>
                  </a:cubicBezTo>
                  <a:cubicBezTo>
                    <a:pt x="2438" y="322"/>
                    <a:pt x="2252" y="436"/>
                    <a:pt x="2194" y="436"/>
                  </a:cubicBezTo>
                  <a:cubicBezTo>
                    <a:pt x="2191" y="436"/>
                    <a:pt x="2188" y="436"/>
                    <a:pt x="2186" y="435"/>
                  </a:cubicBezTo>
                  <a:cubicBezTo>
                    <a:pt x="2133" y="422"/>
                    <a:pt x="2087" y="376"/>
                    <a:pt x="2074" y="357"/>
                  </a:cubicBezTo>
                  <a:cubicBezTo>
                    <a:pt x="2068" y="340"/>
                    <a:pt x="2053" y="285"/>
                    <a:pt x="2016" y="285"/>
                  </a:cubicBezTo>
                  <a:cubicBezTo>
                    <a:pt x="2010" y="285"/>
                    <a:pt x="2003" y="287"/>
                    <a:pt x="1995" y="291"/>
                  </a:cubicBezTo>
                  <a:cubicBezTo>
                    <a:pt x="1949" y="317"/>
                    <a:pt x="1903" y="337"/>
                    <a:pt x="1896" y="337"/>
                  </a:cubicBezTo>
                  <a:cubicBezTo>
                    <a:pt x="1883" y="337"/>
                    <a:pt x="1791" y="304"/>
                    <a:pt x="1791" y="271"/>
                  </a:cubicBezTo>
                  <a:cubicBezTo>
                    <a:pt x="1791" y="271"/>
                    <a:pt x="1784" y="264"/>
                    <a:pt x="1778" y="258"/>
                  </a:cubicBezTo>
                  <a:cubicBezTo>
                    <a:pt x="1745" y="297"/>
                    <a:pt x="1705" y="317"/>
                    <a:pt x="1672" y="376"/>
                  </a:cubicBezTo>
                  <a:cubicBezTo>
                    <a:pt x="1639" y="421"/>
                    <a:pt x="1634" y="452"/>
                    <a:pt x="1605" y="452"/>
                  </a:cubicBezTo>
                  <a:cubicBezTo>
                    <a:pt x="1599" y="452"/>
                    <a:pt x="1594" y="451"/>
                    <a:pt x="1587" y="449"/>
                  </a:cubicBezTo>
                  <a:cubicBezTo>
                    <a:pt x="1541" y="429"/>
                    <a:pt x="1481" y="422"/>
                    <a:pt x="1422" y="337"/>
                  </a:cubicBezTo>
                  <a:cubicBezTo>
                    <a:pt x="1363" y="245"/>
                    <a:pt x="1350" y="231"/>
                    <a:pt x="1317" y="192"/>
                  </a:cubicBezTo>
                  <a:cubicBezTo>
                    <a:pt x="1291" y="152"/>
                    <a:pt x="1172" y="93"/>
                    <a:pt x="1172" y="93"/>
                  </a:cubicBezTo>
                  <a:cubicBezTo>
                    <a:pt x="1172" y="93"/>
                    <a:pt x="1088" y="76"/>
                    <a:pt x="1031" y="76"/>
                  </a:cubicBezTo>
                  <a:cubicBezTo>
                    <a:pt x="1008" y="76"/>
                    <a:pt x="989" y="79"/>
                    <a:pt x="981" y="87"/>
                  </a:cubicBezTo>
                  <a:cubicBezTo>
                    <a:pt x="948" y="113"/>
                    <a:pt x="876" y="133"/>
                    <a:pt x="843" y="139"/>
                  </a:cubicBezTo>
                  <a:cubicBezTo>
                    <a:pt x="838" y="140"/>
                    <a:pt x="833" y="141"/>
                    <a:pt x="827" y="141"/>
                  </a:cubicBezTo>
                  <a:cubicBezTo>
                    <a:pt x="788" y="141"/>
                    <a:pt x="723" y="125"/>
                    <a:pt x="672" y="120"/>
                  </a:cubicBezTo>
                  <a:cubicBezTo>
                    <a:pt x="646" y="120"/>
                    <a:pt x="553" y="93"/>
                    <a:pt x="455" y="67"/>
                  </a:cubicBezTo>
                  <a:cubicBezTo>
                    <a:pt x="442" y="80"/>
                    <a:pt x="428" y="100"/>
                    <a:pt x="415" y="120"/>
                  </a:cubicBezTo>
                  <a:cubicBezTo>
                    <a:pt x="389" y="172"/>
                    <a:pt x="369" y="238"/>
                    <a:pt x="369" y="264"/>
                  </a:cubicBezTo>
                  <a:cubicBezTo>
                    <a:pt x="369" y="291"/>
                    <a:pt x="395" y="324"/>
                    <a:pt x="428" y="376"/>
                  </a:cubicBezTo>
                  <a:cubicBezTo>
                    <a:pt x="461" y="429"/>
                    <a:pt x="461" y="587"/>
                    <a:pt x="461" y="587"/>
                  </a:cubicBezTo>
                  <a:cubicBezTo>
                    <a:pt x="461" y="587"/>
                    <a:pt x="461" y="593"/>
                    <a:pt x="455" y="607"/>
                  </a:cubicBezTo>
                  <a:cubicBezTo>
                    <a:pt x="442" y="640"/>
                    <a:pt x="409" y="718"/>
                    <a:pt x="376" y="758"/>
                  </a:cubicBezTo>
                  <a:cubicBezTo>
                    <a:pt x="336" y="811"/>
                    <a:pt x="270" y="857"/>
                    <a:pt x="152" y="942"/>
                  </a:cubicBezTo>
                  <a:cubicBezTo>
                    <a:pt x="27" y="1028"/>
                    <a:pt x="14" y="1054"/>
                    <a:pt x="14" y="1054"/>
                  </a:cubicBezTo>
                  <a:lnTo>
                    <a:pt x="1" y="1067"/>
                  </a:lnTo>
                  <a:cubicBezTo>
                    <a:pt x="7" y="1087"/>
                    <a:pt x="27" y="1100"/>
                    <a:pt x="40" y="1120"/>
                  </a:cubicBezTo>
                  <a:cubicBezTo>
                    <a:pt x="119" y="1186"/>
                    <a:pt x="152" y="1166"/>
                    <a:pt x="211" y="1225"/>
                  </a:cubicBezTo>
                  <a:cubicBezTo>
                    <a:pt x="264" y="1278"/>
                    <a:pt x="349" y="1403"/>
                    <a:pt x="356" y="1423"/>
                  </a:cubicBezTo>
                  <a:cubicBezTo>
                    <a:pt x="363" y="1442"/>
                    <a:pt x="382" y="1456"/>
                    <a:pt x="356" y="1482"/>
                  </a:cubicBezTo>
                  <a:cubicBezTo>
                    <a:pt x="330" y="1515"/>
                    <a:pt x="310" y="1554"/>
                    <a:pt x="310" y="1567"/>
                  </a:cubicBezTo>
                  <a:cubicBezTo>
                    <a:pt x="310" y="1587"/>
                    <a:pt x="372" y="1686"/>
                    <a:pt x="400" y="1686"/>
                  </a:cubicBezTo>
                  <a:cubicBezTo>
                    <a:pt x="400" y="1686"/>
                    <a:pt x="401" y="1686"/>
                    <a:pt x="402" y="1686"/>
                  </a:cubicBezTo>
                  <a:cubicBezTo>
                    <a:pt x="422" y="1673"/>
                    <a:pt x="580" y="1574"/>
                    <a:pt x="580" y="1574"/>
                  </a:cubicBezTo>
                  <a:cubicBezTo>
                    <a:pt x="580" y="1574"/>
                    <a:pt x="619" y="1561"/>
                    <a:pt x="639" y="1535"/>
                  </a:cubicBezTo>
                  <a:cubicBezTo>
                    <a:pt x="659" y="1515"/>
                    <a:pt x="692" y="1475"/>
                    <a:pt x="692" y="1423"/>
                  </a:cubicBezTo>
                  <a:cubicBezTo>
                    <a:pt x="692" y="1370"/>
                    <a:pt x="659" y="1350"/>
                    <a:pt x="692" y="1344"/>
                  </a:cubicBezTo>
                  <a:lnTo>
                    <a:pt x="784" y="1344"/>
                  </a:lnTo>
                  <a:cubicBezTo>
                    <a:pt x="810" y="1344"/>
                    <a:pt x="863" y="1324"/>
                    <a:pt x="882" y="1311"/>
                  </a:cubicBezTo>
                  <a:cubicBezTo>
                    <a:pt x="896" y="1298"/>
                    <a:pt x="915" y="1311"/>
                    <a:pt x="948" y="1258"/>
                  </a:cubicBezTo>
                  <a:cubicBezTo>
                    <a:pt x="981" y="1212"/>
                    <a:pt x="1040" y="1153"/>
                    <a:pt x="1080" y="1107"/>
                  </a:cubicBezTo>
                  <a:cubicBezTo>
                    <a:pt x="1119" y="1067"/>
                    <a:pt x="1179" y="1015"/>
                    <a:pt x="1212" y="1001"/>
                  </a:cubicBezTo>
                  <a:cubicBezTo>
                    <a:pt x="1240" y="992"/>
                    <a:pt x="1266" y="947"/>
                    <a:pt x="1296" y="947"/>
                  </a:cubicBezTo>
                  <a:cubicBezTo>
                    <a:pt x="1306" y="947"/>
                    <a:pt x="1318" y="953"/>
                    <a:pt x="1330" y="969"/>
                  </a:cubicBezTo>
                  <a:cubicBezTo>
                    <a:pt x="1369" y="1034"/>
                    <a:pt x="1389" y="1087"/>
                    <a:pt x="1416" y="1107"/>
                  </a:cubicBezTo>
                  <a:cubicBezTo>
                    <a:pt x="1448" y="1120"/>
                    <a:pt x="1422" y="1120"/>
                    <a:pt x="1514" y="1133"/>
                  </a:cubicBezTo>
                  <a:cubicBezTo>
                    <a:pt x="1606" y="1146"/>
                    <a:pt x="1666" y="1140"/>
                    <a:pt x="1679" y="1146"/>
                  </a:cubicBezTo>
                  <a:cubicBezTo>
                    <a:pt x="1692" y="1153"/>
                    <a:pt x="1731" y="1212"/>
                    <a:pt x="1764" y="1232"/>
                  </a:cubicBezTo>
                  <a:cubicBezTo>
                    <a:pt x="1804" y="1252"/>
                    <a:pt x="1850" y="1265"/>
                    <a:pt x="1870" y="1265"/>
                  </a:cubicBezTo>
                  <a:cubicBezTo>
                    <a:pt x="1896" y="1265"/>
                    <a:pt x="1982" y="1265"/>
                    <a:pt x="2028" y="1311"/>
                  </a:cubicBezTo>
                  <a:cubicBezTo>
                    <a:pt x="2074" y="1350"/>
                    <a:pt x="2093" y="1442"/>
                    <a:pt x="2093" y="1462"/>
                  </a:cubicBezTo>
                  <a:cubicBezTo>
                    <a:pt x="2093" y="1475"/>
                    <a:pt x="2100" y="1489"/>
                    <a:pt x="2113" y="1521"/>
                  </a:cubicBezTo>
                  <a:cubicBezTo>
                    <a:pt x="2113" y="1521"/>
                    <a:pt x="2199" y="1482"/>
                    <a:pt x="2218" y="1442"/>
                  </a:cubicBezTo>
                  <a:cubicBezTo>
                    <a:pt x="2232" y="1410"/>
                    <a:pt x="2251" y="1396"/>
                    <a:pt x="2258" y="1390"/>
                  </a:cubicBezTo>
                  <a:cubicBezTo>
                    <a:pt x="2265" y="1390"/>
                    <a:pt x="2324" y="1377"/>
                    <a:pt x="2337" y="1363"/>
                  </a:cubicBezTo>
                  <a:cubicBezTo>
                    <a:pt x="2344" y="1357"/>
                    <a:pt x="2363" y="1337"/>
                    <a:pt x="2376" y="1324"/>
                  </a:cubicBezTo>
                  <a:lnTo>
                    <a:pt x="2376" y="1317"/>
                  </a:lnTo>
                  <a:cubicBezTo>
                    <a:pt x="2376" y="1311"/>
                    <a:pt x="2383" y="1311"/>
                    <a:pt x="2383" y="1304"/>
                  </a:cubicBezTo>
                  <a:cubicBezTo>
                    <a:pt x="2390" y="1298"/>
                    <a:pt x="2390" y="1291"/>
                    <a:pt x="2396" y="1284"/>
                  </a:cubicBezTo>
                  <a:cubicBezTo>
                    <a:pt x="2409" y="1259"/>
                    <a:pt x="2457" y="1198"/>
                    <a:pt x="2473" y="1198"/>
                  </a:cubicBezTo>
                  <a:cubicBezTo>
                    <a:pt x="2474" y="1198"/>
                    <a:pt x="2475" y="1199"/>
                    <a:pt x="2475" y="1199"/>
                  </a:cubicBezTo>
                  <a:cubicBezTo>
                    <a:pt x="2482" y="1199"/>
                    <a:pt x="2574" y="1278"/>
                    <a:pt x="2580" y="1284"/>
                  </a:cubicBezTo>
                  <a:cubicBezTo>
                    <a:pt x="2587" y="1291"/>
                    <a:pt x="2611" y="1357"/>
                    <a:pt x="2631" y="1357"/>
                  </a:cubicBezTo>
                  <a:cubicBezTo>
                    <a:pt x="2631" y="1357"/>
                    <a:pt x="2632" y="1357"/>
                    <a:pt x="2633" y="1357"/>
                  </a:cubicBezTo>
                  <a:cubicBezTo>
                    <a:pt x="2637" y="1355"/>
                    <a:pt x="2647" y="1354"/>
                    <a:pt x="2660" y="1354"/>
                  </a:cubicBezTo>
                  <a:cubicBezTo>
                    <a:pt x="2696" y="1354"/>
                    <a:pt x="2755" y="1360"/>
                    <a:pt x="2765" y="1370"/>
                  </a:cubicBezTo>
                  <a:cubicBezTo>
                    <a:pt x="2771" y="1390"/>
                    <a:pt x="2844" y="1429"/>
                    <a:pt x="2857" y="1449"/>
                  </a:cubicBezTo>
                  <a:cubicBezTo>
                    <a:pt x="2870" y="1475"/>
                    <a:pt x="2916" y="1515"/>
                    <a:pt x="2936" y="1521"/>
                  </a:cubicBezTo>
                  <a:cubicBezTo>
                    <a:pt x="2952" y="1527"/>
                    <a:pt x="2955" y="1536"/>
                    <a:pt x="2980" y="1536"/>
                  </a:cubicBezTo>
                  <a:cubicBezTo>
                    <a:pt x="2986" y="1536"/>
                    <a:pt x="2993" y="1536"/>
                    <a:pt x="3002" y="1535"/>
                  </a:cubicBezTo>
                  <a:cubicBezTo>
                    <a:pt x="3032" y="1535"/>
                    <a:pt x="3075" y="1543"/>
                    <a:pt x="3107" y="1543"/>
                  </a:cubicBezTo>
                  <a:cubicBezTo>
                    <a:pt x="3124" y="1543"/>
                    <a:pt x="3138" y="1541"/>
                    <a:pt x="3146" y="1535"/>
                  </a:cubicBezTo>
                  <a:cubicBezTo>
                    <a:pt x="3173" y="1521"/>
                    <a:pt x="3272" y="1475"/>
                    <a:pt x="3298" y="1475"/>
                  </a:cubicBezTo>
                  <a:cubicBezTo>
                    <a:pt x="3303" y="1474"/>
                    <a:pt x="3309" y="1474"/>
                    <a:pt x="3315" y="1474"/>
                  </a:cubicBezTo>
                  <a:cubicBezTo>
                    <a:pt x="3334" y="1474"/>
                    <a:pt x="3359" y="1478"/>
                    <a:pt x="3382" y="1478"/>
                  </a:cubicBezTo>
                  <a:cubicBezTo>
                    <a:pt x="3399" y="1478"/>
                    <a:pt x="3415" y="1476"/>
                    <a:pt x="3429" y="1469"/>
                  </a:cubicBezTo>
                  <a:cubicBezTo>
                    <a:pt x="3476" y="1442"/>
                    <a:pt x="3515" y="1436"/>
                    <a:pt x="3541" y="1403"/>
                  </a:cubicBezTo>
                  <a:cubicBezTo>
                    <a:pt x="3568" y="1363"/>
                    <a:pt x="3614" y="1324"/>
                    <a:pt x="3640" y="1291"/>
                  </a:cubicBezTo>
                  <a:cubicBezTo>
                    <a:pt x="3673" y="1265"/>
                    <a:pt x="3686" y="1232"/>
                    <a:pt x="3732" y="1225"/>
                  </a:cubicBezTo>
                  <a:cubicBezTo>
                    <a:pt x="3778" y="1219"/>
                    <a:pt x="3838" y="1219"/>
                    <a:pt x="3844" y="1219"/>
                  </a:cubicBezTo>
                  <a:cubicBezTo>
                    <a:pt x="3857" y="1219"/>
                    <a:pt x="3969" y="1179"/>
                    <a:pt x="3969" y="1179"/>
                  </a:cubicBezTo>
                  <a:cubicBezTo>
                    <a:pt x="3969" y="1179"/>
                    <a:pt x="4035" y="1133"/>
                    <a:pt x="4068" y="1133"/>
                  </a:cubicBezTo>
                  <a:cubicBezTo>
                    <a:pt x="4101" y="1133"/>
                    <a:pt x="4186" y="1159"/>
                    <a:pt x="4193" y="1173"/>
                  </a:cubicBezTo>
                  <a:cubicBezTo>
                    <a:pt x="4206" y="1179"/>
                    <a:pt x="4311" y="1219"/>
                    <a:pt x="4311" y="1219"/>
                  </a:cubicBezTo>
                  <a:lnTo>
                    <a:pt x="4364" y="1284"/>
                  </a:lnTo>
                  <a:cubicBezTo>
                    <a:pt x="4417" y="1199"/>
                    <a:pt x="4456" y="1133"/>
                    <a:pt x="4463" y="1113"/>
                  </a:cubicBezTo>
                  <a:cubicBezTo>
                    <a:pt x="4489" y="1061"/>
                    <a:pt x="4588" y="442"/>
                    <a:pt x="4588" y="251"/>
                  </a:cubicBezTo>
                  <a:cubicBezTo>
                    <a:pt x="4542" y="231"/>
                    <a:pt x="4482" y="205"/>
                    <a:pt x="4476" y="205"/>
                  </a:cubicBezTo>
                  <a:cubicBezTo>
                    <a:pt x="4469" y="205"/>
                    <a:pt x="4305" y="120"/>
                    <a:pt x="4305" y="120"/>
                  </a:cubicBezTo>
                  <a:cubicBezTo>
                    <a:pt x="4305" y="120"/>
                    <a:pt x="4287" y="108"/>
                    <a:pt x="4260" y="108"/>
                  </a:cubicBezTo>
                  <a:cubicBezTo>
                    <a:pt x="4246" y="108"/>
                    <a:pt x="4230" y="111"/>
                    <a:pt x="4213" y="120"/>
                  </a:cubicBezTo>
                  <a:cubicBezTo>
                    <a:pt x="4160" y="146"/>
                    <a:pt x="4088" y="179"/>
                    <a:pt x="4081" y="199"/>
                  </a:cubicBezTo>
                  <a:cubicBezTo>
                    <a:pt x="4074" y="212"/>
                    <a:pt x="4088" y="231"/>
                    <a:pt x="4061" y="284"/>
                  </a:cubicBezTo>
                  <a:cubicBezTo>
                    <a:pt x="4028" y="337"/>
                    <a:pt x="3963" y="343"/>
                    <a:pt x="3949" y="343"/>
                  </a:cubicBezTo>
                  <a:cubicBezTo>
                    <a:pt x="3943" y="343"/>
                    <a:pt x="3831" y="363"/>
                    <a:pt x="3805" y="376"/>
                  </a:cubicBezTo>
                  <a:cubicBezTo>
                    <a:pt x="3772" y="396"/>
                    <a:pt x="3739" y="396"/>
                    <a:pt x="3699" y="396"/>
                  </a:cubicBezTo>
                  <a:cubicBezTo>
                    <a:pt x="3677" y="396"/>
                    <a:pt x="3641" y="402"/>
                    <a:pt x="3597" y="402"/>
                  </a:cubicBezTo>
                  <a:cubicBezTo>
                    <a:pt x="3576" y="402"/>
                    <a:pt x="3552" y="400"/>
                    <a:pt x="3528" y="396"/>
                  </a:cubicBezTo>
                  <a:cubicBezTo>
                    <a:pt x="3495" y="389"/>
                    <a:pt x="3474" y="384"/>
                    <a:pt x="3457" y="384"/>
                  </a:cubicBezTo>
                  <a:cubicBezTo>
                    <a:pt x="3439" y="384"/>
                    <a:pt x="3426" y="389"/>
                    <a:pt x="3410" y="403"/>
                  </a:cubicBezTo>
                  <a:cubicBezTo>
                    <a:pt x="3377" y="435"/>
                    <a:pt x="3357" y="442"/>
                    <a:pt x="3331" y="482"/>
                  </a:cubicBezTo>
                  <a:cubicBezTo>
                    <a:pt x="3304" y="514"/>
                    <a:pt x="3278" y="561"/>
                    <a:pt x="3278" y="607"/>
                  </a:cubicBezTo>
                  <a:cubicBezTo>
                    <a:pt x="3278" y="653"/>
                    <a:pt x="3212" y="705"/>
                    <a:pt x="3193" y="705"/>
                  </a:cubicBezTo>
                  <a:cubicBezTo>
                    <a:pt x="3179" y="705"/>
                    <a:pt x="3152" y="697"/>
                    <a:pt x="3127" y="697"/>
                  </a:cubicBezTo>
                  <a:cubicBezTo>
                    <a:pt x="3114" y="697"/>
                    <a:pt x="3103" y="699"/>
                    <a:pt x="3094" y="705"/>
                  </a:cubicBezTo>
                  <a:cubicBezTo>
                    <a:pt x="3067" y="725"/>
                    <a:pt x="3048" y="758"/>
                    <a:pt x="3008" y="758"/>
                  </a:cubicBezTo>
                  <a:cubicBezTo>
                    <a:pt x="2969" y="758"/>
                    <a:pt x="2916" y="732"/>
                    <a:pt x="2903" y="718"/>
                  </a:cubicBezTo>
                  <a:cubicBezTo>
                    <a:pt x="2896" y="699"/>
                    <a:pt x="2896" y="593"/>
                    <a:pt x="2877" y="574"/>
                  </a:cubicBezTo>
                  <a:cubicBezTo>
                    <a:pt x="2850" y="554"/>
                    <a:pt x="2811" y="514"/>
                    <a:pt x="2804" y="508"/>
                  </a:cubicBezTo>
                  <a:cubicBezTo>
                    <a:pt x="2804" y="495"/>
                    <a:pt x="2817" y="442"/>
                    <a:pt x="2844" y="422"/>
                  </a:cubicBezTo>
                  <a:cubicBezTo>
                    <a:pt x="2877" y="396"/>
                    <a:pt x="2910" y="383"/>
                    <a:pt x="2910" y="357"/>
                  </a:cubicBezTo>
                  <a:cubicBezTo>
                    <a:pt x="2910" y="337"/>
                    <a:pt x="2890" y="310"/>
                    <a:pt x="2910" y="284"/>
                  </a:cubicBezTo>
                  <a:cubicBezTo>
                    <a:pt x="2929" y="258"/>
                    <a:pt x="2982" y="231"/>
                    <a:pt x="2995" y="231"/>
                  </a:cubicBezTo>
                  <a:cubicBezTo>
                    <a:pt x="3008" y="225"/>
                    <a:pt x="3028" y="199"/>
                    <a:pt x="3028" y="172"/>
                  </a:cubicBezTo>
                  <a:cubicBezTo>
                    <a:pt x="3028" y="139"/>
                    <a:pt x="2982" y="41"/>
                    <a:pt x="2936" y="34"/>
                  </a:cubicBezTo>
                  <a:cubicBezTo>
                    <a:pt x="2898" y="34"/>
                    <a:pt x="2857" y="0"/>
                    <a:pt x="2815" y="0"/>
                  </a:cubicBezTo>
                  <a:close/>
                </a:path>
              </a:pathLst>
            </a:custGeom>
            <a:solidFill>
              <a:srgbClr val="7E0000"/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4" name="Google Shape;1575;p19">
              <a:extLst>
                <a:ext uri="{FF2B5EF4-FFF2-40B4-BE49-F238E27FC236}">
                  <a16:creationId xmlns:a16="http://schemas.microsoft.com/office/drawing/2014/main" id="{BD7C6D20-2DE1-F3E9-3E01-49676E373A92}"/>
                </a:ext>
              </a:extLst>
            </p:cNvPr>
            <p:cNvSpPr/>
            <p:nvPr/>
          </p:nvSpPr>
          <p:spPr>
            <a:xfrm>
              <a:off x="8093459" y="1939609"/>
              <a:ext cx="322625" cy="406010"/>
            </a:xfrm>
            <a:custGeom>
              <a:avLst/>
              <a:gdLst/>
              <a:ahLst/>
              <a:cxnLst/>
              <a:rect l="l" t="t" r="r" b="b"/>
              <a:pathLst>
                <a:path w="2956" h="3720" extrusionOk="0">
                  <a:moveTo>
                    <a:pt x="662" y="0"/>
                  </a:moveTo>
                  <a:cubicBezTo>
                    <a:pt x="617" y="0"/>
                    <a:pt x="575" y="2"/>
                    <a:pt x="540" y="5"/>
                  </a:cubicBezTo>
                  <a:cubicBezTo>
                    <a:pt x="527" y="5"/>
                    <a:pt x="507" y="5"/>
                    <a:pt x="494" y="11"/>
                  </a:cubicBezTo>
                  <a:lnTo>
                    <a:pt x="468" y="11"/>
                  </a:lnTo>
                  <a:cubicBezTo>
                    <a:pt x="448" y="18"/>
                    <a:pt x="428" y="18"/>
                    <a:pt x="409" y="25"/>
                  </a:cubicBezTo>
                  <a:cubicBezTo>
                    <a:pt x="389" y="25"/>
                    <a:pt x="363" y="31"/>
                    <a:pt x="343" y="31"/>
                  </a:cubicBezTo>
                  <a:cubicBezTo>
                    <a:pt x="330" y="38"/>
                    <a:pt x="316" y="38"/>
                    <a:pt x="303" y="38"/>
                  </a:cubicBezTo>
                  <a:cubicBezTo>
                    <a:pt x="277" y="44"/>
                    <a:pt x="251" y="51"/>
                    <a:pt x="224" y="51"/>
                  </a:cubicBezTo>
                  <a:cubicBezTo>
                    <a:pt x="211" y="57"/>
                    <a:pt x="198" y="57"/>
                    <a:pt x="178" y="64"/>
                  </a:cubicBezTo>
                  <a:cubicBezTo>
                    <a:pt x="145" y="64"/>
                    <a:pt x="119" y="71"/>
                    <a:pt x="86" y="77"/>
                  </a:cubicBezTo>
                  <a:lnTo>
                    <a:pt x="60" y="77"/>
                  </a:lnTo>
                  <a:cubicBezTo>
                    <a:pt x="53" y="117"/>
                    <a:pt x="47" y="150"/>
                    <a:pt x="40" y="176"/>
                  </a:cubicBezTo>
                  <a:cubicBezTo>
                    <a:pt x="27" y="222"/>
                    <a:pt x="1" y="452"/>
                    <a:pt x="1" y="544"/>
                  </a:cubicBezTo>
                  <a:cubicBezTo>
                    <a:pt x="1" y="630"/>
                    <a:pt x="33" y="709"/>
                    <a:pt x="60" y="762"/>
                  </a:cubicBezTo>
                  <a:cubicBezTo>
                    <a:pt x="86" y="814"/>
                    <a:pt x="145" y="893"/>
                    <a:pt x="185" y="972"/>
                  </a:cubicBezTo>
                  <a:cubicBezTo>
                    <a:pt x="224" y="1045"/>
                    <a:pt x="152" y="1143"/>
                    <a:pt x="119" y="1216"/>
                  </a:cubicBezTo>
                  <a:cubicBezTo>
                    <a:pt x="86" y="1282"/>
                    <a:pt x="73" y="1433"/>
                    <a:pt x="73" y="1453"/>
                  </a:cubicBezTo>
                  <a:cubicBezTo>
                    <a:pt x="80" y="1472"/>
                    <a:pt x="86" y="1591"/>
                    <a:pt x="126" y="1637"/>
                  </a:cubicBezTo>
                  <a:cubicBezTo>
                    <a:pt x="172" y="1683"/>
                    <a:pt x="277" y="1782"/>
                    <a:pt x="310" y="1834"/>
                  </a:cubicBezTo>
                  <a:cubicBezTo>
                    <a:pt x="336" y="1887"/>
                    <a:pt x="303" y="1992"/>
                    <a:pt x="290" y="2071"/>
                  </a:cubicBezTo>
                  <a:cubicBezTo>
                    <a:pt x="277" y="2144"/>
                    <a:pt x="290" y="2249"/>
                    <a:pt x="316" y="2302"/>
                  </a:cubicBezTo>
                  <a:cubicBezTo>
                    <a:pt x="343" y="2348"/>
                    <a:pt x="369" y="2381"/>
                    <a:pt x="369" y="2453"/>
                  </a:cubicBezTo>
                  <a:cubicBezTo>
                    <a:pt x="369" y="2525"/>
                    <a:pt x="395" y="2644"/>
                    <a:pt x="448" y="2776"/>
                  </a:cubicBezTo>
                  <a:cubicBezTo>
                    <a:pt x="494" y="2907"/>
                    <a:pt x="586" y="2848"/>
                    <a:pt x="639" y="2907"/>
                  </a:cubicBezTo>
                  <a:cubicBezTo>
                    <a:pt x="692" y="2973"/>
                    <a:pt x="606" y="3203"/>
                    <a:pt x="599" y="3230"/>
                  </a:cubicBezTo>
                  <a:cubicBezTo>
                    <a:pt x="586" y="3249"/>
                    <a:pt x="560" y="3289"/>
                    <a:pt x="534" y="3328"/>
                  </a:cubicBezTo>
                  <a:cubicBezTo>
                    <a:pt x="626" y="3361"/>
                    <a:pt x="725" y="3388"/>
                    <a:pt x="751" y="3388"/>
                  </a:cubicBezTo>
                  <a:cubicBezTo>
                    <a:pt x="802" y="3393"/>
                    <a:pt x="867" y="3409"/>
                    <a:pt x="906" y="3409"/>
                  </a:cubicBezTo>
                  <a:cubicBezTo>
                    <a:pt x="912" y="3409"/>
                    <a:pt x="917" y="3408"/>
                    <a:pt x="922" y="3407"/>
                  </a:cubicBezTo>
                  <a:cubicBezTo>
                    <a:pt x="948" y="3401"/>
                    <a:pt x="1027" y="3381"/>
                    <a:pt x="1060" y="3355"/>
                  </a:cubicBezTo>
                  <a:cubicBezTo>
                    <a:pt x="1068" y="3347"/>
                    <a:pt x="1087" y="3344"/>
                    <a:pt x="1110" y="3344"/>
                  </a:cubicBezTo>
                  <a:cubicBezTo>
                    <a:pt x="1167" y="3344"/>
                    <a:pt x="1251" y="3361"/>
                    <a:pt x="1251" y="3361"/>
                  </a:cubicBezTo>
                  <a:cubicBezTo>
                    <a:pt x="1251" y="3361"/>
                    <a:pt x="1363" y="3420"/>
                    <a:pt x="1396" y="3460"/>
                  </a:cubicBezTo>
                  <a:cubicBezTo>
                    <a:pt x="1429" y="3499"/>
                    <a:pt x="1442" y="3513"/>
                    <a:pt x="1501" y="3605"/>
                  </a:cubicBezTo>
                  <a:cubicBezTo>
                    <a:pt x="1560" y="3690"/>
                    <a:pt x="1620" y="3697"/>
                    <a:pt x="1666" y="3717"/>
                  </a:cubicBezTo>
                  <a:cubicBezTo>
                    <a:pt x="1673" y="3719"/>
                    <a:pt x="1678" y="3720"/>
                    <a:pt x="1684" y="3720"/>
                  </a:cubicBezTo>
                  <a:cubicBezTo>
                    <a:pt x="1713" y="3720"/>
                    <a:pt x="1718" y="3689"/>
                    <a:pt x="1751" y="3644"/>
                  </a:cubicBezTo>
                  <a:cubicBezTo>
                    <a:pt x="1784" y="3592"/>
                    <a:pt x="1824" y="3565"/>
                    <a:pt x="1857" y="3526"/>
                  </a:cubicBezTo>
                  <a:cubicBezTo>
                    <a:pt x="1857" y="3519"/>
                    <a:pt x="1863" y="3519"/>
                    <a:pt x="1863" y="3513"/>
                  </a:cubicBezTo>
                  <a:cubicBezTo>
                    <a:pt x="1896" y="3467"/>
                    <a:pt x="1936" y="3420"/>
                    <a:pt x="1955" y="3361"/>
                  </a:cubicBezTo>
                  <a:cubicBezTo>
                    <a:pt x="1982" y="3309"/>
                    <a:pt x="1909" y="3190"/>
                    <a:pt x="1876" y="3138"/>
                  </a:cubicBezTo>
                  <a:cubicBezTo>
                    <a:pt x="1850" y="3078"/>
                    <a:pt x="1824" y="3065"/>
                    <a:pt x="1830" y="3032"/>
                  </a:cubicBezTo>
                  <a:cubicBezTo>
                    <a:pt x="1837" y="3006"/>
                    <a:pt x="1876" y="3006"/>
                    <a:pt x="1916" y="2966"/>
                  </a:cubicBezTo>
                  <a:cubicBezTo>
                    <a:pt x="1949" y="2920"/>
                    <a:pt x="1896" y="2914"/>
                    <a:pt x="1896" y="2868"/>
                  </a:cubicBezTo>
                  <a:cubicBezTo>
                    <a:pt x="1889" y="2822"/>
                    <a:pt x="1922" y="2776"/>
                    <a:pt x="1942" y="2729"/>
                  </a:cubicBezTo>
                  <a:cubicBezTo>
                    <a:pt x="1955" y="2683"/>
                    <a:pt x="1949" y="2637"/>
                    <a:pt x="1942" y="2598"/>
                  </a:cubicBezTo>
                  <a:cubicBezTo>
                    <a:pt x="1942" y="2598"/>
                    <a:pt x="1942" y="2591"/>
                    <a:pt x="1942" y="2591"/>
                  </a:cubicBezTo>
                  <a:cubicBezTo>
                    <a:pt x="1936" y="2552"/>
                    <a:pt x="1968" y="2493"/>
                    <a:pt x="2074" y="2420"/>
                  </a:cubicBezTo>
                  <a:cubicBezTo>
                    <a:pt x="2186" y="2348"/>
                    <a:pt x="2172" y="2354"/>
                    <a:pt x="2238" y="2308"/>
                  </a:cubicBezTo>
                  <a:cubicBezTo>
                    <a:pt x="2304" y="2269"/>
                    <a:pt x="2297" y="2229"/>
                    <a:pt x="2337" y="2170"/>
                  </a:cubicBezTo>
                  <a:cubicBezTo>
                    <a:pt x="2376" y="2111"/>
                    <a:pt x="2396" y="2045"/>
                    <a:pt x="2455" y="1940"/>
                  </a:cubicBezTo>
                  <a:cubicBezTo>
                    <a:pt x="2521" y="1834"/>
                    <a:pt x="2554" y="1808"/>
                    <a:pt x="2567" y="1755"/>
                  </a:cubicBezTo>
                  <a:cubicBezTo>
                    <a:pt x="2580" y="1696"/>
                    <a:pt x="2613" y="1611"/>
                    <a:pt x="2640" y="1565"/>
                  </a:cubicBezTo>
                  <a:cubicBezTo>
                    <a:pt x="2654" y="1540"/>
                    <a:pt x="2666" y="1534"/>
                    <a:pt x="2685" y="1534"/>
                  </a:cubicBezTo>
                  <a:cubicBezTo>
                    <a:pt x="2701" y="1534"/>
                    <a:pt x="2721" y="1538"/>
                    <a:pt x="2752" y="1538"/>
                  </a:cubicBezTo>
                  <a:cubicBezTo>
                    <a:pt x="2817" y="1532"/>
                    <a:pt x="2956" y="1505"/>
                    <a:pt x="2956" y="1505"/>
                  </a:cubicBezTo>
                  <a:cubicBezTo>
                    <a:pt x="2910" y="1472"/>
                    <a:pt x="2857" y="1433"/>
                    <a:pt x="2831" y="1400"/>
                  </a:cubicBezTo>
                  <a:cubicBezTo>
                    <a:pt x="2817" y="1380"/>
                    <a:pt x="2785" y="1354"/>
                    <a:pt x="2758" y="1328"/>
                  </a:cubicBezTo>
                  <a:cubicBezTo>
                    <a:pt x="2745" y="1314"/>
                    <a:pt x="2732" y="1301"/>
                    <a:pt x="2719" y="1295"/>
                  </a:cubicBezTo>
                  <a:cubicBezTo>
                    <a:pt x="2712" y="1288"/>
                    <a:pt x="2706" y="1282"/>
                    <a:pt x="2699" y="1275"/>
                  </a:cubicBezTo>
                  <a:cubicBezTo>
                    <a:pt x="2679" y="1255"/>
                    <a:pt x="2659" y="1235"/>
                    <a:pt x="2646" y="1222"/>
                  </a:cubicBezTo>
                  <a:cubicBezTo>
                    <a:pt x="2607" y="1176"/>
                    <a:pt x="2508" y="1104"/>
                    <a:pt x="2436" y="1071"/>
                  </a:cubicBezTo>
                  <a:cubicBezTo>
                    <a:pt x="2357" y="1038"/>
                    <a:pt x="2304" y="1012"/>
                    <a:pt x="2265" y="966"/>
                  </a:cubicBezTo>
                  <a:cubicBezTo>
                    <a:pt x="2219" y="913"/>
                    <a:pt x="2061" y="735"/>
                    <a:pt x="2061" y="735"/>
                  </a:cubicBezTo>
                  <a:cubicBezTo>
                    <a:pt x="2061" y="735"/>
                    <a:pt x="2001" y="656"/>
                    <a:pt x="1982" y="650"/>
                  </a:cubicBezTo>
                  <a:cubicBezTo>
                    <a:pt x="1962" y="643"/>
                    <a:pt x="1857" y="597"/>
                    <a:pt x="1830" y="577"/>
                  </a:cubicBezTo>
                  <a:cubicBezTo>
                    <a:pt x="1797" y="558"/>
                    <a:pt x="1593" y="393"/>
                    <a:pt x="1455" y="308"/>
                  </a:cubicBezTo>
                  <a:cubicBezTo>
                    <a:pt x="1310" y="215"/>
                    <a:pt x="1060" y="18"/>
                    <a:pt x="1008" y="18"/>
                  </a:cubicBezTo>
                  <a:cubicBezTo>
                    <a:pt x="968" y="13"/>
                    <a:pt x="802" y="0"/>
                    <a:pt x="662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5" name="Google Shape;1576;p19">
              <a:extLst>
                <a:ext uri="{FF2B5EF4-FFF2-40B4-BE49-F238E27FC236}">
                  <a16:creationId xmlns:a16="http://schemas.microsoft.com/office/drawing/2014/main" id="{10D46700-0230-523C-05A6-AD50E4AAC589}"/>
                </a:ext>
              </a:extLst>
            </p:cNvPr>
            <p:cNvSpPr/>
            <p:nvPr/>
          </p:nvSpPr>
          <p:spPr>
            <a:xfrm>
              <a:off x="5554273" y="2292794"/>
              <a:ext cx="559683" cy="315858"/>
            </a:xfrm>
            <a:custGeom>
              <a:avLst/>
              <a:gdLst/>
              <a:ahLst/>
              <a:cxnLst/>
              <a:rect l="l" t="t" r="r" b="b"/>
              <a:pathLst>
                <a:path w="5128" h="2894" extrusionOk="0">
                  <a:moveTo>
                    <a:pt x="99" y="0"/>
                  </a:moveTo>
                  <a:lnTo>
                    <a:pt x="99" y="0"/>
                  </a:lnTo>
                  <a:cubicBezTo>
                    <a:pt x="93" y="40"/>
                    <a:pt x="125" y="59"/>
                    <a:pt x="66" y="112"/>
                  </a:cubicBezTo>
                  <a:cubicBezTo>
                    <a:pt x="14" y="165"/>
                    <a:pt x="0" y="191"/>
                    <a:pt x="0" y="244"/>
                  </a:cubicBezTo>
                  <a:cubicBezTo>
                    <a:pt x="0" y="296"/>
                    <a:pt x="73" y="395"/>
                    <a:pt x="112" y="421"/>
                  </a:cubicBezTo>
                  <a:cubicBezTo>
                    <a:pt x="152" y="454"/>
                    <a:pt x="158" y="514"/>
                    <a:pt x="158" y="553"/>
                  </a:cubicBezTo>
                  <a:cubicBezTo>
                    <a:pt x="158" y="593"/>
                    <a:pt x="152" y="632"/>
                    <a:pt x="185" y="685"/>
                  </a:cubicBezTo>
                  <a:cubicBezTo>
                    <a:pt x="211" y="744"/>
                    <a:pt x="251" y="843"/>
                    <a:pt x="270" y="876"/>
                  </a:cubicBezTo>
                  <a:cubicBezTo>
                    <a:pt x="290" y="915"/>
                    <a:pt x="382" y="961"/>
                    <a:pt x="402" y="987"/>
                  </a:cubicBezTo>
                  <a:cubicBezTo>
                    <a:pt x="428" y="1020"/>
                    <a:pt x="547" y="1119"/>
                    <a:pt x="606" y="1211"/>
                  </a:cubicBezTo>
                  <a:cubicBezTo>
                    <a:pt x="665" y="1297"/>
                    <a:pt x="705" y="1336"/>
                    <a:pt x="659" y="1409"/>
                  </a:cubicBezTo>
                  <a:cubicBezTo>
                    <a:pt x="619" y="1474"/>
                    <a:pt x="501" y="1560"/>
                    <a:pt x="534" y="1599"/>
                  </a:cubicBezTo>
                  <a:cubicBezTo>
                    <a:pt x="566" y="1632"/>
                    <a:pt x="757" y="1626"/>
                    <a:pt x="856" y="1646"/>
                  </a:cubicBezTo>
                  <a:cubicBezTo>
                    <a:pt x="955" y="1665"/>
                    <a:pt x="1086" y="1639"/>
                    <a:pt x="1126" y="1718"/>
                  </a:cubicBezTo>
                  <a:cubicBezTo>
                    <a:pt x="1165" y="1790"/>
                    <a:pt x="1172" y="2027"/>
                    <a:pt x="1244" y="2060"/>
                  </a:cubicBezTo>
                  <a:cubicBezTo>
                    <a:pt x="1290" y="2088"/>
                    <a:pt x="1426" y="2099"/>
                    <a:pt x="1541" y="2099"/>
                  </a:cubicBezTo>
                  <a:cubicBezTo>
                    <a:pt x="1592" y="2099"/>
                    <a:pt x="1638" y="2097"/>
                    <a:pt x="1672" y="2093"/>
                  </a:cubicBezTo>
                  <a:cubicBezTo>
                    <a:pt x="1777" y="2080"/>
                    <a:pt x="1902" y="2034"/>
                    <a:pt x="1955" y="1968"/>
                  </a:cubicBezTo>
                  <a:cubicBezTo>
                    <a:pt x="2001" y="1902"/>
                    <a:pt x="2126" y="1810"/>
                    <a:pt x="2185" y="1764"/>
                  </a:cubicBezTo>
                  <a:cubicBezTo>
                    <a:pt x="2238" y="1718"/>
                    <a:pt x="2324" y="1639"/>
                    <a:pt x="2357" y="1639"/>
                  </a:cubicBezTo>
                  <a:cubicBezTo>
                    <a:pt x="2383" y="1639"/>
                    <a:pt x="2409" y="1678"/>
                    <a:pt x="2409" y="1718"/>
                  </a:cubicBezTo>
                  <a:cubicBezTo>
                    <a:pt x="2409" y="1764"/>
                    <a:pt x="2363" y="1784"/>
                    <a:pt x="2363" y="1856"/>
                  </a:cubicBezTo>
                  <a:cubicBezTo>
                    <a:pt x="2370" y="1929"/>
                    <a:pt x="2403" y="1961"/>
                    <a:pt x="2396" y="2021"/>
                  </a:cubicBezTo>
                  <a:cubicBezTo>
                    <a:pt x="2383" y="2087"/>
                    <a:pt x="2357" y="2159"/>
                    <a:pt x="2357" y="2291"/>
                  </a:cubicBezTo>
                  <a:cubicBezTo>
                    <a:pt x="2357" y="2429"/>
                    <a:pt x="2363" y="2685"/>
                    <a:pt x="2376" y="2731"/>
                  </a:cubicBezTo>
                  <a:cubicBezTo>
                    <a:pt x="2389" y="2784"/>
                    <a:pt x="2561" y="2797"/>
                    <a:pt x="2613" y="2797"/>
                  </a:cubicBezTo>
                  <a:cubicBezTo>
                    <a:pt x="2628" y="2797"/>
                    <a:pt x="2641" y="2798"/>
                    <a:pt x="2653" y="2798"/>
                  </a:cubicBezTo>
                  <a:cubicBezTo>
                    <a:pt x="2684" y="2798"/>
                    <a:pt x="2711" y="2792"/>
                    <a:pt x="2758" y="2745"/>
                  </a:cubicBezTo>
                  <a:cubicBezTo>
                    <a:pt x="2804" y="2689"/>
                    <a:pt x="2857" y="2676"/>
                    <a:pt x="2888" y="2676"/>
                  </a:cubicBezTo>
                  <a:cubicBezTo>
                    <a:pt x="2897" y="2676"/>
                    <a:pt x="2905" y="2677"/>
                    <a:pt x="2909" y="2679"/>
                  </a:cubicBezTo>
                  <a:cubicBezTo>
                    <a:pt x="2929" y="2685"/>
                    <a:pt x="3015" y="2718"/>
                    <a:pt x="3048" y="2738"/>
                  </a:cubicBezTo>
                  <a:cubicBezTo>
                    <a:pt x="3053" y="2742"/>
                    <a:pt x="3063" y="2743"/>
                    <a:pt x="3074" y="2743"/>
                  </a:cubicBezTo>
                  <a:cubicBezTo>
                    <a:pt x="3128" y="2743"/>
                    <a:pt x="3228" y="2712"/>
                    <a:pt x="3238" y="2712"/>
                  </a:cubicBezTo>
                  <a:cubicBezTo>
                    <a:pt x="3248" y="2712"/>
                    <a:pt x="3270" y="2710"/>
                    <a:pt x="3293" y="2710"/>
                  </a:cubicBezTo>
                  <a:cubicBezTo>
                    <a:pt x="3316" y="2710"/>
                    <a:pt x="3340" y="2712"/>
                    <a:pt x="3357" y="2718"/>
                  </a:cubicBezTo>
                  <a:cubicBezTo>
                    <a:pt x="3383" y="2738"/>
                    <a:pt x="3489" y="2797"/>
                    <a:pt x="3508" y="2797"/>
                  </a:cubicBezTo>
                  <a:cubicBezTo>
                    <a:pt x="3524" y="2797"/>
                    <a:pt x="3586" y="2750"/>
                    <a:pt x="3626" y="2750"/>
                  </a:cubicBezTo>
                  <a:cubicBezTo>
                    <a:pt x="3638" y="2750"/>
                    <a:pt x="3647" y="2754"/>
                    <a:pt x="3653" y="2764"/>
                  </a:cubicBezTo>
                  <a:cubicBezTo>
                    <a:pt x="3677" y="2805"/>
                    <a:pt x="3585" y="2894"/>
                    <a:pt x="3677" y="2894"/>
                  </a:cubicBezTo>
                  <a:cubicBezTo>
                    <a:pt x="3688" y="2894"/>
                    <a:pt x="3702" y="2892"/>
                    <a:pt x="3719" y="2889"/>
                  </a:cubicBezTo>
                  <a:cubicBezTo>
                    <a:pt x="3877" y="2870"/>
                    <a:pt x="4101" y="2685"/>
                    <a:pt x="4107" y="2646"/>
                  </a:cubicBezTo>
                  <a:cubicBezTo>
                    <a:pt x="4107" y="2606"/>
                    <a:pt x="4061" y="2508"/>
                    <a:pt x="4134" y="2495"/>
                  </a:cubicBezTo>
                  <a:cubicBezTo>
                    <a:pt x="4206" y="2481"/>
                    <a:pt x="4318" y="2468"/>
                    <a:pt x="4344" y="2468"/>
                  </a:cubicBezTo>
                  <a:cubicBezTo>
                    <a:pt x="4357" y="2468"/>
                    <a:pt x="4379" y="2480"/>
                    <a:pt x="4400" y="2480"/>
                  </a:cubicBezTo>
                  <a:cubicBezTo>
                    <a:pt x="4411" y="2480"/>
                    <a:pt x="4421" y="2477"/>
                    <a:pt x="4430" y="2468"/>
                  </a:cubicBezTo>
                  <a:cubicBezTo>
                    <a:pt x="4456" y="2442"/>
                    <a:pt x="4509" y="2409"/>
                    <a:pt x="4528" y="2370"/>
                  </a:cubicBezTo>
                  <a:cubicBezTo>
                    <a:pt x="4555" y="2330"/>
                    <a:pt x="4588" y="2291"/>
                    <a:pt x="4627" y="2284"/>
                  </a:cubicBezTo>
                  <a:cubicBezTo>
                    <a:pt x="4660" y="2284"/>
                    <a:pt x="4831" y="2277"/>
                    <a:pt x="4844" y="2271"/>
                  </a:cubicBezTo>
                  <a:cubicBezTo>
                    <a:pt x="4851" y="2264"/>
                    <a:pt x="4963" y="2192"/>
                    <a:pt x="4983" y="2165"/>
                  </a:cubicBezTo>
                  <a:cubicBezTo>
                    <a:pt x="4983" y="2165"/>
                    <a:pt x="4983" y="2165"/>
                    <a:pt x="4983" y="2159"/>
                  </a:cubicBezTo>
                  <a:cubicBezTo>
                    <a:pt x="5002" y="2133"/>
                    <a:pt x="5042" y="2093"/>
                    <a:pt x="5075" y="2034"/>
                  </a:cubicBezTo>
                  <a:cubicBezTo>
                    <a:pt x="5094" y="2014"/>
                    <a:pt x="5108" y="2001"/>
                    <a:pt x="5127" y="1981"/>
                  </a:cubicBezTo>
                  <a:lnTo>
                    <a:pt x="5042" y="1942"/>
                  </a:lnTo>
                  <a:lnTo>
                    <a:pt x="4910" y="1876"/>
                  </a:lnTo>
                  <a:cubicBezTo>
                    <a:pt x="4910" y="1876"/>
                    <a:pt x="4601" y="1764"/>
                    <a:pt x="4390" y="1665"/>
                  </a:cubicBezTo>
                  <a:cubicBezTo>
                    <a:pt x="4186" y="1573"/>
                    <a:pt x="3265" y="1191"/>
                    <a:pt x="3094" y="1040"/>
                  </a:cubicBezTo>
                  <a:cubicBezTo>
                    <a:pt x="2923" y="889"/>
                    <a:pt x="2580" y="737"/>
                    <a:pt x="2488" y="658"/>
                  </a:cubicBezTo>
                  <a:cubicBezTo>
                    <a:pt x="2396" y="579"/>
                    <a:pt x="1995" y="520"/>
                    <a:pt x="1810" y="500"/>
                  </a:cubicBezTo>
                  <a:cubicBezTo>
                    <a:pt x="1633" y="474"/>
                    <a:pt x="915" y="310"/>
                    <a:pt x="823" y="257"/>
                  </a:cubicBezTo>
                  <a:cubicBezTo>
                    <a:pt x="731" y="211"/>
                    <a:pt x="99" y="0"/>
                    <a:pt x="99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6" name="Google Shape;1577;p19">
              <a:extLst>
                <a:ext uri="{FF2B5EF4-FFF2-40B4-BE49-F238E27FC236}">
                  <a16:creationId xmlns:a16="http://schemas.microsoft.com/office/drawing/2014/main" id="{2B1E63B0-06E0-9032-6C52-DEC5DF34774B}"/>
                </a:ext>
              </a:extLst>
            </p:cNvPr>
            <p:cNvSpPr/>
            <p:nvPr/>
          </p:nvSpPr>
          <p:spPr>
            <a:xfrm>
              <a:off x="7037511" y="1366176"/>
              <a:ext cx="388002" cy="441045"/>
            </a:xfrm>
            <a:custGeom>
              <a:avLst/>
              <a:gdLst/>
              <a:ahLst/>
              <a:cxnLst/>
              <a:rect l="l" t="t" r="r" b="b"/>
              <a:pathLst>
                <a:path w="3555" h="4041" extrusionOk="0">
                  <a:moveTo>
                    <a:pt x="40" y="1435"/>
                  </a:moveTo>
                  <a:lnTo>
                    <a:pt x="40" y="1442"/>
                  </a:lnTo>
                  <a:cubicBezTo>
                    <a:pt x="42" y="1443"/>
                    <a:pt x="43" y="1443"/>
                    <a:pt x="44" y="1444"/>
                  </a:cubicBezTo>
                  <a:lnTo>
                    <a:pt x="44" y="1444"/>
                  </a:lnTo>
                  <a:cubicBezTo>
                    <a:pt x="42" y="1440"/>
                    <a:pt x="41" y="1437"/>
                    <a:pt x="40" y="1435"/>
                  </a:cubicBezTo>
                  <a:close/>
                  <a:moveTo>
                    <a:pt x="2403" y="0"/>
                  </a:moveTo>
                  <a:cubicBezTo>
                    <a:pt x="2403" y="0"/>
                    <a:pt x="2337" y="13"/>
                    <a:pt x="2331" y="86"/>
                  </a:cubicBezTo>
                  <a:cubicBezTo>
                    <a:pt x="2324" y="158"/>
                    <a:pt x="2252" y="336"/>
                    <a:pt x="2193" y="382"/>
                  </a:cubicBezTo>
                  <a:cubicBezTo>
                    <a:pt x="2133" y="435"/>
                    <a:pt x="1844" y="843"/>
                    <a:pt x="1798" y="1034"/>
                  </a:cubicBezTo>
                  <a:cubicBezTo>
                    <a:pt x="1745" y="1231"/>
                    <a:pt x="1613" y="1369"/>
                    <a:pt x="1561" y="1435"/>
                  </a:cubicBezTo>
                  <a:cubicBezTo>
                    <a:pt x="1502" y="1501"/>
                    <a:pt x="1251" y="1580"/>
                    <a:pt x="1225" y="1580"/>
                  </a:cubicBezTo>
                  <a:cubicBezTo>
                    <a:pt x="1199" y="1580"/>
                    <a:pt x="1028" y="1534"/>
                    <a:pt x="1028" y="1534"/>
                  </a:cubicBezTo>
                  <a:cubicBezTo>
                    <a:pt x="1028" y="1534"/>
                    <a:pt x="899" y="1520"/>
                    <a:pt x="813" y="1520"/>
                  </a:cubicBezTo>
                  <a:cubicBezTo>
                    <a:pt x="781" y="1520"/>
                    <a:pt x="755" y="1522"/>
                    <a:pt x="745" y="1527"/>
                  </a:cubicBezTo>
                  <a:cubicBezTo>
                    <a:pt x="705" y="1540"/>
                    <a:pt x="462" y="1573"/>
                    <a:pt x="435" y="1580"/>
                  </a:cubicBezTo>
                  <a:cubicBezTo>
                    <a:pt x="434" y="1580"/>
                    <a:pt x="432" y="1580"/>
                    <a:pt x="429" y="1580"/>
                  </a:cubicBezTo>
                  <a:cubicBezTo>
                    <a:pt x="384" y="1580"/>
                    <a:pt x="139" y="1534"/>
                    <a:pt x="139" y="1534"/>
                  </a:cubicBezTo>
                  <a:cubicBezTo>
                    <a:pt x="139" y="1534"/>
                    <a:pt x="95" y="1490"/>
                    <a:pt x="44" y="1444"/>
                  </a:cubicBezTo>
                  <a:lnTo>
                    <a:pt x="44" y="1444"/>
                  </a:lnTo>
                  <a:cubicBezTo>
                    <a:pt x="54" y="1479"/>
                    <a:pt x="75" y="1593"/>
                    <a:pt x="40" y="1646"/>
                  </a:cubicBezTo>
                  <a:cubicBezTo>
                    <a:pt x="1" y="1718"/>
                    <a:pt x="14" y="1889"/>
                    <a:pt x="60" y="1896"/>
                  </a:cubicBezTo>
                  <a:cubicBezTo>
                    <a:pt x="99" y="1896"/>
                    <a:pt x="216" y="1836"/>
                    <a:pt x="288" y="1836"/>
                  </a:cubicBezTo>
                  <a:cubicBezTo>
                    <a:pt x="302" y="1836"/>
                    <a:pt x="314" y="1838"/>
                    <a:pt x="323" y="1843"/>
                  </a:cubicBezTo>
                  <a:cubicBezTo>
                    <a:pt x="389" y="1876"/>
                    <a:pt x="521" y="2041"/>
                    <a:pt x="567" y="2060"/>
                  </a:cubicBezTo>
                  <a:cubicBezTo>
                    <a:pt x="606" y="2087"/>
                    <a:pt x="764" y="2133"/>
                    <a:pt x="764" y="2133"/>
                  </a:cubicBezTo>
                  <a:cubicBezTo>
                    <a:pt x="764" y="2133"/>
                    <a:pt x="909" y="2172"/>
                    <a:pt x="936" y="2205"/>
                  </a:cubicBezTo>
                  <a:cubicBezTo>
                    <a:pt x="962" y="2231"/>
                    <a:pt x="1067" y="2429"/>
                    <a:pt x="1067" y="2455"/>
                  </a:cubicBezTo>
                  <a:cubicBezTo>
                    <a:pt x="1067" y="2475"/>
                    <a:pt x="1153" y="2554"/>
                    <a:pt x="1186" y="2600"/>
                  </a:cubicBezTo>
                  <a:cubicBezTo>
                    <a:pt x="1225" y="2639"/>
                    <a:pt x="1278" y="2685"/>
                    <a:pt x="1278" y="2745"/>
                  </a:cubicBezTo>
                  <a:cubicBezTo>
                    <a:pt x="1278" y="2804"/>
                    <a:pt x="1298" y="2975"/>
                    <a:pt x="1278" y="3008"/>
                  </a:cubicBezTo>
                  <a:cubicBezTo>
                    <a:pt x="1258" y="3041"/>
                    <a:pt x="1284" y="3080"/>
                    <a:pt x="1324" y="3153"/>
                  </a:cubicBezTo>
                  <a:cubicBezTo>
                    <a:pt x="1357" y="3225"/>
                    <a:pt x="1613" y="3396"/>
                    <a:pt x="1613" y="3462"/>
                  </a:cubicBezTo>
                  <a:cubicBezTo>
                    <a:pt x="1613" y="3521"/>
                    <a:pt x="1646" y="3627"/>
                    <a:pt x="1659" y="3640"/>
                  </a:cubicBezTo>
                  <a:cubicBezTo>
                    <a:pt x="1679" y="3660"/>
                    <a:pt x="1725" y="3692"/>
                    <a:pt x="1732" y="3725"/>
                  </a:cubicBezTo>
                  <a:cubicBezTo>
                    <a:pt x="1732" y="3752"/>
                    <a:pt x="1745" y="3903"/>
                    <a:pt x="1791" y="3929"/>
                  </a:cubicBezTo>
                  <a:cubicBezTo>
                    <a:pt x="1837" y="3956"/>
                    <a:pt x="2068" y="4008"/>
                    <a:pt x="2068" y="4008"/>
                  </a:cubicBezTo>
                  <a:cubicBezTo>
                    <a:pt x="2068" y="4008"/>
                    <a:pt x="2110" y="4041"/>
                    <a:pt x="2158" y="4041"/>
                  </a:cubicBezTo>
                  <a:cubicBezTo>
                    <a:pt x="2199" y="4041"/>
                    <a:pt x="2244" y="4017"/>
                    <a:pt x="2272" y="3929"/>
                  </a:cubicBezTo>
                  <a:cubicBezTo>
                    <a:pt x="2331" y="3738"/>
                    <a:pt x="2377" y="3640"/>
                    <a:pt x="2410" y="3607"/>
                  </a:cubicBezTo>
                  <a:cubicBezTo>
                    <a:pt x="2449" y="3567"/>
                    <a:pt x="2561" y="3482"/>
                    <a:pt x="2561" y="3482"/>
                  </a:cubicBezTo>
                  <a:cubicBezTo>
                    <a:pt x="2561" y="3482"/>
                    <a:pt x="2620" y="3298"/>
                    <a:pt x="2647" y="3245"/>
                  </a:cubicBezTo>
                  <a:cubicBezTo>
                    <a:pt x="2666" y="3199"/>
                    <a:pt x="2732" y="3153"/>
                    <a:pt x="2785" y="3120"/>
                  </a:cubicBezTo>
                  <a:cubicBezTo>
                    <a:pt x="2838" y="3087"/>
                    <a:pt x="2903" y="3080"/>
                    <a:pt x="2943" y="3054"/>
                  </a:cubicBezTo>
                  <a:cubicBezTo>
                    <a:pt x="2989" y="3021"/>
                    <a:pt x="3042" y="2955"/>
                    <a:pt x="3061" y="2916"/>
                  </a:cubicBezTo>
                  <a:cubicBezTo>
                    <a:pt x="3074" y="2883"/>
                    <a:pt x="3147" y="2758"/>
                    <a:pt x="3200" y="2738"/>
                  </a:cubicBezTo>
                  <a:cubicBezTo>
                    <a:pt x="3259" y="2718"/>
                    <a:pt x="3311" y="2692"/>
                    <a:pt x="3371" y="2685"/>
                  </a:cubicBezTo>
                  <a:cubicBezTo>
                    <a:pt x="3397" y="2679"/>
                    <a:pt x="3423" y="2672"/>
                    <a:pt x="3443" y="2666"/>
                  </a:cubicBezTo>
                  <a:cubicBezTo>
                    <a:pt x="3436" y="2587"/>
                    <a:pt x="3489" y="2534"/>
                    <a:pt x="3509" y="2455"/>
                  </a:cubicBezTo>
                  <a:cubicBezTo>
                    <a:pt x="3509" y="2455"/>
                    <a:pt x="3555" y="2225"/>
                    <a:pt x="3548" y="2152"/>
                  </a:cubicBezTo>
                  <a:cubicBezTo>
                    <a:pt x="3535" y="2080"/>
                    <a:pt x="3522" y="1929"/>
                    <a:pt x="3489" y="1909"/>
                  </a:cubicBezTo>
                  <a:cubicBezTo>
                    <a:pt x="3463" y="1883"/>
                    <a:pt x="3325" y="1823"/>
                    <a:pt x="3311" y="1817"/>
                  </a:cubicBezTo>
                  <a:cubicBezTo>
                    <a:pt x="3305" y="1817"/>
                    <a:pt x="3296" y="1827"/>
                    <a:pt x="3286" y="1827"/>
                  </a:cubicBezTo>
                  <a:cubicBezTo>
                    <a:pt x="3274" y="1827"/>
                    <a:pt x="3260" y="1814"/>
                    <a:pt x="3246" y="1758"/>
                  </a:cubicBezTo>
                  <a:cubicBezTo>
                    <a:pt x="3213" y="1659"/>
                    <a:pt x="3206" y="1573"/>
                    <a:pt x="3186" y="1553"/>
                  </a:cubicBezTo>
                  <a:cubicBezTo>
                    <a:pt x="3160" y="1534"/>
                    <a:pt x="3088" y="1507"/>
                    <a:pt x="3068" y="1507"/>
                  </a:cubicBezTo>
                  <a:cubicBezTo>
                    <a:pt x="3058" y="1507"/>
                    <a:pt x="3035" y="1509"/>
                    <a:pt x="3012" y="1509"/>
                  </a:cubicBezTo>
                  <a:cubicBezTo>
                    <a:pt x="2989" y="1509"/>
                    <a:pt x="2966" y="1507"/>
                    <a:pt x="2956" y="1501"/>
                  </a:cubicBezTo>
                  <a:cubicBezTo>
                    <a:pt x="2943" y="1488"/>
                    <a:pt x="2923" y="1409"/>
                    <a:pt x="2910" y="1363"/>
                  </a:cubicBezTo>
                  <a:cubicBezTo>
                    <a:pt x="2897" y="1317"/>
                    <a:pt x="2831" y="1264"/>
                    <a:pt x="2831" y="1218"/>
                  </a:cubicBezTo>
                  <a:cubicBezTo>
                    <a:pt x="2831" y="1178"/>
                    <a:pt x="2739" y="1001"/>
                    <a:pt x="2726" y="856"/>
                  </a:cubicBezTo>
                  <a:cubicBezTo>
                    <a:pt x="2706" y="718"/>
                    <a:pt x="2680" y="586"/>
                    <a:pt x="2680" y="540"/>
                  </a:cubicBezTo>
                  <a:cubicBezTo>
                    <a:pt x="2680" y="487"/>
                    <a:pt x="2686" y="415"/>
                    <a:pt x="2686" y="375"/>
                  </a:cubicBezTo>
                  <a:cubicBezTo>
                    <a:pt x="2686" y="336"/>
                    <a:pt x="2666" y="237"/>
                    <a:pt x="2666" y="237"/>
                  </a:cubicBezTo>
                  <a:lnTo>
                    <a:pt x="2640" y="165"/>
                  </a:lnTo>
                  <a:lnTo>
                    <a:pt x="2403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7" name="Google Shape;1578;p19">
              <a:extLst>
                <a:ext uri="{FF2B5EF4-FFF2-40B4-BE49-F238E27FC236}">
                  <a16:creationId xmlns:a16="http://schemas.microsoft.com/office/drawing/2014/main" id="{8C217D33-92A7-DCA4-B61A-5724EF248E88}"/>
                </a:ext>
              </a:extLst>
            </p:cNvPr>
            <p:cNvSpPr/>
            <p:nvPr/>
          </p:nvSpPr>
          <p:spPr>
            <a:xfrm>
              <a:off x="6253872" y="1294251"/>
              <a:ext cx="472805" cy="545494"/>
            </a:xfrm>
            <a:custGeom>
              <a:avLst/>
              <a:gdLst/>
              <a:ahLst/>
              <a:cxnLst/>
              <a:rect l="l" t="t" r="r" b="b"/>
              <a:pathLst>
                <a:path w="4332" h="4998" extrusionOk="0">
                  <a:moveTo>
                    <a:pt x="3253" y="1"/>
                  </a:moveTo>
                  <a:cubicBezTo>
                    <a:pt x="3227" y="1"/>
                    <a:pt x="3206" y="3"/>
                    <a:pt x="3199" y="8"/>
                  </a:cubicBezTo>
                  <a:cubicBezTo>
                    <a:pt x="3180" y="21"/>
                    <a:pt x="3087" y="34"/>
                    <a:pt x="3074" y="41"/>
                  </a:cubicBezTo>
                  <a:cubicBezTo>
                    <a:pt x="3061" y="47"/>
                    <a:pt x="3041" y="93"/>
                    <a:pt x="3054" y="113"/>
                  </a:cubicBezTo>
                  <a:cubicBezTo>
                    <a:pt x="3068" y="133"/>
                    <a:pt x="3094" y="159"/>
                    <a:pt x="3094" y="185"/>
                  </a:cubicBezTo>
                  <a:cubicBezTo>
                    <a:pt x="3094" y="218"/>
                    <a:pt x="3081" y="258"/>
                    <a:pt x="3048" y="284"/>
                  </a:cubicBezTo>
                  <a:cubicBezTo>
                    <a:pt x="3015" y="310"/>
                    <a:pt x="2837" y="422"/>
                    <a:pt x="2824" y="455"/>
                  </a:cubicBezTo>
                  <a:cubicBezTo>
                    <a:pt x="2818" y="488"/>
                    <a:pt x="2850" y="541"/>
                    <a:pt x="2785" y="547"/>
                  </a:cubicBezTo>
                  <a:cubicBezTo>
                    <a:pt x="2725" y="561"/>
                    <a:pt x="2594" y="561"/>
                    <a:pt x="2574" y="574"/>
                  </a:cubicBezTo>
                  <a:cubicBezTo>
                    <a:pt x="2548" y="587"/>
                    <a:pt x="2416" y="620"/>
                    <a:pt x="2396" y="659"/>
                  </a:cubicBezTo>
                  <a:cubicBezTo>
                    <a:pt x="2377" y="692"/>
                    <a:pt x="2311" y="738"/>
                    <a:pt x="2278" y="745"/>
                  </a:cubicBezTo>
                  <a:cubicBezTo>
                    <a:pt x="2245" y="758"/>
                    <a:pt x="2120" y="797"/>
                    <a:pt x="2087" y="817"/>
                  </a:cubicBezTo>
                  <a:cubicBezTo>
                    <a:pt x="2071" y="824"/>
                    <a:pt x="2031" y="825"/>
                    <a:pt x="1996" y="825"/>
                  </a:cubicBezTo>
                  <a:cubicBezTo>
                    <a:pt x="1960" y="825"/>
                    <a:pt x="1929" y="824"/>
                    <a:pt x="1929" y="824"/>
                  </a:cubicBezTo>
                  <a:cubicBezTo>
                    <a:pt x="1929" y="824"/>
                    <a:pt x="1804" y="797"/>
                    <a:pt x="1766" y="797"/>
                  </a:cubicBezTo>
                  <a:cubicBezTo>
                    <a:pt x="1763" y="797"/>
                    <a:pt x="1760" y="797"/>
                    <a:pt x="1758" y="797"/>
                  </a:cubicBezTo>
                  <a:cubicBezTo>
                    <a:pt x="1732" y="811"/>
                    <a:pt x="1567" y="890"/>
                    <a:pt x="1567" y="923"/>
                  </a:cubicBezTo>
                  <a:cubicBezTo>
                    <a:pt x="1574" y="949"/>
                    <a:pt x="1587" y="1133"/>
                    <a:pt x="1560" y="1146"/>
                  </a:cubicBezTo>
                  <a:cubicBezTo>
                    <a:pt x="1556" y="1148"/>
                    <a:pt x="1551" y="1149"/>
                    <a:pt x="1546" y="1149"/>
                  </a:cubicBezTo>
                  <a:cubicBezTo>
                    <a:pt x="1520" y="1149"/>
                    <a:pt x="1487" y="1127"/>
                    <a:pt x="1482" y="1127"/>
                  </a:cubicBezTo>
                  <a:cubicBezTo>
                    <a:pt x="1475" y="1133"/>
                    <a:pt x="1435" y="1153"/>
                    <a:pt x="1429" y="1166"/>
                  </a:cubicBezTo>
                  <a:cubicBezTo>
                    <a:pt x="1416" y="1186"/>
                    <a:pt x="1376" y="1206"/>
                    <a:pt x="1376" y="1206"/>
                  </a:cubicBezTo>
                  <a:cubicBezTo>
                    <a:pt x="1376" y="1206"/>
                    <a:pt x="1337" y="1166"/>
                    <a:pt x="1330" y="1133"/>
                  </a:cubicBezTo>
                  <a:cubicBezTo>
                    <a:pt x="1324" y="1107"/>
                    <a:pt x="1199" y="995"/>
                    <a:pt x="1192" y="988"/>
                  </a:cubicBezTo>
                  <a:cubicBezTo>
                    <a:pt x="1180" y="977"/>
                    <a:pt x="1148" y="934"/>
                    <a:pt x="1122" y="934"/>
                  </a:cubicBezTo>
                  <a:cubicBezTo>
                    <a:pt x="1119" y="934"/>
                    <a:pt x="1116" y="934"/>
                    <a:pt x="1113" y="936"/>
                  </a:cubicBezTo>
                  <a:cubicBezTo>
                    <a:pt x="1087" y="942"/>
                    <a:pt x="1001" y="1008"/>
                    <a:pt x="981" y="1015"/>
                  </a:cubicBezTo>
                  <a:cubicBezTo>
                    <a:pt x="962" y="1015"/>
                    <a:pt x="876" y="1002"/>
                    <a:pt x="863" y="995"/>
                  </a:cubicBezTo>
                  <a:cubicBezTo>
                    <a:pt x="851" y="995"/>
                    <a:pt x="743" y="947"/>
                    <a:pt x="707" y="947"/>
                  </a:cubicBezTo>
                  <a:cubicBezTo>
                    <a:pt x="703" y="947"/>
                    <a:pt x="700" y="948"/>
                    <a:pt x="698" y="949"/>
                  </a:cubicBezTo>
                  <a:cubicBezTo>
                    <a:pt x="686" y="955"/>
                    <a:pt x="636" y="983"/>
                    <a:pt x="617" y="983"/>
                  </a:cubicBezTo>
                  <a:cubicBezTo>
                    <a:pt x="616" y="983"/>
                    <a:pt x="614" y="982"/>
                    <a:pt x="613" y="982"/>
                  </a:cubicBezTo>
                  <a:cubicBezTo>
                    <a:pt x="606" y="975"/>
                    <a:pt x="514" y="883"/>
                    <a:pt x="514" y="876"/>
                  </a:cubicBezTo>
                  <a:cubicBezTo>
                    <a:pt x="507" y="863"/>
                    <a:pt x="514" y="824"/>
                    <a:pt x="448" y="824"/>
                  </a:cubicBezTo>
                  <a:cubicBezTo>
                    <a:pt x="382" y="824"/>
                    <a:pt x="303" y="817"/>
                    <a:pt x="244" y="797"/>
                  </a:cubicBezTo>
                  <a:cubicBezTo>
                    <a:pt x="192" y="778"/>
                    <a:pt x="47" y="686"/>
                    <a:pt x="47" y="686"/>
                  </a:cubicBezTo>
                  <a:lnTo>
                    <a:pt x="47" y="686"/>
                  </a:lnTo>
                  <a:cubicBezTo>
                    <a:pt x="47" y="686"/>
                    <a:pt x="1" y="732"/>
                    <a:pt x="86" y="817"/>
                  </a:cubicBezTo>
                  <a:cubicBezTo>
                    <a:pt x="172" y="909"/>
                    <a:pt x="277" y="982"/>
                    <a:pt x="350" y="1041"/>
                  </a:cubicBezTo>
                  <a:cubicBezTo>
                    <a:pt x="415" y="1094"/>
                    <a:pt x="534" y="1179"/>
                    <a:pt x="540" y="1199"/>
                  </a:cubicBezTo>
                  <a:cubicBezTo>
                    <a:pt x="547" y="1219"/>
                    <a:pt x="547" y="1252"/>
                    <a:pt x="534" y="1285"/>
                  </a:cubicBezTo>
                  <a:cubicBezTo>
                    <a:pt x="514" y="1311"/>
                    <a:pt x="481" y="1324"/>
                    <a:pt x="481" y="1350"/>
                  </a:cubicBezTo>
                  <a:cubicBezTo>
                    <a:pt x="481" y="1370"/>
                    <a:pt x="488" y="1449"/>
                    <a:pt x="488" y="1456"/>
                  </a:cubicBezTo>
                  <a:cubicBezTo>
                    <a:pt x="488" y="1462"/>
                    <a:pt x="488" y="1574"/>
                    <a:pt x="534" y="1614"/>
                  </a:cubicBezTo>
                  <a:cubicBezTo>
                    <a:pt x="580" y="1653"/>
                    <a:pt x="646" y="1699"/>
                    <a:pt x="652" y="1745"/>
                  </a:cubicBezTo>
                  <a:cubicBezTo>
                    <a:pt x="665" y="1791"/>
                    <a:pt x="672" y="1844"/>
                    <a:pt x="659" y="1870"/>
                  </a:cubicBezTo>
                  <a:cubicBezTo>
                    <a:pt x="646" y="1897"/>
                    <a:pt x="646" y="1969"/>
                    <a:pt x="652" y="1989"/>
                  </a:cubicBezTo>
                  <a:lnTo>
                    <a:pt x="659" y="1989"/>
                  </a:lnTo>
                  <a:cubicBezTo>
                    <a:pt x="659" y="1989"/>
                    <a:pt x="659" y="1995"/>
                    <a:pt x="659" y="1995"/>
                  </a:cubicBezTo>
                  <a:cubicBezTo>
                    <a:pt x="659" y="1995"/>
                    <a:pt x="659" y="2002"/>
                    <a:pt x="665" y="2002"/>
                  </a:cubicBezTo>
                  <a:cubicBezTo>
                    <a:pt x="665" y="2008"/>
                    <a:pt x="665" y="2008"/>
                    <a:pt x="672" y="2008"/>
                  </a:cubicBezTo>
                  <a:cubicBezTo>
                    <a:pt x="672" y="2015"/>
                    <a:pt x="679" y="2022"/>
                    <a:pt x="685" y="2028"/>
                  </a:cubicBezTo>
                  <a:cubicBezTo>
                    <a:pt x="692" y="2028"/>
                    <a:pt x="692" y="2035"/>
                    <a:pt x="692" y="2035"/>
                  </a:cubicBezTo>
                  <a:lnTo>
                    <a:pt x="698" y="2035"/>
                  </a:lnTo>
                  <a:cubicBezTo>
                    <a:pt x="698" y="2035"/>
                    <a:pt x="705" y="2041"/>
                    <a:pt x="705" y="2041"/>
                  </a:cubicBezTo>
                  <a:lnTo>
                    <a:pt x="711" y="2041"/>
                  </a:lnTo>
                  <a:cubicBezTo>
                    <a:pt x="711" y="2041"/>
                    <a:pt x="718" y="2048"/>
                    <a:pt x="718" y="2048"/>
                  </a:cubicBezTo>
                  <a:lnTo>
                    <a:pt x="725" y="2048"/>
                  </a:lnTo>
                  <a:cubicBezTo>
                    <a:pt x="731" y="2048"/>
                    <a:pt x="738" y="2055"/>
                    <a:pt x="744" y="2055"/>
                  </a:cubicBezTo>
                  <a:cubicBezTo>
                    <a:pt x="789" y="2059"/>
                    <a:pt x="853" y="2070"/>
                    <a:pt x="895" y="2070"/>
                  </a:cubicBezTo>
                  <a:cubicBezTo>
                    <a:pt x="914" y="2070"/>
                    <a:pt x="929" y="2067"/>
                    <a:pt x="935" y="2061"/>
                  </a:cubicBezTo>
                  <a:cubicBezTo>
                    <a:pt x="958" y="2044"/>
                    <a:pt x="1030" y="2027"/>
                    <a:pt x="1053" y="2027"/>
                  </a:cubicBezTo>
                  <a:cubicBezTo>
                    <a:pt x="1057" y="2027"/>
                    <a:pt x="1059" y="2027"/>
                    <a:pt x="1060" y="2028"/>
                  </a:cubicBezTo>
                  <a:cubicBezTo>
                    <a:pt x="1067" y="2035"/>
                    <a:pt x="1120" y="2068"/>
                    <a:pt x="1113" y="2094"/>
                  </a:cubicBezTo>
                  <a:cubicBezTo>
                    <a:pt x="1106" y="2114"/>
                    <a:pt x="1100" y="2173"/>
                    <a:pt x="1093" y="2219"/>
                  </a:cubicBezTo>
                  <a:cubicBezTo>
                    <a:pt x="1113" y="2219"/>
                    <a:pt x="1212" y="2272"/>
                    <a:pt x="1212" y="2272"/>
                  </a:cubicBezTo>
                  <a:cubicBezTo>
                    <a:pt x="1212" y="2272"/>
                    <a:pt x="1337" y="2311"/>
                    <a:pt x="1356" y="2311"/>
                  </a:cubicBezTo>
                  <a:cubicBezTo>
                    <a:pt x="1383" y="2318"/>
                    <a:pt x="1488" y="2370"/>
                    <a:pt x="1528" y="2410"/>
                  </a:cubicBezTo>
                  <a:cubicBezTo>
                    <a:pt x="1574" y="2443"/>
                    <a:pt x="1541" y="2495"/>
                    <a:pt x="1508" y="2574"/>
                  </a:cubicBezTo>
                  <a:cubicBezTo>
                    <a:pt x="1475" y="2653"/>
                    <a:pt x="1468" y="2752"/>
                    <a:pt x="1468" y="2752"/>
                  </a:cubicBezTo>
                  <a:cubicBezTo>
                    <a:pt x="1468" y="2752"/>
                    <a:pt x="1659" y="2904"/>
                    <a:pt x="1679" y="2910"/>
                  </a:cubicBezTo>
                  <a:cubicBezTo>
                    <a:pt x="1705" y="2923"/>
                    <a:pt x="1765" y="3061"/>
                    <a:pt x="1784" y="3094"/>
                  </a:cubicBezTo>
                  <a:cubicBezTo>
                    <a:pt x="1804" y="3127"/>
                    <a:pt x="1732" y="3219"/>
                    <a:pt x="1699" y="3279"/>
                  </a:cubicBezTo>
                  <a:cubicBezTo>
                    <a:pt x="1659" y="3331"/>
                    <a:pt x="1699" y="3410"/>
                    <a:pt x="1699" y="3450"/>
                  </a:cubicBezTo>
                  <a:cubicBezTo>
                    <a:pt x="1692" y="3496"/>
                    <a:pt x="1725" y="3529"/>
                    <a:pt x="1732" y="3595"/>
                  </a:cubicBezTo>
                  <a:cubicBezTo>
                    <a:pt x="1732" y="3660"/>
                    <a:pt x="1804" y="3884"/>
                    <a:pt x="1883" y="3957"/>
                  </a:cubicBezTo>
                  <a:cubicBezTo>
                    <a:pt x="1969" y="4029"/>
                    <a:pt x="1936" y="4114"/>
                    <a:pt x="1936" y="4154"/>
                  </a:cubicBezTo>
                  <a:cubicBezTo>
                    <a:pt x="1936" y="4193"/>
                    <a:pt x="1909" y="4259"/>
                    <a:pt x="1870" y="4292"/>
                  </a:cubicBezTo>
                  <a:cubicBezTo>
                    <a:pt x="1830" y="4319"/>
                    <a:pt x="1712" y="4384"/>
                    <a:pt x="1699" y="4411"/>
                  </a:cubicBezTo>
                  <a:cubicBezTo>
                    <a:pt x="1679" y="4437"/>
                    <a:pt x="1804" y="4490"/>
                    <a:pt x="1883" y="4523"/>
                  </a:cubicBezTo>
                  <a:cubicBezTo>
                    <a:pt x="1955" y="4562"/>
                    <a:pt x="2028" y="4667"/>
                    <a:pt x="2034" y="4680"/>
                  </a:cubicBezTo>
                  <a:cubicBezTo>
                    <a:pt x="2041" y="4694"/>
                    <a:pt x="2126" y="4825"/>
                    <a:pt x="2146" y="4845"/>
                  </a:cubicBezTo>
                  <a:cubicBezTo>
                    <a:pt x="2152" y="4853"/>
                    <a:pt x="2160" y="4856"/>
                    <a:pt x="2172" y="4856"/>
                  </a:cubicBezTo>
                  <a:cubicBezTo>
                    <a:pt x="2189" y="4856"/>
                    <a:pt x="2214" y="4852"/>
                    <a:pt x="2252" y="4852"/>
                  </a:cubicBezTo>
                  <a:cubicBezTo>
                    <a:pt x="2311" y="4852"/>
                    <a:pt x="2324" y="4950"/>
                    <a:pt x="2357" y="4970"/>
                  </a:cubicBezTo>
                  <a:cubicBezTo>
                    <a:pt x="2380" y="4984"/>
                    <a:pt x="2407" y="4998"/>
                    <a:pt x="2430" y="4998"/>
                  </a:cubicBezTo>
                  <a:cubicBezTo>
                    <a:pt x="2439" y="4998"/>
                    <a:pt x="2448" y="4996"/>
                    <a:pt x="2456" y="4990"/>
                  </a:cubicBezTo>
                  <a:cubicBezTo>
                    <a:pt x="2475" y="4970"/>
                    <a:pt x="2442" y="4944"/>
                    <a:pt x="2403" y="4885"/>
                  </a:cubicBezTo>
                  <a:cubicBezTo>
                    <a:pt x="2363" y="4819"/>
                    <a:pt x="2357" y="4806"/>
                    <a:pt x="2357" y="4759"/>
                  </a:cubicBezTo>
                  <a:cubicBezTo>
                    <a:pt x="2357" y="4713"/>
                    <a:pt x="2370" y="4700"/>
                    <a:pt x="2390" y="4674"/>
                  </a:cubicBezTo>
                  <a:cubicBezTo>
                    <a:pt x="2409" y="4648"/>
                    <a:pt x="2429" y="4628"/>
                    <a:pt x="2423" y="4569"/>
                  </a:cubicBezTo>
                  <a:cubicBezTo>
                    <a:pt x="2409" y="4509"/>
                    <a:pt x="2377" y="4470"/>
                    <a:pt x="2390" y="4397"/>
                  </a:cubicBezTo>
                  <a:cubicBezTo>
                    <a:pt x="2409" y="4325"/>
                    <a:pt x="2561" y="4253"/>
                    <a:pt x="2594" y="4226"/>
                  </a:cubicBezTo>
                  <a:cubicBezTo>
                    <a:pt x="2598" y="4221"/>
                    <a:pt x="2608" y="4218"/>
                    <a:pt x="2620" y="4218"/>
                  </a:cubicBezTo>
                  <a:cubicBezTo>
                    <a:pt x="2684" y="4218"/>
                    <a:pt x="2832" y="4277"/>
                    <a:pt x="2870" y="4299"/>
                  </a:cubicBezTo>
                  <a:cubicBezTo>
                    <a:pt x="2916" y="4319"/>
                    <a:pt x="2962" y="4430"/>
                    <a:pt x="2962" y="4430"/>
                  </a:cubicBezTo>
                  <a:cubicBezTo>
                    <a:pt x="2962" y="4430"/>
                    <a:pt x="3041" y="4490"/>
                    <a:pt x="3068" y="4490"/>
                  </a:cubicBezTo>
                  <a:cubicBezTo>
                    <a:pt x="3094" y="4490"/>
                    <a:pt x="3160" y="4463"/>
                    <a:pt x="3199" y="4450"/>
                  </a:cubicBezTo>
                  <a:cubicBezTo>
                    <a:pt x="3232" y="4437"/>
                    <a:pt x="3298" y="4391"/>
                    <a:pt x="3285" y="4358"/>
                  </a:cubicBezTo>
                  <a:cubicBezTo>
                    <a:pt x="3278" y="4325"/>
                    <a:pt x="3232" y="4312"/>
                    <a:pt x="3199" y="4286"/>
                  </a:cubicBezTo>
                  <a:cubicBezTo>
                    <a:pt x="3173" y="4259"/>
                    <a:pt x="3291" y="4068"/>
                    <a:pt x="3337" y="3989"/>
                  </a:cubicBezTo>
                  <a:cubicBezTo>
                    <a:pt x="3390" y="3910"/>
                    <a:pt x="3462" y="3674"/>
                    <a:pt x="3462" y="3674"/>
                  </a:cubicBezTo>
                  <a:cubicBezTo>
                    <a:pt x="3476" y="3621"/>
                    <a:pt x="3601" y="3614"/>
                    <a:pt x="3745" y="3614"/>
                  </a:cubicBezTo>
                  <a:cubicBezTo>
                    <a:pt x="3765" y="3621"/>
                    <a:pt x="3792" y="3621"/>
                    <a:pt x="3811" y="3621"/>
                  </a:cubicBezTo>
                  <a:lnTo>
                    <a:pt x="3838" y="3621"/>
                  </a:lnTo>
                  <a:cubicBezTo>
                    <a:pt x="3851" y="3621"/>
                    <a:pt x="3871" y="3621"/>
                    <a:pt x="3890" y="3627"/>
                  </a:cubicBezTo>
                  <a:lnTo>
                    <a:pt x="3950" y="3627"/>
                  </a:lnTo>
                  <a:cubicBezTo>
                    <a:pt x="3969" y="3634"/>
                    <a:pt x="3989" y="3634"/>
                    <a:pt x="4009" y="3634"/>
                  </a:cubicBezTo>
                  <a:cubicBezTo>
                    <a:pt x="4015" y="3634"/>
                    <a:pt x="4028" y="3641"/>
                    <a:pt x="4035" y="3641"/>
                  </a:cubicBezTo>
                  <a:cubicBezTo>
                    <a:pt x="4101" y="3647"/>
                    <a:pt x="4160" y="3654"/>
                    <a:pt x="4200" y="3660"/>
                  </a:cubicBezTo>
                  <a:lnTo>
                    <a:pt x="4219" y="3660"/>
                  </a:lnTo>
                  <a:cubicBezTo>
                    <a:pt x="4226" y="3660"/>
                    <a:pt x="4226" y="3660"/>
                    <a:pt x="4233" y="3667"/>
                  </a:cubicBezTo>
                  <a:lnTo>
                    <a:pt x="4259" y="3667"/>
                  </a:lnTo>
                  <a:cubicBezTo>
                    <a:pt x="4272" y="3667"/>
                    <a:pt x="4285" y="3674"/>
                    <a:pt x="4285" y="3674"/>
                  </a:cubicBezTo>
                  <a:lnTo>
                    <a:pt x="4331" y="2917"/>
                  </a:lnTo>
                  <a:cubicBezTo>
                    <a:pt x="4279" y="2904"/>
                    <a:pt x="4213" y="2890"/>
                    <a:pt x="4206" y="2890"/>
                  </a:cubicBezTo>
                  <a:cubicBezTo>
                    <a:pt x="4186" y="2884"/>
                    <a:pt x="4061" y="2831"/>
                    <a:pt x="4042" y="2811"/>
                  </a:cubicBezTo>
                  <a:cubicBezTo>
                    <a:pt x="4015" y="2798"/>
                    <a:pt x="3890" y="2713"/>
                    <a:pt x="3877" y="2680"/>
                  </a:cubicBezTo>
                  <a:cubicBezTo>
                    <a:pt x="3857" y="2653"/>
                    <a:pt x="3739" y="2548"/>
                    <a:pt x="3732" y="2528"/>
                  </a:cubicBezTo>
                  <a:cubicBezTo>
                    <a:pt x="3719" y="2502"/>
                    <a:pt x="3653" y="2370"/>
                    <a:pt x="3653" y="2370"/>
                  </a:cubicBezTo>
                  <a:cubicBezTo>
                    <a:pt x="3653" y="2370"/>
                    <a:pt x="3693" y="2265"/>
                    <a:pt x="3673" y="2212"/>
                  </a:cubicBezTo>
                  <a:cubicBezTo>
                    <a:pt x="3653" y="2153"/>
                    <a:pt x="3522" y="2081"/>
                    <a:pt x="3509" y="2041"/>
                  </a:cubicBezTo>
                  <a:cubicBezTo>
                    <a:pt x="3495" y="2002"/>
                    <a:pt x="3482" y="1857"/>
                    <a:pt x="3489" y="1844"/>
                  </a:cubicBezTo>
                  <a:cubicBezTo>
                    <a:pt x="3489" y="1831"/>
                    <a:pt x="3509" y="1594"/>
                    <a:pt x="3522" y="1535"/>
                  </a:cubicBezTo>
                  <a:cubicBezTo>
                    <a:pt x="3535" y="1469"/>
                    <a:pt x="3601" y="1403"/>
                    <a:pt x="3607" y="1363"/>
                  </a:cubicBezTo>
                  <a:cubicBezTo>
                    <a:pt x="3614" y="1317"/>
                    <a:pt x="3601" y="1245"/>
                    <a:pt x="3601" y="1232"/>
                  </a:cubicBezTo>
                  <a:cubicBezTo>
                    <a:pt x="3601" y="1225"/>
                    <a:pt x="3614" y="1113"/>
                    <a:pt x="3614" y="1113"/>
                  </a:cubicBezTo>
                  <a:cubicBezTo>
                    <a:pt x="3614" y="1113"/>
                    <a:pt x="3805" y="1015"/>
                    <a:pt x="3811" y="962"/>
                  </a:cubicBezTo>
                  <a:cubicBezTo>
                    <a:pt x="3811" y="909"/>
                    <a:pt x="3686" y="817"/>
                    <a:pt x="3680" y="784"/>
                  </a:cubicBezTo>
                  <a:cubicBezTo>
                    <a:pt x="3667" y="751"/>
                    <a:pt x="3653" y="679"/>
                    <a:pt x="3653" y="646"/>
                  </a:cubicBezTo>
                  <a:cubicBezTo>
                    <a:pt x="3653" y="613"/>
                    <a:pt x="3653" y="580"/>
                    <a:pt x="3634" y="574"/>
                  </a:cubicBezTo>
                  <a:cubicBezTo>
                    <a:pt x="3620" y="567"/>
                    <a:pt x="3377" y="514"/>
                    <a:pt x="3377" y="514"/>
                  </a:cubicBezTo>
                  <a:cubicBezTo>
                    <a:pt x="3377" y="514"/>
                    <a:pt x="3377" y="449"/>
                    <a:pt x="3410" y="409"/>
                  </a:cubicBezTo>
                  <a:cubicBezTo>
                    <a:pt x="3436" y="363"/>
                    <a:pt x="3482" y="245"/>
                    <a:pt x="3489" y="238"/>
                  </a:cubicBezTo>
                  <a:cubicBezTo>
                    <a:pt x="3489" y="225"/>
                    <a:pt x="3423" y="41"/>
                    <a:pt x="3390" y="21"/>
                  </a:cubicBezTo>
                  <a:cubicBezTo>
                    <a:pt x="3365" y="8"/>
                    <a:pt x="3301" y="1"/>
                    <a:pt x="3253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8" name="Google Shape;1579;p19">
              <a:extLst>
                <a:ext uri="{FF2B5EF4-FFF2-40B4-BE49-F238E27FC236}">
                  <a16:creationId xmlns:a16="http://schemas.microsoft.com/office/drawing/2014/main" id="{E451F558-0E97-2588-71F5-38A03D2EFC4D}"/>
                </a:ext>
              </a:extLst>
            </p:cNvPr>
            <p:cNvSpPr/>
            <p:nvPr/>
          </p:nvSpPr>
          <p:spPr>
            <a:xfrm>
              <a:off x="7541092" y="2957579"/>
              <a:ext cx="84913" cy="50206"/>
            </a:xfrm>
            <a:custGeom>
              <a:avLst/>
              <a:gdLst/>
              <a:ahLst/>
              <a:cxnLst/>
              <a:rect l="l" t="t" r="r" b="b"/>
              <a:pathLst>
                <a:path w="778" h="460" extrusionOk="0">
                  <a:moveTo>
                    <a:pt x="415" y="1"/>
                  </a:moveTo>
                  <a:cubicBezTo>
                    <a:pt x="363" y="1"/>
                    <a:pt x="290" y="4"/>
                    <a:pt x="264" y="4"/>
                  </a:cubicBezTo>
                  <a:cubicBezTo>
                    <a:pt x="224" y="4"/>
                    <a:pt x="185" y="56"/>
                    <a:pt x="158" y="96"/>
                  </a:cubicBezTo>
                  <a:cubicBezTo>
                    <a:pt x="132" y="135"/>
                    <a:pt x="152" y="194"/>
                    <a:pt x="152" y="208"/>
                  </a:cubicBezTo>
                  <a:cubicBezTo>
                    <a:pt x="152" y="214"/>
                    <a:pt x="112" y="234"/>
                    <a:pt x="99" y="247"/>
                  </a:cubicBezTo>
                  <a:cubicBezTo>
                    <a:pt x="86" y="260"/>
                    <a:pt x="73" y="267"/>
                    <a:pt x="40" y="306"/>
                  </a:cubicBezTo>
                  <a:cubicBezTo>
                    <a:pt x="1" y="346"/>
                    <a:pt x="40" y="412"/>
                    <a:pt x="66" y="418"/>
                  </a:cubicBezTo>
                  <a:cubicBezTo>
                    <a:pt x="93" y="425"/>
                    <a:pt x="185" y="425"/>
                    <a:pt x="303" y="438"/>
                  </a:cubicBezTo>
                  <a:cubicBezTo>
                    <a:pt x="400" y="449"/>
                    <a:pt x="470" y="459"/>
                    <a:pt x="518" y="459"/>
                  </a:cubicBezTo>
                  <a:cubicBezTo>
                    <a:pt x="529" y="459"/>
                    <a:pt x="538" y="459"/>
                    <a:pt x="547" y="458"/>
                  </a:cubicBezTo>
                  <a:cubicBezTo>
                    <a:pt x="586" y="458"/>
                    <a:pt x="665" y="444"/>
                    <a:pt x="711" y="431"/>
                  </a:cubicBezTo>
                  <a:cubicBezTo>
                    <a:pt x="757" y="418"/>
                    <a:pt x="718" y="392"/>
                    <a:pt x="718" y="372"/>
                  </a:cubicBezTo>
                  <a:cubicBezTo>
                    <a:pt x="718" y="352"/>
                    <a:pt x="718" y="273"/>
                    <a:pt x="738" y="254"/>
                  </a:cubicBezTo>
                  <a:cubicBezTo>
                    <a:pt x="757" y="240"/>
                    <a:pt x="777" y="234"/>
                    <a:pt x="777" y="214"/>
                  </a:cubicBezTo>
                  <a:lnTo>
                    <a:pt x="777" y="115"/>
                  </a:lnTo>
                  <a:lnTo>
                    <a:pt x="698" y="36"/>
                  </a:lnTo>
                  <a:cubicBezTo>
                    <a:pt x="698" y="36"/>
                    <a:pt x="586" y="30"/>
                    <a:pt x="573" y="30"/>
                  </a:cubicBezTo>
                  <a:cubicBezTo>
                    <a:pt x="553" y="30"/>
                    <a:pt x="488" y="10"/>
                    <a:pt x="468" y="4"/>
                  </a:cubicBezTo>
                  <a:cubicBezTo>
                    <a:pt x="461" y="1"/>
                    <a:pt x="441" y="1"/>
                    <a:pt x="415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9" name="Google Shape;1580;p19">
              <a:extLst>
                <a:ext uri="{FF2B5EF4-FFF2-40B4-BE49-F238E27FC236}">
                  <a16:creationId xmlns:a16="http://schemas.microsoft.com/office/drawing/2014/main" id="{837AB5B4-5237-60DF-C4A8-D78EADD42E73}"/>
                </a:ext>
              </a:extLst>
            </p:cNvPr>
            <p:cNvSpPr/>
            <p:nvPr/>
          </p:nvSpPr>
          <p:spPr>
            <a:xfrm>
              <a:off x="8333353" y="2419944"/>
              <a:ext cx="245134" cy="141558"/>
            </a:xfrm>
            <a:custGeom>
              <a:avLst/>
              <a:gdLst/>
              <a:ahLst/>
              <a:cxnLst/>
              <a:rect l="l" t="t" r="r" b="b"/>
              <a:pathLst>
                <a:path w="2246" h="1297" extrusionOk="0">
                  <a:moveTo>
                    <a:pt x="1949" y="0"/>
                  </a:moveTo>
                  <a:cubicBezTo>
                    <a:pt x="1916" y="0"/>
                    <a:pt x="1850" y="53"/>
                    <a:pt x="1850" y="53"/>
                  </a:cubicBezTo>
                  <a:cubicBezTo>
                    <a:pt x="1850" y="53"/>
                    <a:pt x="1738" y="86"/>
                    <a:pt x="1732" y="86"/>
                  </a:cubicBezTo>
                  <a:cubicBezTo>
                    <a:pt x="1719" y="86"/>
                    <a:pt x="1666" y="92"/>
                    <a:pt x="1620" y="99"/>
                  </a:cubicBezTo>
                  <a:cubicBezTo>
                    <a:pt x="1574" y="105"/>
                    <a:pt x="1554" y="132"/>
                    <a:pt x="1528" y="165"/>
                  </a:cubicBezTo>
                  <a:cubicBezTo>
                    <a:pt x="1495" y="191"/>
                    <a:pt x="1449" y="237"/>
                    <a:pt x="1422" y="270"/>
                  </a:cubicBezTo>
                  <a:cubicBezTo>
                    <a:pt x="1396" y="303"/>
                    <a:pt x="1357" y="309"/>
                    <a:pt x="1317" y="336"/>
                  </a:cubicBezTo>
                  <a:cubicBezTo>
                    <a:pt x="1299" y="346"/>
                    <a:pt x="1278" y="349"/>
                    <a:pt x="1258" y="349"/>
                  </a:cubicBezTo>
                  <a:cubicBezTo>
                    <a:pt x="1229" y="349"/>
                    <a:pt x="1201" y="342"/>
                    <a:pt x="1185" y="342"/>
                  </a:cubicBezTo>
                  <a:cubicBezTo>
                    <a:pt x="1153" y="342"/>
                    <a:pt x="1060" y="388"/>
                    <a:pt x="1034" y="408"/>
                  </a:cubicBezTo>
                  <a:cubicBezTo>
                    <a:pt x="1025" y="412"/>
                    <a:pt x="1014" y="413"/>
                    <a:pt x="1001" y="413"/>
                  </a:cubicBezTo>
                  <a:cubicBezTo>
                    <a:pt x="972" y="413"/>
                    <a:pt x="936" y="407"/>
                    <a:pt x="905" y="407"/>
                  </a:cubicBezTo>
                  <a:cubicBezTo>
                    <a:pt x="897" y="407"/>
                    <a:pt x="890" y="407"/>
                    <a:pt x="883" y="408"/>
                  </a:cubicBezTo>
                  <a:cubicBezTo>
                    <a:pt x="837" y="408"/>
                    <a:pt x="837" y="402"/>
                    <a:pt x="817" y="388"/>
                  </a:cubicBezTo>
                  <a:cubicBezTo>
                    <a:pt x="797" y="382"/>
                    <a:pt x="751" y="342"/>
                    <a:pt x="738" y="323"/>
                  </a:cubicBezTo>
                  <a:cubicBezTo>
                    <a:pt x="725" y="296"/>
                    <a:pt x="652" y="257"/>
                    <a:pt x="646" y="244"/>
                  </a:cubicBezTo>
                  <a:cubicBezTo>
                    <a:pt x="637" y="231"/>
                    <a:pt x="595" y="227"/>
                    <a:pt x="559" y="227"/>
                  </a:cubicBezTo>
                  <a:cubicBezTo>
                    <a:pt x="539" y="227"/>
                    <a:pt x="521" y="228"/>
                    <a:pt x="514" y="230"/>
                  </a:cubicBezTo>
                  <a:cubicBezTo>
                    <a:pt x="513" y="231"/>
                    <a:pt x="513" y="231"/>
                    <a:pt x="512" y="231"/>
                  </a:cubicBezTo>
                  <a:cubicBezTo>
                    <a:pt x="493" y="231"/>
                    <a:pt x="474" y="158"/>
                    <a:pt x="461" y="151"/>
                  </a:cubicBezTo>
                  <a:cubicBezTo>
                    <a:pt x="455" y="145"/>
                    <a:pt x="363" y="73"/>
                    <a:pt x="356" y="66"/>
                  </a:cubicBezTo>
                  <a:cubicBezTo>
                    <a:pt x="343" y="66"/>
                    <a:pt x="290" y="132"/>
                    <a:pt x="277" y="158"/>
                  </a:cubicBezTo>
                  <a:cubicBezTo>
                    <a:pt x="277" y="158"/>
                    <a:pt x="271" y="165"/>
                    <a:pt x="271" y="171"/>
                  </a:cubicBezTo>
                  <a:cubicBezTo>
                    <a:pt x="264" y="178"/>
                    <a:pt x="257" y="184"/>
                    <a:pt x="257" y="191"/>
                  </a:cubicBezTo>
                  <a:cubicBezTo>
                    <a:pt x="244" y="211"/>
                    <a:pt x="231" y="230"/>
                    <a:pt x="218" y="237"/>
                  </a:cubicBezTo>
                  <a:cubicBezTo>
                    <a:pt x="211" y="250"/>
                    <a:pt x="146" y="257"/>
                    <a:pt x="139" y="263"/>
                  </a:cubicBezTo>
                  <a:cubicBezTo>
                    <a:pt x="132" y="263"/>
                    <a:pt x="113" y="277"/>
                    <a:pt x="99" y="316"/>
                  </a:cubicBezTo>
                  <a:cubicBezTo>
                    <a:pt x="86" y="349"/>
                    <a:pt x="1" y="388"/>
                    <a:pt x="1" y="388"/>
                  </a:cubicBezTo>
                  <a:cubicBezTo>
                    <a:pt x="1" y="395"/>
                    <a:pt x="7" y="402"/>
                    <a:pt x="14" y="408"/>
                  </a:cubicBezTo>
                  <a:cubicBezTo>
                    <a:pt x="40" y="454"/>
                    <a:pt x="99" y="500"/>
                    <a:pt x="99" y="533"/>
                  </a:cubicBezTo>
                  <a:cubicBezTo>
                    <a:pt x="99" y="540"/>
                    <a:pt x="99" y="540"/>
                    <a:pt x="99" y="546"/>
                  </a:cubicBezTo>
                  <a:cubicBezTo>
                    <a:pt x="178" y="560"/>
                    <a:pt x="277" y="573"/>
                    <a:pt x="336" y="619"/>
                  </a:cubicBezTo>
                  <a:cubicBezTo>
                    <a:pt x="343" y="625"/>
                    <a:pt x="356" y="632"/>
                    <a:pt x="369" y="639"/>
                  </a:cubicBezTo>
                  <a:cubicBezTo>
                    <a:pt x="369" y="639"/>
                    <a:pt x="376" y="645"/>
                    <a:pt x="376" y="645"/>
                  </a:cubicBezTo>
                  <a:cubicBezTo>
                    <a:pt x="389" y="652"/>
                    <a:pt x="402" y="658"/>
                    <a:pt x="415" y="665"/>
                  </a:cubicBezTo>
                  <a:cubicBezTo>
                    <a:pt x="442" y="678"/>
                    <a:pt x="468" y="691"/>
                    <a:pt x="494" y="704"/>
                  </a:cubicBezTo>
                  <a:cubicBezTo>
                    <a:pt x="514" y="711"/>
                    <a:pt x="534" y="717"/>
                    <a:pt x="554" y="731"/>
                  </a:cubicBezTo>
                  <a:cubicBezTo>
                    <a:pt x="567" y="737"/>
                    <a:pt x="573" y="737"/>
                    <a:pt x="587" y="744"/>
                  </a:cubicBezTo>
                  <a:cubicBezTo>
                    <a:pt x="613" y="757"/>
                    <a:pt x="639" y="777"/>
                    <a:pt x="652" y="790"/>
                  </a:cubicBezTo>
                  <a:cubicBezTo>
                    <a:pt x="718" y="849"/>
                    <a:pt x="889" y="922"/>
                    <a:pt x="922" y="948"/>
                  </a:cubicBezTo>
                  <a:cubicBezTo>
                    <a:pt x="955" y="968"/>
                    <a:pt x="1106" y="1053"/>
                    <a:pt x="1120" y="1079"/>
                  </a:cubicBezTo>
                  <a:cubicBezTo>
                    <a:pt x="1133" y="1106"/>
                    <a:pt x="1212" y="1172"/>
                    <a:pt x="1231" y="1205"/>
                  </a:cubicBezTo>
                  <a:cubicBezTo>
                    <a:pt x="1238" y="1218"/>
                    <a:pt x="1278" y="1257"/>
                    <a:pt x="1317" y="1297"/>
                  </a:cubicBezTo>
                  <a:cubicBezTo>
                    <a:pt x="1317" y="1290"/>
                    <a:pt x="1324" y="1283"/>
                    <a:pt x="1330" y="1277"/>
                  </a:cubicBezTo>
                  <a:cubicBezTo>
                    <a:pt x="1416" y="1152"/>
                    <a:pt x="1666" y="849"/>
                    <a:pt x="1719" y="790"/>
                  </a:cubicBezTo>
                  <a:cubicBezTo>
                    <a:pt x="1771" y="737"/>
                    <a:pt x="1995" y="573"/>
                    <a:pt x="2028" y="520"/>
                  </a:cubicBezTo>
                  <a:cubicBezTo>
                    <a:pt x="2048" y="487"/>
                    <a:pt x="2159" y="303"/>
                    <a:pt x="2245" y="151"/>
                  </a:cubicBezTo>
                  <a:lnTo>
                    <a:pt x="2192" y="86"/>
                  </a:lnTo>
                  <a:cubicBezTo>
                    <a:pt x="2192" y="86"/>
                    <a:pt x="2087" y="46"/>
                    <a:pt x="2080" y="40"/>
                  </a:cubicBezTo>
                  <a:cubicBezTo>
                    <a:pt x="2067" y="33"/>
                    <a:pt x="1982" y="0"/>
                    <a:pt x="1949" y="0"/>
                  </a:cubicBezTo>
                  <a:close/>
                </a:path>
              </a:pathLst>
            </a:custGeom>
            <a:solidFill>
              <a:srgbClr val="C93737"/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0" name="Google Shape;1581;p19">
              <a:extLst>
                <a:ext uri="{FF2B5EF4-FFF2-40B4-BE49-F238E27FC236}">
                  <a16:creationId xmlns:a16="http://schemas.microsoft.com/office/drawing/2014/main" id="{3801BAA5-C6D7-F0BB-C75A-F59B7E376148}"/>
                </a:ext>
              </a:extLst>
            </p:cNvPr>
            <p:cNvSpPr/>
            <p:nvPr/>
          </p:nvSpPr>
          <p:spPr>
            <a:xfrm>
              <a:off x="8293189" y="2195330"/>
              <a:ext cx="309637" cy="183687"/>
            </a:xfrm>
            <a:custGeom>
              <a:avLst/>
              <a:gdLst/>
              <a:ahLst/>
              <a:cxnLst/>
              <a:rect l="l" t="t" r="r" b="b"/>
              <a:pathLst>
                <a:path w="2837" h="1683" extrusionOk="0">
                  <a:moveTo>
                    <a:pt x="1149" y="1"/>
                  </a:moveTo>
                  <a:cubicBezTo>
                    <a:pt x="1143" y="1"/>
                    <a:pt x="1135" y="2"/>
                    <a:pt x="1126" y="5"/>
                  </a:cubicBezTo>
                  <a:cubicBezTo>
                    <a:pt x="1047" y="31"/>
                    <a:pt x="974" y="38"/>
                    <a:pt x="948" y="71"/>
                  </a:cubicBezTo>
                  <a:cubicBezTo>
                    <a:pt x="922" y="110"/>
                    <a:pt x="889" y="110"/>
                    <a:pt x="856" y="130"/>
                  </a:cubicBezTo>
                  <a:cubicBezTo>
                    <a:pt x="829" y="150"/>
                    <a:pt x="770" y="143"/>
                    <a:pt x="737" y="163"/>
                  </a:cubicBezTo>
                  <a:cubicBezTo>
                    <a:pt x="698" y="182"/>
                    <a:pt x="691" y="202"/>
                    <a:pt x="658" y="248"/>
                  </a:cubicBezTo>
                  <a:cubicBezTo>
                    <a:pt x="625" y="294"/>
                    <a:pt x="665" y="281"/>
                    <a:pt x="593" y="327"/>
                  </a:cubicBezTo>
                  <a:cubicBezTo>
                    <a:pt x="527" y="373"/>
                    <a:pt x="467" y="400"/>
                    <a:pt x="448" y="400"/>
                  </a:cubicBezTo>
                  <a:cubicBezTo>
                    <a:pt x="428" y="400"/>
                    <a:pt x="329" y="380"/>
                    <a:pt x="323" y="367"/>
                  </a:cubicBezTo>
                  <a:cubicBezTo>
                    <a:pt x="316" y="360"/>
                    <a:pt x="211" y="261"/>
                    <a:pt x="211" y="261"/>
                  </a:cubicBezTo>
                  <a:cubicBezTo>
                    <a:pt x="211" y="261"/>
                    <a:pt x="202" y="239"/>
                    <a:pt x="172" y="239"/>
                  </a:cubicBezTo>
                  <a:cubicBezTo>
                    <a:pt x="166" y="239"/>
                    <a:pt x="159" y="239"/>
                    <a:pt x="152" y="242"/>
                  </a:cubicBezTo>
                  <a:cubicBezTo>
                    <a:pt x="138" y="248"/>
                    <a:pt x="125" y="248"/>
                    <a:pt x="112" y="248"/>
                  </a:cubicBezTo>
                  <a:cubicBezTo>
                    <a:pt x="112" y="248"/>
                    <a:pt x="112" y="248"/>
                    <a:pt x="112" y="255"/>
                  </a:cubicBezTo>
                  <a:cubicBezTo>
                    <a:pt x="125" y="294"/>
                    <a:pt x="132" y="340"/>
                    <a:pt x="112" y="386"/>
                  </a:cubicBezTo>
                  <a:cubicBezTo>
                    <a:pt x="92" y="433"/>
                    <a:pt x="59" y="479"/>
                    <a:pt x="66" y="525"/>
                  </a:cubicBezTo>
                  <a:cubicBezTo>
                    <a:pt x="66" y="571"/>
                    <a:pt x="125" y="577"/>
                    <a:pt x="86" y="617"/>
                  </a:cubicBezTo>
                  <a:cubicBezTo>
                    <a:pt x="46" y="663"/>
                    <a:pt x="7" y="656"/>
                    <a:pt x="7" y="689"/>
                  </a:cubicBezTo>
                  <a:cubicBezTo>
                    <a:pt x="0" y="722"/>
                    <a:pt x="20" y="729"/>
                    <a:pt x="46" y="788"/>
                  </a:cubicBezTo>
                  <a:cubicBezTo>
                    <a:pt x="79" y="847"/>
                    <a:pt x="152" y="966"/>
                    <a:pt x="132" y="1018"/>
                  </a:cubicBezTo>
                  <a:cubicBezTo>
                    <a:pt x="106" y="1071"/>
                    <a:pt x="73" y="1124"/>
                    <a:pt x="40" y="1170"/>
                  </a:cubicBezTo>
                  <a:cubicBezTo>
                    <a:pt x="33" y="1170"/>
                    <a:pt x="33" y="1176"/>
                    <a:pt x="27" y="1176"/>
                  </a:cubicBezTo>
                  <a:cubicBezTo>
                    <a:pt x="33" y="1189"/>
                    <a:pt x="40" y="1189"/>
                    <a:pt x="40" y="1196"/>
                  </a:cubicBezTo>
                  <a:cubicBezTo>
                    <a:pt x="40" y="1222"/>
                    <a:pt x="132" y="1262"/>
                    <a:pt x="145" y="1262"/>
                  </a:cubicBezTo>
                  <a:cubicBezTo>
                    <a:pt x="152" y="1262"/>
                    <a:pt x="198" y="1242"/>
                    <a:pt x="244" y="1216"/>
                  </a:cubicBezTo>
                  <a:cubicBezTo>
                    <a:pt x="252" y="1212"/>
                    <a:pt x="259" y="1210"/>
                    <a:pt x="265" y="1210"/>
                  </a:cubicBezTo>
                  <a:cubicBezTo>
                    <a:pt x="302" y="1210"/>
                    <a:pt x="317" y="1265"/>
                    <a:pt x="323" y="1282"/>
                  </a:cubicBezTo>
                  <a:cubicBezTo>
                    <a:pt x="336" y="1295"/>
                    <a:pt x="382" y="1347"/>
                    <a:pt x="435" y="1360"/>
                  </a:cubicBezTo>
                  <a:cubicBezTo>
                    <a:pt x="437" y="1361"/>
                    <a:pt x="440" y="1361"/>
                    <a:pt x="443" y="1361"/>
                  </a:cubicBezTo>
                  <a:cubicBezTo>
                    <a:pt x="501" y="1361"/>
                    <a:pt x="687" y="1247"/>
                    <a:pt x="737" y="1209"/>
                  </a:cubicBezTo>
                  <a:cubicBezTo>
                    <a:pt x="797" y="1170"/>
                    <a:pt x="836" y="1124"/>
                    <a:pt x="876" y="1058"/>
                  </a:cubicBezTo>
                  <a:cubicBezTo>
                    <a:pt x="915" y="999"/>
                    <a:pt x="955" y="999"/>
                    <a:pt x="1014" y="946"/>
                  </a:cubicBezTo>
                  <a:cubicBezTo>
                    <a:pt x="1031" y="929"/>
                    <a:pt x="1048" y="923"/>
                    <a:pt x="1065" y="923"/>
                  </a:cubicBezTo>
                  <a:cubicBezTo>
                    <a:pt x="1107" y="923"/>
                    <a:pt x="1147" y="959"/>
                    <a:pt x="1185" y="959"/>
                  </a:cubicBezTo>
                  <a:cubicBezTo>
                    <a:pt x="1231" y="959"/>
                    <a:pt x="1277" y="1064"/>
                    <a:pt x="1277" y="1091"/>
                  </a:cubicBezTo>
                  <a:cubicBezTo>
                    <a:pt x="1277" y="1124"/>
                    <a:pt x="1257" y="1143"/>
                    <a:pt x="1244" y="1150"/>
                  </a:cubicBezTo>
                  <a:cubicBezTo>
                    <a:pt x="1231" y="1156"/>
                    <a:pt x="1178" y="1183"/>
                    <a:pt x="1159" y="1209"/>
                  </a:cubicBezTo>
                  <a:cubicBezTo>
                    <a:pt x="1139" y="1235"/>
                    <a:pt x="1159" y="1255"/>
                    <a:pt x="1159" y="1282"/>
                  </a:cubicBezTo>
                  <a:cubicBezTo>
                    <a:pt x="1159" y="1308"/>
                    <a:pt x="1126" y="1321"/>
                    <a:pt x="1093" y="1341"/>
                  </a:cubicBezTo>
                  <a:cubicBezTo>
                    <a:pt x="1066" y="1367"/>
                    <a:pt x="1053" y="1420"/>
                    <a:pt x="1053" y="1426"/>
                  </a:cubicBezTo>
                  <a:cubicBezTo>
                    <a:pt x="1060" y="1439"/>
                    <a:pt x="1106" y="1479"/>
                    <a:pt x="1126" y="1499"/>
                  </a:cubicBezTo>
                  <a:cubicBezTo>
                    <a:pt x="1145" y="1512"/>
                    <a:pt x="1145" y="1624"/>
                    <a:pt x="1152" y="1637"/>
                  </a:cubicBezTo>
                  <a:cubicBezTo>
                    <a:pt x="1165" y="1657"/>
                    <a:pt x="1218" y="1683"/>
                    <a:pt x="1257" y="1683"/>
                  </a:cubicBezTo>
                  <a:cubicBezTo>
                    <a:pt x="1297" y="1683"/>
                    <a:pt x="1316" y="1643"/>
                    <a:pt x="1343" y="1630"/>
                  </a:cubicBezTo>
                  <a:cubicBezTo>
                    <a:pt x="1352" y="1624"/>
                    <a:pt x="1363" y="1622"/>
                    <a:pt x="1376" y="1622"/>
                  </a:cubicBezTo>
                  <a:cubicBezTo>
                    <a:pt x="1401" y="1622"/>
                    <a:pt x="1428" y="1630"/>
                    <a:pt x="1442" y="1630"/>
                  </a:cubicBezTo>
                  <a:cubicBezTo>
                    <a:pt x="1461" y="1630"/>
                    <a:pt x="1527" y="1578"/>
                    <a:pt x="1527" y="1532"/>
                  </a:cubicBezTo>
                  <a:cubicBezTo>
                    <a:pt x="1527" y="1486"/>
                    <a:pt x="1553" y="1439"/>
                    <a:pt x="1580" y="1400"/>
                  </a:cubicBezTo>
                  <a:cubicBezTo>
                    <a:pt x="1606" y="1367"/>
                    <a:pt x="1626" y="1354"/>
                    <a:pt x="1659" y="1328"/>
                  </a:cubicBezTo>
                  <a:cubicBezTo>
                    <a:pt x="1674" y="1312"/>
                    <a:pt x="1687" y="1307"/>
                    <a:pt x="1702" y="1307"/>
                  </a:cubicBezTo>
                  <a:cubicBezTo>
                    <a:pt x="1720" y="1307"/>
                    <a:pt x="1742" y="1314"/>
                    <a:pt x="1777" y="1321"/>
                  </a:cubicBezTo>
                  <a:cubicBezTo>
                    <a:pt x="1801" y="1325"/>
                    <a:pt x="1825" y="1327"/>
                    <a:pt x="1846" y="1327"/>
                  </a:cubicBezTo>
                  <a:cubicBezTo>
                    <a:pt x="1890" y="1327"/>
                    <a:pt x="1926" y="1321"/>
                    <a:pt x="1948" y="1321"/>
                  </a:cubicBezTo>
                  <a:cubicBezTo>
                    <a:pt x="1988" y="1321"/>
                    <a:pt x="2021" y="1314"/>
                    <a:pt x="2054" y="1301"/>
                  </a:cubicBezTo>
                  <a:cubicBezTo>
                    <a:pt x="2080" y="1288"/>
                    <a:pt x="2192" y="1268"/>
                    <a:pt x="2198" y="1268"/>
                  </a:cubicBezTo>
                  <a:cubicBezTo>
                    <a:pt x="2212" y="1268"/>
                    <a:pt x="2277" y="1262"/>
                    <a:pt x="2310" y="1209"/>
                  </a:cubicBezTo>
                  <a:cubicBezTo>
                    <a:pt x="2337" y="1156"/>
                    <a:pt x="2323" y="1137"/>
                    <a:pt x="2330" y="1117"/>
                  </a:cubicBezTo>
                  <a:cubicBezTo>
                    <a:pt x="2337" y="1104"/>
                    <a:pt x="2409" y="1064"/>
                    <a:pt x="2462" y="1045"/>
                  </a:cubicBezTo>
                  <a:cubicBezTo>
                    <a:pt x="2479" y="1036"/>
                    <a:pt x="2495" y="1033"/>
                    <a:pt x="2509" y="1033"/>
                  </a:cubicBezTo>
                  <a:cubicBezTo>
                    <a:pt x="2536" y="1033"/>
                    <a:pt x="2554" y="1045"/>
                    <a:pt x="2554" y="1045"/>
                  </a:cubicBezTo>
                  <a:cubicBezTo>
                    <a:pt x="2554" y="1045"/>
                    <a:pt x="2718" y="1130"/>
                    <a:pt x="2725" y="1130"/>
                  </a:cubicBezTo>
                  <a:cubicBezTo>
                    <a:pt x="2731" y="1130"/>
                    <a:pt x="2784" y="1156"/>
                    <a:pt x="2837" y="1176"/>
                  </a:cubicBezTo>
                  <a:cubicBezTo>
                    <a:pt x="2837" y="1156"/>
                    <a:pt x="2837" y="1143"/>
                    <a:pt x="2837" y="1137"/>
                  </a:cubicBezTo>
                  <a:cubicBezTo>
                    <a:pt x="2824" y="1012"/>
                    <a:pt x="2824" y="860"/>
                    <a:pt x="2791" y="689"/>
                  </a:cubicBezTo>
                  <a:cubicBezTo>
                    <a:pt x="2771" y="617"/>
                    <a:pt x="2745" y="505"/>
                    <a:pt x="2712" y="386"/>
                  </a:cubicBezTo>
                  <a:cubicBezTo>
                    <a:pt x="2666" y="400"/>
                    <a:pt x="2613" y="419"/>
                    <a:pt x="2567" y="419"/>
                  </a:cubicBezTo>
                  <a:cubicBezTo>
                    <a:pt x="2488" y="426"/>
                    <a:pt x="2416" y="433"/>
                    <a:pt x="2416" y="433"/>
                  </a:cubicBezTo>
                  <a:cubicBezTo>
                    <a:pt x="2416" y="433"/>
                    <a:pt x="2324" y="353"/>
                    <a:pt x="2305" y="353"/>
                  </a:cubicBezTo>
                  <a:cubicBezTo>
                    <a:pt x="2305" y="353"/>
                    <a:pt x="2304" y="353"/>
                    <a:pt x="2304" y="354"/>
                  </a:cubicBezTo>
                  <a:cubicBezTo>
                    <a:pt x="2303" y="355"/>
                    <a:pt x="2300" y="355"/>
                    <a:pt x="2297" y="355"/>
                  </a:cubicBezTo>
                  <a:cubicBezTo>
                    <a:pt x="2284" y="355"/>
                    <a:pt x="2257" y="349"/>
                    <a:pt x="2237" y="349"/>
                  </a:cubicBezTo>
                  <a:cubicBezTo>
                    <a:pt x="2229" y="349"/>
                    <a:pt x="2222" y="350"/>
                    <a:pt x="2218" y="354"/>
                  </a:cubicBezTo>
                  <a:cubicBezTo>
                    <a:pt x="2212" y="360"/>
                    <a:pt x="2174" y="362"/>
                    <a:pt x="2135" y="362"/>
                  </a:cubicBezTo>
                  <a:cubicBezTo>
                    <a:pt x="2096" y="362"/>
                    <a:pt x="2057" y="360"/>
                    <a:pt x="2047" y="360"/>
                  </a:cubicBezTo>
                  <a:cubicBezTo>
                    <a:pt x="2034" y="360"/>
                    <a:pt x="1948" y="314"/>
                    <a:pt x="1948" y="314"/>
                  </a:cubicBezTo>
                  <a:cubicBezTo>
                    <a:pt x="1948" y="314"/>
                    <a:pt x="1942" y="317"/>
                    <a:pt x="1927" y="317"/>
                  </a:cubicBezTo>
                  <a:cubicBezTo>
                    <a:pt x="1919" y="317"/>
                    <a:pt x="1909" y="316"/>
                    <a:pt x="1896" y="314"/>
                  </a:cubicBezTo>
                  <a:lnTo>
                    <a:pt x="1804" y="314"/>
                  </a:lnTo>
                  <a:cubicBezTo>
                    <a:pt x="1804" y="314"/>
                    <a:pt x="1784" y="307"/>
                    <a:pt x="1764" y="288"/>
                  </a:cubicBezTo>
                  <a:cubicBezTo>
                    <a:pt x="1745" y="269"/>
                    <a:pt x="1709" y="221"/>
                    <a:pt x="1678" y="221"/>
                  </a:cubicBezTo>
                  <a:cubicBezTo>
                    <a:pt x="1676" y="221"/>
                    <a:pt x="1674" y="222"/>
                    <a:pt x="1672" y="222"/>
                  </a:cubicBezTo>
                  <a:cubicBezTo>
                    <a:pt x="1646" y="229"/>
                    <a:pt x="1606" y="222"/>
                    <a:pt x="1593" y="268"/>
                  </a:cubicBezTo>
                  <a:cubicBezTo>
                    <a:pt x="1586" y="307"/>
                    <a:pt x="1573" y="321"/>
                    <a:pt x="1593" y="354"/>
                  </a:cubicBezTo>
                  <a:cubicBezTo>
                    <a:pt x="1603" y="360"/>
                    <a:pt x="1606" y="362"/>
                    <a:pt x="1607" y="362"/>
                  </a:cubicBezTo>
                  <a:cubicBezTo>
                    <a:pt x="1608" y="362"/>
                    <a:pt x="1606" y="360"/>
                    <a:pt x="1606" y="360"/>
                  </a:cubicBezTo>
                  <a:lnTo>
                    <a:pt x="1606" y="360"/>
                  </a:lnTo>
                  <a:cubicBezTo>
                    <a:pt x="1606" y="360"/>
                    <a:pt x="1613" y="367"/>
                    <a:pt x="1619" y="380"/>
                  </a:cubicBezTo>
                  <a:cubicBezTo>
                    <a:pt x="1646" y="419"/>
                    <a:pt x="1659" y="433"/>
                    <a:pt x="1646" y="452"/>
                  </a:cubicBezTo>
                  <a:cubicBezTo>
                    <a:pt x="1639" y="472"/>
                    <a:pt x="1613" y="479"/>
                    <a:pt x="1606" y="498"/>
                  </a:cubicBezTo>
                  <a:cubicBezTo>
                    <a:pt x="1606" y="518"/>
                    <a:pt x="1626" y="577"/>
                    <a:pt x="1632" y="584"/>
                  </a:cubicBezTo>
                  <a:cubicBezTo>
                    <a:pt x="1639" y="590"/>
                    <a:pt x="1659" y="610"/>
                    <a:pt x="1639" y="630"/>
                  </a:cubicBezTo>
                  <a:cubicBezTo>
                    <a:pt x="1626" y="650"/>
                    <a:pt x="1593" y="656"/>
                    <a:pt x="1580" y="676"/>
                  </a:cubicBezTo>
                  <a:cubicBezTo>
                    <a:pt x="1573" y="696"/>
                    <a:pt x="1534" y="735"/>
                    <a:pt x="1514" y="735"/>
                  </a:cubicBezTo>
                  <a:cubicBezTo>
                    <a:pt x="1501" y="735"/>
                    <a:pt x="1448" y="722"/>
                    <a:pt x="1442" y="696"/>
                  </a:cubicBezTo>
                  <a:cubicBezTo>
                    <a:pt x="1435" y="663"/>
                    <a:pt x="1448" y="584"/>
                    <a:pt x="1422" y="571"/>
                  </a:cubicBezTo>
                  <a:cubicBezTo>
                    <a:pt x="1401" y="560"/>
                    <a:pt x="1388" y="532"/>
                    <a:pt x="1367" y="532"/>
                  </a:cubicBezTo>
                  <a:cubicBezTo>
                    <a:pt x="1361" y="532"/>
                    <a:pt x="1356" y="534"/>
                    <a:pt x="1349" y="538"/>
                  </a:cubicBezTo>
                  <a:cubicBezTo>
                    <a:pt x="1310" y="564"/>
                    <a:pt x="1297" y="597"/>
                    <a:pt x="1277" y="597"/>
                  </a:cubicBezTo>
                  <a:cubicBezTo>
                    <a:pt x="1275" y="597"/>
                    <a:pt x="1274" y="598"/>
                    <a:pt x="1272" y="598"/>
                  </a:cubicBezTo>
                  <a:cubicBezTo>
                    <a:pt x="1243" y="598"/>
                    <a:pt x="1184" y="551"/>
                    <a:pt x="1172" y="551"/>
                  </a:cubicBezTo>
                  <a:cubicBezTo>
                    <a:pt x="1159" y="551"/>
                    <a:pt x="1066" y="584"/>
                    <a:pt x="1066" y="584"/>
                  </a:cubicBezTo>
                  <a:cubicBezTo>
                    <a:pt x="1066" y="584"/>
                    <a:pt x="1055" y="590"/>
                    <a:pt x="1041" y="590"/>
                  </a:cubicBezTo>
                  <a:cubicBezTo>
                    <a:pt x="1034" y="590"/>
                    <a:pt x="1027" y="588"/>
                    <a:pt x="1020" y="584"/>
                  </a:cubicBezTo>
                  <a:cubicBezTo>
                    <a:pt x="1007" y="571"/>
                    <a:pt x="974" y="485"/>
                    <a:pt x="968" y="479"/>
                  </a:cubicBezTo>
                  <a:cubicBezTo>
                    <a:pt x="955" y="472"/>
                    <a:pt x="948" y="393"/>
                    <a:pt x="948" y="373"/>
                  </a:cubicBezTo>
                  <a:cubicBezTo>
                    <a:pt x="948" y="354"/>
                    <a:pt x="935" y="360"/>
                    <a:pt x="974" y="314"/>
                  </a:cubicBezTo>
                  <a:cubicBezTo>
                    <a:pt x="1014" y="261"/>
                    <a:pt x="994" y="229"/>
                    <a:pt x="1020" y="222"/>
                  </a:cubicBezTo>
                  <a:cubicBezTo>
                    <a:pt x="1047" y="209"/>
                    <a:pt x="1126" y="215"/>
                    <a:pt x="1126" y="196"/>
                  </a:cubicBezTo>
                  <a:cubicBezTo>
                    <a:pt x="1126" y="169"/>
                    <a:pt x="1145" y="103"/>
                    <a:pt x="1145" y="97"/>
                  </a:cubicBezTo>
                  <a:cubicBezTo>
                    <a:pt x="1145" y="85"/>
                    <a:pt x="1197" y="1"/>
                    <a:pt x="1149" y="1"/>
                  </a:cubicBezTo>
                  <a:close/>
                </a:path>
              </a:pathLst>
            </a:custGeom>
            <a:solidFill>
              <a:srgbClr val="C00000"/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1" name="Google Shape;1582;p19">
              <a:extLst>
                <a:ext uri="{FF2B5EF4-FFF2-40B4-BE49-F238E27FC236}">
                  <a16:creationId xmlns:a16="http://schemas.microsoft.com/office/drawing/2014/main" id="{3EB8B937-5EBA-5DFC-5293-604EF3088913}"/>
                </a:ext>
              </a:extLst>
            </p:cNvPr>
            <p:cNvSpPr/>
            <p:nvPr/>
          </p:nvSpPr>
          <p:spPr>
            <a:xfrm>
              <a:off x="8304649" y="2103868"/>
              <a:ext cx="283880" cy="172445"/>
            </a:xfrm>
            <a:custGeom>
              <a:avLst/>
              <a:gdLst/>
              <a:ahLst/>
              <a:cxnLst/>
              <a:rect l="l" t="t" r="r" b="b"/>
              <a:pathLst>
                <a:path w="2601" h="1580" extrusionOk="0">
                  <a:moveTo>
                    <a:pt x="1021" y="0"/>
                  </a:moveTo>
                  <a:cubicBezTo>
                    <a:pt x="1021" y="0"/>
                    <a:pt x="882" y="27"/>
                    <a:pt x="817" y="33"/>
                  </a:cubicBezTo>
                  <a:cubicBezTo>
                    <a:pt x="780" y="33"/>
                    <a:pt x="759" y="27"/>
                    <a:pt x="743" y="27"/>
                  </a:cubicBezTo>
                  <a:cubicBezTo>
                    <a:pt x="728" y="27"/>
                    <a:pt x="718" y="33"/>
                    <a:pt x="705" y="60"/>
                  </a:cubicBezTo>
                  <a:cubicBezTo>
                    <a:pt x="678" y="106"/>
                    <a:pt x="645" y="191"/>
                    <a:pt x="632" y="244"/>
                  </a:cubicBezTo>
                  <a:cubicBezTo>
                    <a:pt x="619" y="303"/>
                    <a:pt x="586" y="329"/>
                    <a:pt x="520" y="435"/>
                  </a:cubicBezTo>
                  <a:cubicBezTo>
                    <a:pt x="461" y="533"/>
                    <a:pt x="435" y="606"/>
                    <a:pt x="402" y="665"/>
                  </a:cubicBezTo>
                  <a:cubicBezTo>
                    <a:pt x="362" y="724"/>
                    <a:pt x="369" y="764"/>
                    <a:pt x="303" y="803"/>
                  </a:cubicBezTo>
                  <a:cubicBezTo>
                    <a:pt x="237" y="849"/>
                    <a:pt x="244" y="836"/>
                    <a:pt x="139" y="915"/>
                  </a:cubicBezTo>
                  <a:cubicBezTo>
                    <a:pt x="33" y="988"/>
                    <a:pt x="1" y="1047"/>
                    <a:pt x="7" y="1086"/>
                  </a:cubicBezTo>
                  <a:cubicBezTo>
                    <a:pt x="14" y="1086"/>
                    <a:pt x="27" y="1086"/>
                    <a:pt x="47" y="1080"/>
                  </a:cubicBezTo>
                  <a:cubicBezTo>
                    <a:pt x="53" y="1077"/>
                    <a:pt x="59" y="1077"/>
                    <a:pt x="64" y="1077"/>
                  </a:cubicBezTo>
                  <a:cubicBezTo>
                    <a:pt x="90" y="1077"/>
                    <a:pt x="99" y="1099"/>
                    <a:pt x="99" y="1099"/>
                  </a:cubicBezTo>
                  <a:cubicBezTo>
                    <a:pt x="99" y="1099"/>
                    <a:pt x="205" y="1198"/>
                    <a:pt x="211" y="1205"/>
                  </a:cubicBezTo>
                  <a:cubicBezTo>
                    <a:pt x="218" y="1218"/>
                    <a:pt x="323" y="1238"/>
                    <a:pt x="336" y="1238"/>
                  </a:cubicBezTo>
                  <a:cubicBezTo>
                    <a:pt x="356" y="1238"/>
                    <a:pt x="415" y="1211"/>
                    <a:pt x="488" y="1165"/>
                  </a:cubicBezTo>
                  <a:cubicBezTo>
                    <a:pt x="553" y="1119"/>
                    <a:pt x="520" y="1132"/>
                    <a:pt x="547" y="1086"/>
                  </a:cubicBezTo>
                  <a:cubicBezTo>
                    <a:pt x="580" y="1040"/>
                    <a:pt x="593" y="1020"/>
                    <a:pt x="626" y="1001"/>
                  </a:cubicBezTo>
                  <a:cubicBezTo>
                    <a:pt x="659" y="988"/>
                    <a:pt x="718" y="988"/>
                    <a:pt x="751" y="968"/>
                  </a:cubicBezTo>
                  <a:cubicBezTo>
                    <a:pt x="784" y="948"/>
                    <a:pt x="810" y="948"/>
                    <a:pt x="836" y="909"/>
                  </a:cubicBezTo>
                  <a:cubicBezTo>
                    <a:pt x="863" y="876"/>
                    <a:pt x="935" y="869"/>
                    <a:pt x="1021" y="843"/>
                  </a:cubicBezTo>
                  <a:cubicBezTo>
                    <a:pt x="1029" y="840"/>
                    <a:pt x="1036" y="839"/>
                    <a:pt x="1042" y="839"/>
                  </a:cubicBezTo>
                  <a:cubicBezTo>
                    <a:pt x="1087" y="839"/>
                    <a:pt x="1040" y="923"/>
                    <a:pt x="1040" y="935"/>
                  </a:cubicBezTo>
                  <a:cubicBezTo>
                    <a:pt x="1040" y="941"/>
                    <a:pt x="1021" y="1007"/>
                    <a:pt x="1021" y="1034"/>
                  </a:cubicBezTo>
                  <a:cubicBezTo>
                    <a:pt x="1021" y="1053"/>
                    <a:pt x="942" y="1047"/>
                    <a:pt x="915" y="1060"/>
                  </a:cubicBezTo>
                  <a:cubicBezTo>
                    <a:pt x="882" y="1067"/>
                    <a:pt x="902" y="1099"/>
                    <a:pt x="869" y="1152"/>
                  </a:cubicBezTo>
                  <a:cubicBezTo>
                    <a:pt x="830" y="1198"/>
                    <a:pt x="836" y="1192"/>
                    <a:pt x="836" y="1211"/>
                  </a:cubicBezTo>
                  <a:cubicBezTo>
                    <a:pt x="836" y="1231"/>
                    <a:pt x="843" y="1310"/>
                    <a:pt x="856" y="1317"/>
                  </a:cubicBezTo>
                  <a:cubicBezTo>
                    <a:pt x="869" y="1323"/>
                    <a:pt x="896" y="1409"/>
                    <a:pt x="915" y="1422"/>
                  </a:cubicBezTo>
                  <a:cubicBezTo>
                    <a:pt x="922" y="1426"/>
                    <a:pt x="929" y="1428"/>
                    <a:pt x="936" y="1428"/>
                  </a:cubicBezTo>
                  <a:cubicBezTo>
                    <a:pt x="950" y="1428"/>
                    <a:pt x="961" y="1422"/>
                    <a:pt x="961" y="1422"/>
                  </a:cubicBezTo>
                  <a:cubicBezTo>
                    <a:pt x="961" y="1422"/>
                    <a:pt x="1054" y="1389"/>
                    <a:pt x="1067" y="1389"/>
                  </a:cubicBezTo>
                  <a:cubicBezTo>
                    <a:pt x="1079" y="1389"/>
                    <a:pt x="1132" y="1436"/>
                    <a:pt x="1160" y="1436"/>
                  </a:cubicBezTo>
                  <a:cubicBezTo>
                    <a:pt x="1162" y="1436"/>
                    <a:pt x="1164" y="1435"/>
                    <a:pt x="1165" y="1435"/>
                  </a:cubicBezTo>
                  <a:cubicBezTo>
                    <a:pt x="1192" y="1435"/>
                    <a:pt x="1205" y="1402"/>
                    <a:pt x="1238" y="1376"/>
                  </a:cubicBezTo>
                  <a:cubicBezTo>
                    <a:pt x="1245" y="1372"/>
                    <a:pt x="1252" y="1370"/>
                    <a:pt x="1258" y="1370"/>
                  </a:cubicBezTo>
                  <a:cubicBezTo>
                    <a:pt x="1283" y="1370"/>
                    <a:pt x="1296" y="1398"/>
                    <a:pt x="1317" y="1409"/>
                  </a:cubicBezTo>
                  <a:cubicBezTo>
                    <a:pt x="1343" y="1422"/>
                    <a:pt x="1330" y="1501"/>
                    <a:pt x="1337" y="1534"/>
                  </a:cubicBezTo>
                  <a:cubicBezTo>
                    <a:pt x="1343" y="1560"/>
                    <a:pt x="1389" y="1580"/>
                    <a:pt x="1409" y="1580"/>
                  </a:cubicBezTo>
                  <a:cubicBezTo>
                    <a:pt x="1429" y="1580"/>
                    <a:pt x="1462" y="1534"/>
                    <a:pt x="1475" y="1514"/>
                  </a:cubicBezTo>
                  <a:cubicBezTo>
                    <a:pt x="1488" y="1494"/>
                    <a:pt x="1521" y="1488"/>
                    <a:pt x="1534" y="1468"/>
                  </a:cubicBezTo>
                  <a:cubicBezTo>
                    <a:pt x="1547" y="1448"/>
                    <a:pt x="1534" y="1428"/>
                    <a:pt x="1527" y="1422"/>
                  </a:cubicBezTo>
                  <a:cubicBezTo>
                    <a:pt x="1514" y="1415"/>
                    <a:pt x="1494" y="1356"/>
                    <a:pt x="1501" y="1336"/>
                  </a:cubicBezTo>
                  <a:cubicBezTo>
                    <a:pt x="1501" y="1317"/>
                    <a:pt x="1527" y="1310"/>
                    <a:pt x="1541" y="1290"/>
                  </a:cubicBezTo>
                  <a:cubicBezTo>
                    <a:pt x="1547" y="1271"/>
                    <a:pt x="1541" y="1257"/>
                    <a:pt x="1514" y="1218"/>
                  </a:cubicBezTo>
                  <a:cubicBezTo>
                    <a:pt x="1501" y="1205"/>
                    <a:pt x="1501" y="1198"/>
                    <a:pt x="1501" y="1198"/>
                  </a:cubicBezTo>
                  <a:cubicBezTo>
                    <a:pt x="1501" y="1198"/>
                    <a:pt x="1501" y="1200"/>
                    <a:pt x="1499" y="1200"/>
                  </a:cubicBezTo>
                  <a:cubicBezTo>
                    <a:pt x="1498" y="1200"/>
                    <a:pt x="1494" y="1198"/>
                    <a:pt x="1488" y="1192"/>
                  </a:cubicBezTo>
                  <a:cubicBezTo>
                    <a:pt x="1462" y="1165"/>
                    <a:pt x="1481" y="1145"/>
                    <a:pt x="1488" y="1106"/>
                  </a:cubicBezTo>
                  <a:cubicBezTo>
                    <a:pt x="1494" y="1060"/>
                    <a:pt x="1541" y="1067"/>
                    <a:pt x="1567" y="1060"/>
                  </a:cubicBezTo>
                  <a:cubicBezTo>
                    <a:pt x="1568" y="1060"/>
                    <a:pt x="1570" y="1059"/>
                    <a:pt x="1572" y="1059"/>
                  </a:cubicBezTo>
                  <a:cubicBezTo>
                    <a:pt x="1598" y="1059"/>
                    <a:pt x="1634" y="1107"/>
                    <a:pt x="1652" y="1126"/>
                  </a:cubicBezTo>
                  <a:cubicBezTo>
                    <a:pt x="1679" y="1145"/>
                    <a:pt x="1699" y="1159"/>
                    <a:pt x="1699" y="1159"/>
                  </a:cubicBezTo>
                  <a:cubicBezTo>
                    <a:pt x="1699" y="1159"/>
                    <a:pt x="1722" y="1156"/>
                    <a:pt x="1749" y="1156"/>
                  </a:cubicBezTo>
                  <a:cubicBezTo>
                    <a:pt x="1763" y="1156"/>
                    <a:pt x="1777" y="1156"/>
                    <a:pt x="1791" y="1159"/>
                  </a:cubicBezTo>
                  <a:cubicBezTo>
                    <a:pt x="1804" y="1161"/>
                    <a:pt x="1813" y="1162"/>
                    <a:pt x="1820" y="1162"/>
                  </a:cubicBezTo>
                  <a:cubicBezTo>
                    <a:pt x="1834" y="1162"/>
                    <a:pt x="1837" y="1159"/>
                    <a:pt x="1837" y="1159"/>
                  </a:cubicBezTo>
                  <a:cubicBezTo>
                    <a:pt x="1837" y="1159"/>
                    <a:pt x="1929" y="1205"/>
                    <a:pt x="1942" y="1205"/>
                  </a:cubicBezTo>
                  <a:cubicBezTo>
                    <a:pt x="1955" y="1205"/>
                    <a:pt x="2100" y="1205"/>
                    <a:pt x="2107" y="1192"/>
                  </a:cubicBezTo>
                  <a:cubicBezTo>
                    <a:pt x="2110" y="1188"/>
                    <a:pt x="2117" y="1187"/>
                    <a:pt x="2126" y="1187"/>
                  </a:cubicBezTo>
                  <a:cubicBezTo>
                    <a:pt x="2146" y="1187"/>
                    <a:pt x="2174" y="1193"/>
                    <a:pt x="2190" y="1193"/>
                  </a:cubicBezTo>
                  <a:cubicBezTo>
                    <a:pt x="2194" y="1193"/>
                    <a:pt x="2197" y="1193"/>
                    <a:pt x="2199" y="1192"/>
                  </a:cubicBezTo>
                  <a:cubicBezTo>
                    <a:pt x="2199" y="1191"/>
                    <a:pt x="2199" y="1191"/>
                    <a:pt x="2200" y="1191"/>
                  </a:cubicBezTo>
                  <a:cubicBezTo>
                    <a:pt x="2212" y="1191"/>
                    <a:pt x="2304" y="1271"/>
                    <a:pt x="2304" y="1271"/>
                  </a:cubicBezTo>
                  <a:cubicBezTo>
                    <a:pt x="2304" y="1271"/>
                    <a:pt x="2383" y="1264"/>
                    <a:pt x="2462" y="1257"/>
                  </a:cubicBezTo>
                  <a:cubicBezTo>
                    <a:pt x="2501" y="1257"/>
                    <a:pt x="2561" y="1244"/>
                    <a:pt x="2600" y="1224"/>
                  </a:cubicBezTo>
                  <a:cubicBezTo>
                    <a:pt x="2561" y="1067"/>
                    <a:pt x="2508" y="902"/>
                    <a:pt x="2488" y="836"/>
                  </a:cubicBezTo>
                  <a:cubicBezTo>
                    <a:pt x="2449" y="724"/>
                    <a:pt x="2376" y="448"/>
                    <a:pt x="2343" y="395"/>
                  </a:cubicBezTo>
                  <a:cubicBezTo>
                    <a:pt x="2304" y="336"/>
                    <a:pt x="2179" y="158"/>
                    <a:pt x="2120" y="152"/>
                  </a:cubicBezTo>
                  <a:cubicBezTo>
                    <a:pt x="2077" y="142"/>
                    <a:pt x="1977" y="122"/>
                    <a:pt x="1884" y="122"/>
                  </a:cubicBezTo>
                  <a:cubicBezTo>
                    <a:pt x="1849" y="122"/>
                    <a:pt x="1814" y="125"/>
                    <a:pt x="1784" y="132"/>
                  </a:cubicBezTo>
                  <a:cubicBezTo>
                    <a:pt x="1705" y="146"/>
                    <a:pt x="1669" y="160"/>
                    <a:pt x="1610" y="160"/>
                  </a:cubicBezTo>
                  <a:cubicBezTo>
                    <a:pt x="1586" y="160"/>
                    <a:pt x="1557" y="157"/>
                    <a:pt x="1521" y="152"/>
                  </a:cubicBezTo>
                  <a:cubicBezTo>
                    <a:pt x="1389" y="139"/>
                    <a:pt x="1310" y="152"/>
                    <a:pt x="1271" y="112"/>
                  </a:cubicBezTo>
                  <a:cubicBezTo>
                    <a:pt x="1225" y="66"/>
                    <a:pt x="1133" y="60"/>
                    <a:pt x="1093" y="40"/>
                  </a:cubicBezTo>
                  <a:cubicBezTo>
                    <a:pt x="1073" y="33"/>
                    <a:pt x="1047" y="20"/>
                    <a:pt x="1021" y="0"/>
                  </a:cubicBezTo>
                  <a:close/>
                </a:path>
              </a:pathLst>
            </a:custGeom>
            <a:solidFill>
              <a:srgbClr val="C93737"/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2" name="Google Shape;1583;p19">
              <a:extLst>
                <a:ext uri="{FF2B5EF4-FFF2-40B4-BE49-F238E27FC236}">
                  <a16:creationId xmlns:a16="http://schemas.microsoft.com/office/drawing/2014/main" id="{6FA6B612-23ED-1279-EF38-C6D500F3C9E9}"/>
                </a:ext>
              </a:extLst>
            </p:cNvPr>
            <p:cNvSpPr/>
            <p:nvPr/>
          </p:nvSpPr>
          <p:spPr>
            <a:xfrm>
              <a:off x="8330515" y="2479536"/>
              <a:ext cx="146688" cy="163823"/>
            </a:xfrm>
            <a:custGeom>
              <a:avLst/>
              <a:gdLst/>
              <a:ahLst/>
              <a:cxnLst/>
              <a:rect l="l" t="t" r="r" b="b"/>
              <a:pathLst>
                <a:path w="1344" h="1501" extrusionOk="0">
                  <a:moveTo>
                    <a:pt x="132" y="0"/>
                  </a:moveTo>
                  <a:lnTo>
                    <a:pt x="132" y="0"/>
                  </a:lnTo>
                  <a:cubicBezTo>
                    <a:pt x="139" y="40"/>
                    <a:pt x="158" y="106"/>
                    <a:pt x="158" y="145"/>
                  </a:cubicBezTo>
                  <a:cubicBezTo>
                    <a:pt x="158" y="185"/>
                    <a:pt x="178" y="270"/>
                    <a:pt x="211" y="290"/>
                  </a:cubicBezTo>
                  <a:cubicBezTo>
                    <a:pt x="224" y="303"/>
                    <a:pt x="264" y="343"/>
                    <a:pt x="290" y="382"/>
                  </a:cubicBezTo>
                  <a:cubicBezTo>
                    <a:pt x="310" y="408"/>
                    <a:pt x="323" y="428"/>
                    <a:pt x="336" y="435"/>
                  </a:cubicBezTo>
                  <a:cubicBezTo>
                    <a:pt x="356" y="461"/>
                    <a:pt x="369" y="487"/>
                    <a:pt x="369" y="514"/>
                  </a:cubicBezTo>
                  <a:cubicBezTo>
                    <a:pt x="369" y="540"/>
                    <a:pt x="316" y="639"/>
                    <a:pt x="316" y="639"/>
                  </a:cubicBezTo>
                  <a:cubicBezTo>
                    <a:pt x="316" y="639"/>
                    <a:pt x="315" y="638"/>
                    <a:pt x="313" y="638"/>
                  </a:cubicBezTo>
                  <a:cubicBezTo>
                    <a:pt x="309" y="638"/>
                    <a:pt x="302" y="645"/>
                    <a:pt x="316" y="698"/>
                  </a:cubicBezTo>
                  <a:cubicBezTo>
                    <a:pt x="336" y="770"/>
                    <a:pt x="349" y="784"/>
                    <a:pt x="349" y="823"/>
                  </a:cubicBezTo>
                  <a:cubicBezTo>
                    <a:pt x="343" y="858"/>
                    <a:pt x="274" y="883"/>
                    <a:pt x="250" y="883"/>
                  </a:cubicBezTo>
                  <a:cubicBezTo>
                    <a:pt x="247" y="883"/>
                    <a:pt x="245" y="883"/>
                    <a:pt x="244" y="882"/>
                  </a:cubicBezTo>
                  <a:cubicBezTo>
                    <a:pt x="231" y="882"/>
                    <a:pt x="172" y="843"/>
                    <a:pt x="172" y="843"/>
                  </a:cubicBezTo>
                  <a:cubicBezTo>
                    <a:pt x="172" y="843"/>
                    <a:pt x="174" y="837"/>
                    <a:pt x="161" y="837"/>
                  </a:cubicBezTo>
                  <a:cubicBezTo>
                    <a:pt x="154" y="837"/>
                    <a:pt x="143" y="838"/>
                    <a:pt x="125" y="843"/>
                  </a:cubicBezTo>
                  <a:cubicBezTo>
                    <a:pt x="112" y="848"/>
                    <a:pt x="98" y="849"/>
                    <a:pt x="84" y="849"/>
                  </a:cubicBezTo>
                  <a:cubicBezTo>
                    <a:pt x="70" y="849"/>
                    <a:pt x="56" y="848"/>
                    <a:pt x="43" y="848"/>
                  </a:cubicBezTo>
                  <a:cubicBezTo>
                    <a:pt x="19" y="848"/>
                    <a:pt x="0" y="853"/>
                    <a:pt x="0" y="882"/>
                  </a:cubicBezTo>
                  <a:cubicBezTo>
                    <a:pt x="0" y="948"/>
                    <a:pt x="27" y="1001"/>
                    <a:pt x="47" y="1047"/>
                  </a:cubicBezTo>
                  <a:cubicBezTo>
                    <a:pt x="73" y="1093"/>
                    <a:pt x="86" y="1093"/>
                    <a:pt x="112" y="1139"/>
                  </a:cubicBezTo>
                  <a:cubicBezTo>
                    <a:pt x="132" y="1192"/>
                    <a:pt x="139" y="1218"/>
                    <a:pt x="152" y="1264"/>
                  </a:cubicBezTo>
                  <a:cubicBezTo>
                    <a:pt x="165" y="1310"/>
                    <a:pt x="145" y="1277"/>
                    <a:pt x="191" y="1356"/>
                  </a:cubicBezTo>
                  <a:cubicBezTo>
                    <a:pt x="237" y="1435"/>
                    <a:pt x="316" y="1488"/>
                    <a:pt x="316" y="1488"/>
                  </a:cubicBezTo>
                  <a:cubicBezTo>
                    <a:pt x="316" y="1488"/>
                    <a:pt x="387" y="1479"/>
                    <a:pt x="437" y="1479"/>
                  </a:cubicBezTo>
                  <a:cubicBezTo>
                    <a:pt x="463" y="1479"/>
                    <a:pt x="483" y="1481"/>
                    <a:pt x="487" y="1488"/>
                  </a:cubicBezTo>
                  <a:cubicBezTo>
                    <a:pt x="492" y="1491"/>
                    <a:pt x="498" y="1492"/>
                    <a:pt x="505" y="1492"/>
                  </a:cubicBezTo>
                  <a:cubicBezTo>
                    <a:pt x="526" y="1492"/>
                    <a:pt x="557" y="1484"/>
                    <a:pt x="585" y="1484"/>
                  </a:cubicBezTo>
                  <a:cubicBezTo>
                    <a:pt x="595" y="1484"/>
                    <a:pt x="604" y="1485"/>
                    <a:pt x="613" y="1488"/>
                  </a:cubicBezTo>
                  <a:cubicBezTo>
                    <a:pt x="619" y="1488"/>
                    <a:pt x="652" y="1494"/>
                    <a:pt x="685" y="1501"/>
                  </a:cubicBezTo>
                  <a:cubicBezTo>
                    <a:pt x="698" y="1481"/>
                    <a:pt x="705" y="1461"/>
                    <a:pt x="718" y="1448"/>
                  </a:cubicBezTo>
                  <a:cubicBezTo>
                    <a:pt x="718" y="1435"/>
                    <a:pt x="724" y="1429"/>
                    <a:pt x="731" y="1415"/>
                  </a:cubicBezTo>
                  <a:cubicBezTo>
                    <a:pt x="744" y="1402"/>
                    <a:pt x="751" y="1382"/>
                    <a:pt x="764" y="1363"/>
                  </a:cubicBezTo>
                  <a:cubicBezTo>
                    <a:pt x="784" y="1323"/>
                    <a:pt x="803" y="1284"/>
                    <a:pt x="817" y="1257"/>
                  </a:cubicBezTo>
                  <a:cubicBezTo>
                    <a:pt x="823" y="1251"/>
                    <a:pt x="823" y="1244"/>
                    <a:pt x="823" y="1244"/>
                  </a:cubicBezTo>
                  <a:cubicBezTo>
                    <a:pt x="823" y="1238"/>
                    <a:pt x="830" y="1238"/>
                    <a:pt x="830" y="1238"/>
                  </a:cubicBezTo>
                  <a:cubicBezTo>
                    <a:pt x="830" y="1231"/>
                    <a:pt x="836" y="1225"/>
                    <a:pt x="836" y="1218"/>
                  </a:cubicBezTo>
                  <a:cubicBezTo>
                    <a:pt x="843" y="1205"/>
                    <a:pt x="849" y="1192"/>
                    <a:pt x="856" y="1185"/>
                  </a:cubicBezTo>
                  <a:cubicBezTo>
                    <a:pt x="869" y="1152"/>
                    <a:pt x="915" y="1073"/>
                    <a:pt x="955" y="1020"/>
                  </a:cubicBezTo>
                  <a:cubicBezTo>
                    <a:pt x="974" y="988"/>
                    <a:pt x="994" y="968"/>
                    <a:pt x="1001" y="961"/>
                  </a:cubicBezTo>
                  <a:cubicBezTo>
                    <a:pt x="1014" y="948"/>
                    <a:pt x="1047" y="922"/>
                    <a:pt x="1080" y="895"/>
                  </a:cubicBezTo>
                  <a:cubicBezTo>
                    <a:pt x="1126" y="849"/>
                    <a:pt x="1179" y="803"/>
                    <a:pt x="1205" y="797"/>
                  </a:cubicBezTo>
                  <a:cubicBezTo>
                    <a:pt x="1212" y="793"/>
                    <a:pt x="1218" y="792"/>
                    <a:pt x="1223" y="792"/>
                  </a:cubicBezTo>
                  <a:cubicBezTo>
                    <a:pt x="1236" y="792"/>
                    <a:pt x="1246" y="798"/>
                    <a:pt x="1260" y="798"/>
                  </a:cubicBezTo>
                  <a:cubicBezTo>
                    <a:pt x="1263" y="798"/>
                    <a:pt x="1267" y="798"/>
                    <a:pt x="1271" y="797"/>
                  </a:cubicBezTo>
                  <a:lnTo>
                    <a:pt x="1290" y="797"/>
                  </a:lnTo>
                  <a:cubicBezTo>
                    <a:pt x="1297" y="790"/>
                    <a:pt x="1304" y="790"/>
                    <a:pt x="1310" y="784"/>
                  </a:cubicBezTo>
                  <a:cubicBezTo>
                    <a:pt x="1310" y="777"/>
                    <a:pt x="1317" y="777"/>
                    <a:pt x="1323" y="770"/>
                  </a:cubicBezTo>
                  <a:cubicBezTo>
                    <a:pt x="1330" y="764"/>
                    <a:pt x="1336" y="757"/>
                    <a:pt x="1343" y="751"/>
                  </a:cubicBezTo>
                  <a:cubicBezTo>
                    <a:pt x="1304" y="711"/>
                    <a:pt x="1264" y="672"/>
                    <a:pt x="1257" y="652"/>
                  </a:cubicBezTo>
                  <a:cubicBezTo>
                    <a:pt x="1238" y="626"/>
                    <a:pt x="1159" y="553"/>
                    <a:pt x="1146" y="533"/>
                  </a:cubicBezTo>
                  <a:cubicBezTo>
                    <a:pt x="1132" y="507"/>
                    <a:pt x="981" y="422"/>
                    <a:pt x="948" y="395"/>
                  </a:cubicBezTo>
                  <a:cubicBezTo>
                    <a:pt x="915" y="376"/>
                    <a:pt x="744" y="303"/>
                    <a:pt x="678" y="244"/>
                  </a:cubicBezTo>
                  <a:cubicBezTo>
                    <a:pt x="665" y="224"/>
                    <a:pt x="639" y="211"/>
                    <a:pt x="613" y="198"/>
                  </a:cubicBezTo>
                  <a:cubicBezTo>
                    <a:pt x="599" y="191"/>
                    <a:pt x="593" y="185"/>
                    <a:pt x="580" y="178"/>
                  </a:cubicBezTo>
                  <a:cubicBezTo>
                    <a:pt x="560" y="171"/>
                    <a:pt x="540" y="165"/>
                    <a:pt x="520" y="152"/>
                  </a:cubicBezTo>
                  <a:cubicBezTo>
                    <a:pt x="494" y="145"/>
                    <a:pt x="468" y="132"/>
                    <a:pt x="441" y="119"/>
                  </a:cubicBezTo>
                  <a:cubicBezTo>
                    <a:pt x="428" y="112"/>
                    <a:pt x="415" y="106"/>
                    <a:pt x="402" y="99"/>
                  </a:cubicBezTo>
                  <a:cubicBezTo>
                    <a:pt x="402" y="93"/>
                    <a:pt x="402" y="93"/>
                    <a:pt x="395" y="93"/>
                  </a:cubicBezTo>
                  <a:cubicBezTo>
                    <a:pt x="382" y="86"/>
                    <a:pt x="369" y="79"/>
                    <a:pt x="362" y="66"/>
                  </a:cubicBezTo>
                  <a:cubicBezTo>
                    <a:pt x="303" y="27"/>
                    <a:pt x="204" y="7"/>
                    <a:pt x="132" y="0"/>
                  </a:cubicBezTo>
                  <a:close/>
                </a:path>
              </a:pathLst>
            </a:custGeom>
            <a:solidFill>
              <a:srgbClr val="FF0000"/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3" name="Google Shape;1584;p19">
              <a:extLst>
                <a:ext uri="{FF2B5EF4-FFF2-40B4-BE49-F238E27FC236}">
                  <a16:creationId xmlns:a16="http://schemas.microsoft.com/office/drawing/2014/main" id="{C1E48D51-05FD-A866-F693-AA80BEF8FE94}"/>
                </a:ext>
              </a:extLst>
            </p:cNvPr>
            <p:cNvSpPr/>
            <p:nvPr/>
          </p:nvSpPr>
          <p:spPr>
            <a:xfrm>
              <a:off x="8052531" y="3157637"/>
              <a:ext cx="176047" cy="269473"/>
            </a:xfrm>
            <a:custGeom>
              <a:avLst/>
              <a:gdLst/>
              <a:ahLst/>
              <a:cxnLst/>
              <a:rect l="l" t="t" r="r" b="b"/>
              <a:pathLst>
                <a:path w="1613" h="2469" extrusionOk="0">
                  <a:moveTo>
                    <a:pt x="915" y="0"/>
                  </a:moveTo>
                  <a:cubicBezTo>
                    <a:pt x="915" y="0"/>
                    <a:pt x="817" y="99"/>
                    <a:pt x="810" y="125"/>
                  </a:cubicBezTo>
                  <a:cubicBezTo>
                    <a:pt x="805" y="147"/>
                    <a:pt x="822" y="160"/>
                    <a:pt x="794" y="160"/>
                  </a:cubicBezTo>
                  <a:cubicBezTo>
                    <a:pt x="788" y="160"/>
                    <a:pt x="781" y="159"/>
                    <a:pt x="770" y="158"/>
                  </a:cubicBezTo>
                  <a:cubicBezTo>
                    <a:pt x="744" y="155"/>
                    <a:pt x="729" y="152"/>
                    <a:pt x="715" y="152"/>
                  </a:cubicBezTo>
                  <a:cubicBezTo>
                    <a:pt x="701" y="152"/>
                    <a:pt x="688" y="155"/>
                    <a:pt x="665" y="165"/>
                  </a:cubicBezTo>
                  <a:cubicBezTo>
                    <a:pt x="613" y="178"/>
                    <a:pt x="507" y="198"/>
                    <a:pt x="507" y="250"/>
                  </a:cubicBezTo>
                  <a:cubicBezTo>
                    <a:pt x="507" y="309"/>
                    <a:pt x="507" y="395"/>
                    <a:pt x="540" y="415"/>
                  </a:cubicBezTo>
                  <a:cubicBezTo>
                    <a:pt x="580" y="435"/>
                    <a:pt x="606" y="474"/>
                    <a:pt x="613" y="514"/>
                  </a:cubicBezTo>
                  <a:cubicBezTo>
                    <a:pt x="619" y="560"/>
                    <a:pt x="665" y="579"/>
                    <a:pt x="619" y="639"/>
                  </a:cubicBezTo>
                  <a:cubicBezTo>
                    <a:pt x="573" y="691"/>
                    <a:pt x="408" y="671"/>
                    <a:pt x="461" y="704"/>
                  </a:cubicBezTo>
                  <a:cubicBezTo>
                    <a:pt x="514" y="737"/>
                    <a:pt x="652" y="810"/>
                    <a:pt x="659" y="856"/>
                  </a:cubicBezTo>
                  <a:cubicBezTo>
                    <a:pt x="665" y="908"/>
                    <a:pt x="738" y="941"/>
                    <a:pt x="665" y="1060"/>
                  </a:cubicBezTo>
                  <a:cubicBezTo>
                    <a:pt x="593" y="1172"/>
                    <a:pt x="527" y="1277"/>
                    <a:pt x="501" y="1323"/>
                  </a:cubicBezTo>
                  <a:cubicBezTo>
                    <a:pt x="468" y="1376"/>
                    <a:pt x="474" y="1494"/>
                    <a:pt x="448" y="1514"/>
                  </a:cubicBezTo>
                  <a:cubicBezTo>
                    <a:pt x="428" y="1534"/>
                    <a:pt x="349" y="1599"/>
                    <a:pt x="310" y="1645"/>
                  </a:cubicBezTo>
                  <a:cubicBezTo>
                    <a:pt x="264" y="1698"/>
                    <a:pt x="237" y="1672"/>
                    <a:pt x="165" y="1705"/>
                  </a:cubicBezTo>
                  <a:cubicBezTo>
                    <a:pt x="93" y="1731"/>
                    <a:pt x="0" y="1744"/>
                    <a:pt x="0" y="1790"/>
                  </a:cubicBezTo>
                  <a:cubicBezTo>
                    <a:pt x="0" y="1830"/>
                    <a:pt x="27" y="1968"/>
                    <a:pt x="40" y="2001"/>
                  </a:cubicBezTo>
                  <a:cubicBezTo>
                    <a:pt x="40" y="2007"/>
                    <a:pt x="40" y="2007"/>
                    <a:pt x="40" y="2007"/>
                  </a:cubicBezTo>
                  <a:cubicBezTo>
                    <a:pt x="53" y="2047"/>
                    <a:pt x="33" y="2113"/>
                    <a:pt x="53" y="2146"/>
                  </a:cubicBezTo>
                  <a:cubicBezTo>
                    <a:pt x="73" y="2172"/>
                    <a:pt x="106" y="2211"/>
                    <a:pt x="106" y="2284"/>
                  </a:cubicBezTo>
                  <a:cubicBezTo>
                    <a:pt x="106" y="2356"/>
                    <a:pt x="99" y="2363"/>
                    <a:pt x="158" y="2389"/>
                  </a:cubicBezTo>
                  <a:cubicBezTo>
                    <a:pt x="198" y="2409"/>
                    <a:pt x="336" y="2416"/>
                    <a:pt x="395" y="2422"/>
                  </a:cubicBezTo>
                  <a:lnTo>
                    <a:pt x="422" y="2422"/>
                  </a:lnTo>
                  <a:lnTo>
                    <a:pt x="586" y="2468"/>
                  </a:lnTo>
                  <a:lnTo>
                    <a:pt x="659" y="2468"/>
                  </a:lnTo>
                  <a:cubicBezTo>
                    <a:pt x="705" y="2350"/>
                    <a:pt x="803" y="2264"/>
                    <a:pt x="803" y="2264"/>
                  </a:cubicBezTo>
                  <a:cubicBezTo>
                    <a:pt x="803" y="2264"/>
                    <a:pt x="810" y="2238"/>
                    <a:pt x="823" y="2198"/>
                  </a:cubicBezTo>
                  <a:cubicBezTo>
                    <a:pt x="830" y="2172"/>
                    <a:pt x="836" y="2146"/>
                    <a:pt x="856" y="2119"/>
                  </a:cubicBezTo>
                  <a:cubicBezTo>
                    <a:pt x="889" y="2067"/>
                    <a:pt x="948" y="2060"/>
                    <a:pt x="1001" y="1975"/>
                  </a:cubicBezTo>
                  <a:cubicBezTo>
                    <a:pt x="1053" y="1896"/>
                    <a:pt x="1126" y="1718"/>
                    <a:pt x="1179" y="1632"/>
                  </a:cubicBezTo>
                  <a:cubicBezTo>
                    <a:pt x="1231" y="1547"/>
                    <a:pt x="1277" y="1435"/>
                    <a:pt x="1317" y="1395"/>
                  </a:cubicBezTo>
                  <a:cubicBezTo>
                    <a:pt x="1356" y="1349"/>
                    <a:pt x="1547" y="1257"/>
                    <a:pt x="1560" y="1224"/>
                  </a:cubicBezTo>
                  <a:cubicBezTo>
                    <a:pt x="1567" y="1198"/>
                    <a:pt x="1593" y="1007"/>
                    <a:pt x="1593" y="1007"/>
                  </a:cubicBezTo>
                  <a:cubicBezTo>
                    <a:pt x="1593" y="1007"/>
                    <a:pt x="1600" y="691"/>
                    <a:pt x="1593" y="625"/>
                  </a:cubicBezTo>
                  <a:cubicBezTo>
                    <a:pt x="1587" y="553"/>
                    <a:pt x="1560" y="441"/>
                    <a:pt x="1593" y="362"/>
                  </a:cubicBezTo>
                  <a:cubicBezTo>
                    <a:pt x="1600" y="349"/>
                    <a:pt x="1606" y="336"/>
                    <a:pt x="1613" y="323"/>
                  </a:cubicBezTo>
                  <a:lnTo>
                    <a:pt x="1573" y="303"/>
                  </a:lnTo>
                  <a:cubicBezTo>
                    <a:pt x="1573" y="303"/>
                    <a:pt x="1376" y="191"/>
                    <a:pt x="1350" y="152"/>
                  </a:cubicBezTo>
                  <a:cubicBezTo>
                    <a:pt x="1330" y="125"/>
                    <a:pt x="1225" y="79"/>
                    <a:pt x="1192" y="53"/>
                  </a:cubicBezTo>
                  <a:cubicBezTo>
                    <a:pt x="1179" y="46"/>
                    <a:pt x="1179" y="40"/>
                    <a:pt x="1172" y="33"/>
                  </a:cubicBezTo>
                  <a:lnTo>
                    <a:pt x="915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50F32"/>
                </a:solidFill>
              </a:endParaRPr>
            </a:p>
          </p:txBody>
        </p:sp>
        <p:sp>
          <p:nvSpPr>
            <p:cNvPr id="7184" name="Google Shape;1585;p19">
              <a:extLst>
                <a:ext uri="{FF2B5EF4-FFF2-40B4-BE49-F238E27FC236}">
                  <a16:creationId xmlns:a16="http://schemas.microsoft.com/office/drawing/2014/main" id="{8965556F-94CD-FC60-6AFC-1DDECDF1EF57}"/>
                </a:ext>
              </a:extLst>
            </p:cNvPr>
            <p:cNvSpPr/>
            <p:nvPr/>
          </p:nvSpPr>
          <p:spPr>
            <a:xfrm>
              <a:off x="7357188" y="2116747"/>
              <a:ext cx="395205" cy="680394"/>
            </a:xfrm>
            <a:custGeom>
              <a:avLst/>
              <a:gdLst/>
              <a:ahLst/>
              <a:cxnLst/>
              <a:rect l="l" t="t" r="r" b="b"/>
              <a:pathLst>
                <a:path w="3621" h="6234" extrusionOk="0">
                  <a:moveTo>
                    <a:pt x="1758" y="1"/>
                  </a:moveTo>
                  <a:cubicBezTo>
                    <a:pt x="1699" y="67"/>
                    <a:pt x="1639" y="106"/>
                    <a:pt x="1613" y="139"/>
                  </a:cubicBezTo>
                  <a:cubicBezTo>
                    <a:pt x="1574" y="172"/>
                    <a:pt x="1422" y="231"/>
                    <a:pt x="1462" y="244"/>
                  </a:cubicBezTo>
                  <a:cubicBezTo>
                    <a:pt x="1508" y="257"/>
                    <a:pt x="1653" y="271"/>
                    <a:pt x="1679" y="277"/>
                  </a:cubicBezTo>
                  <a:cubicBezTo>
                    <a:pt x="1705" y="284"/>
                    <a:pt x="1797" y="383"/>
                    <a:pt x="1811" y="389"/>
                  </a:cubicBezTo>
                  <a:cubicBezTo>
                    <a:pt x="1830" y="402"/>
                    <a:pt x="1890" y="501"/>
                    <a:pt x="1876" y="540"/>
                  </a:cubicBezTo>
                  <a:cubicBezTo>
                    <a:pt x="1870" y="573"/>
                    <a:pt x="1811" y="633"/>
                    <a:pt x="1791" y="652"/>
                  </a:cubicBezTo>
                  <a:cubicBezTo>
                    <a:pt x="1764" y="679"/>
                    <a:pt x="1764" y="718"/>
                    <a:pt x="1764" y="764"/>
                  </a:cubicBezTo>
                  <a:cubicBezTo>
                    <a:pt x="1764" y="804"/>
                    <a:pt x="1778" y="837"/>
                    <a:pt x="1705" y="922"/>
                  </a:cubicBezTo>
                  <a:cubicBezTo>
                    <a:pt x="1639" y="1008"/>
                    <a:pt x="1501" y="1192"/>
                    <a:pt x="1455" y="1218"/>
                  </a:cubicBezTo>
                  <a:cubicBezTo>
                    <a:pt x="1416" y="1251"/>
                    <a:pt x="1310" y="1238"/>
                    <a:pt x="1271" y="1284"/>
                  </a:cubicBezTo>
                  <a:cubicBezTo>
                    <a:pt x="1225" y="1324"/>
                    <a:pt x="1152" y="1357"/>
                    <a:pt x="1133" y="1416"/>
                  </a:cubicBezTo>
                  <a:cubicBezTo>
                    <a:pt x="1106" y="1475"/>
                    <a:pt x="1073" y="1416"/>
                    <a:pt x="1060" y="1541"/>
                  </a:cubicBezTo>
                  <a:cubicBezTo>
                    <a:pt x="1047" y="1659"/>
                    <a:pt x="975" y="1751"/>
                    <a:pt x="968" y="1784"/>
                  </a:cubicBezTo>
                  <a:cubicBezTo>
                    <a:pt x="962" y="1811"/>
                    <a:pt x="988" y="1890"/>
                    <a:pt x="1008" y="1929"/>
                  </a:cubicBezTo>
                  <a:cubicBezTo>
                    <a:pt x="1027" y="1975"/>
                    <a:pt x="1139" y="2061"/>
                    <a:pt x="1152" y="2127"/>
                  </a:cubicBezTo>
                  <a:cubicBezTo>
                    <a:pt x="1166" y="2192"/>
                    <a:pt x="1120" y="2462"/>
                    <a:pt x="1054" y="2548"/>
                  </a:cubicBezTo>
                  <a:cubicBezTo>
                    <a:pt x="988" y="2633"/>
                    <a:pt x="915" y="2673"/>
                    <a:pt x="876" y="2732"/>
                  </a:cubicBezTo>
                  <a:cubicBezTo>
                    <a:pt x="843" y="2798"/>
                    <a:pt x="830" y="2857"/>
                    <a:pt x="777" y="2890"/>
                  </a:cubicBezTo>
                  <a:cubicBezTo>
                    <a:pt x="718" y="2916"/>
                    <a:pt x="652" y="2903"/>
                    <a:pt x="606" y="3022"/>
                  </a:cubicBezTo>
                  <a:cubicBezTo>
                    <a:pt x="554" y="3147"/>
                    <a:pt x="468" y="3298"/>
                    <a:pt x="455" y="3324"/>
                  </a:cubicBezTo>
                  <a:cubicBezTo>
                    <a:pt x="448" y="3351"/>
                    <a:pt x="382" y="3509"/>
                    <a:pt x="356" y="3568"/>
                  </a:cubicBezTo>
                  <a:cubicBezTo>
                    <a:pt x="356" y="3568"/>
                    <a:pt x="356" y="3568"/>
                    <a:pt x="356" y="3574"/>
                  </a:cubicBezTo>
                  <a:cubicBezTo>
                    <a:pt x="349" y="3574"/>
                    <a:pt x="349" y="3581"/>
                    <a:pt x="349" y="3581"/>
                  </a:cubicBezTo>
                  <a:cubicBezTo>
                    <a:pt x="349" y="3581"/>
                    <a:pt x="349" y="3588"/>
                    <a:pt x="349" y="3588"/>
                  </a:cubicBezTo>
                  <a:cubicBezTo>
                    <a:pt x="303" y="3706"/>
                    <a:pt x="185" y="4009"/>
                    <a:pt x="145" y="4160"/>
                  </a:cubicBezTo>
                  <a:cubicBezTo>
                    <a:pt x="99" y="4338"/>
                    <a:pt x="119" y="4456"/>
                    <a:pt x="93" y="4555"/>
                  </a:cubicBezTo>
                  <a:cubicBezTo>
                    <a:pt x="66" y="4654"/>
                    <a:pt x="1" y="4746"/>
                    <a:pt x="1" y="4779"/>
                  </a:cubicBezTo>
                  <a:cubicBezTo>
                    <a:pt x="1" y="4812"/>
                    <a:pt x="66" y="4904"/>
                    <a:pt x="66" y="4983"/>
                  </a:cubicBezTo>
                  <a:cubicBezTo>
                    <a:pt x="66" y="5009"/>
                    <a:pt x="73" y="5114"/>
                    <a:pt x="73" y="5226"/>
                  </a:cubicBezTo>
                  <a:cubicBezTo>
                    <a:pt x="80" y="5397"/>
                    <a:pt x="93" y="5595"/>
                    <a:pt x="93" y="5595"/>
                  </a:cubicBezTo>
                  <a:cubicBezTo>
                    <a:pt x="93" y="5595"/>
                    <a:pt x="73" y="5740"/>
                    <a:pt x="113" y="5746"/>
                  </a:cubicBezTo>
                  <a:cubicBezTo>
                    <a:pt x="145" y="5753"/>
                    <a:pt x="211" y="5786"/>
                    <a:pt x="211" y="5786"/>
                  </a:cubicBezTo>
                  <a:cubicBezTo>
                    <a:pt x="211" y="5786"/>
                    <a:pt x="251" y="5634"/>
                    <a:pt x="290" y="5562"/>
                  </a:cubicBezTo>
                  <a:cubicBezTo>
                    <a:pt x="332" y="5496"/>
                    <a:pt x="380" y="5408"/>
                    <a:pt x="393" y="5408"/>
                  </a:cubicBezTo>
                  <a:cubicBezTo>
                    <a:pt x="394" y="5408"/>
                    <a:pt x="395" y="5409"/>
                    <a:pt x="396" y="5411"/>
                  </a:cubicBezTo>
                  <a:cubicBezTo>
                    <a:pt x="402" y="5437"/>
                    <a:pt x="376" y="5529"/>
                    <a:pt x="369" y="5595"/>
                  </a:cubicBezTo>
                  <a:cubicBezTo>
                    <a:pt x="356" y="5661"/>
                    <a:pt x="290" y="5766"/>
                    <a:pt x="369" y="5812"/>
                  </a:cubicBezTo>
                  <a:cubicBezTo>
                    <a:pt x="442" y="5852"/>
                    <a:pt x="501" y="5871"/>
                    <a:pt x="527" y="5871"/>
                  </a:cubicBezTo>
                  <a:cubicBezTo>
                    <a:pt x="540" y="5871"/>
                    <a:pt x="589" y="5851"/>
                    <a:pt x="635" y="5851"/>
                  </a:cubicBezTo>
                  <a:cubicBezTo>
                    <a:pt x="658" y="5851"/>
                    <a:pt x="681" y="5856"/>
                    <a:pt x="698" y="5871"/>
                  </a:cubicBezTo>
                  <a:cubicBezTo>
                    <a:pt x="744" y="5917"/>
                    <a:pt x="856" y="6036"/>
                    <a:pt x="856" y="6036"/>
                  </a:cubicBezTo>
                  <a:lnTo>
                    <a:pt x="1001" y="6102"/>
                  </a:lnTo>
                  <a:cubicBezTo>
                    <a:pt x="1001" y="6102"/>
                    <a:pt x="1006" y="6103"/>
                    <a:pt x="1013" y="6103"/>
                  </a:cubicBezTo>
                  <a:cubicBezTo>
                    <a:pt x="1028" y="6103"/>
                    <a:pt x="1052" y="6097"/>
                    <a:pt x="1060" y="6062"/>
                  </a:cubicBezTo>
                  <a:cubicBezTo>
                    <a:pt x="1073" y="6003"/>
                    <a:pt x="1060" y="5911"/>
                    <a:pt x="1133" y="5865"/>
                  </a:cubicBezTo>
                  <a:cubicBezTo>
                    <a:pt x="1184" y="5837"/>
                    <a:pt x="1186" y="5789"/>
                    <a:pt x="1203" y="5789"/>
                  </a:cubicBezTo>
                  <a:cubicBezTo>
                    <a:pt x="1211" y="5789"/>
                    <a:pt x="1221" y="5797"/>
                    <a:pt x="1238" y="5819"/>
                  </a:cubicBezTo>
                  <a:cubicBezTo>
                    <a:pt x="1284" y="5875"/>
                    <a:pt x="1290" y="5915"/>
                    <a:pt x="1315" y="5915"/>
                  </a:cubicBezTo>
                  <a:cubicBezTo>
                    <a:pt x="1323" y="5915"/>
                    <a:pt x="1331" y="5912"/>
                    <a:pt x="1343" y="5904"/>
                  </a:cubicBezTo>
                  <a:cubicBezTo>
                    <a:pt x="1391" y="5869"/>
                    <a:pt x="1395" y="5817"/>
                    <a:pt x="1425" y="5817"/>
                  </a:cubicBezTo>
                  <a:cubicBezTo>
                    <a:pt x="1428" y="5817"/>
                    <a:pt x="1432" y="5817"/>
                    <a:pt x="1435" y="5819"/>
                  </a:cubicBezTo>
                  <a:cubicBezTo>
                    <a:pt x="1468" y="5832"/>
                    <a:pt x="1541" y="5898"/>
                    <a:pt x="1541" y="5931"/>
                  </a:cubicBezTo>
                  <a:cubicBezTo>
                    <a:pt x="1541" y="5970"/>
                    <a:pt x="1462" y="5990"/>
                    <a:pt x="1541" y="6056"/>
                  </a:cubicBezTo>
                  <a:cubicBezTo>
                    <a:pt x="1587" y="6098"/>
                    <a:pt x="1642" y="6110"/>
                    <a:pt x="1682" y="6110"/>
                  </a:cubicBezTo>
                  <a:cubicBezTo>
                    <a:pt x="1704" y="6110"/>
                    <a:pt x="1722" y="6106"/>
                    <a:pt x="1732" y="6102"/>
                  </a:cubicBezTo>
                  <a:cubicBezTo>
                    <a:pt x="1758" y="6095"/>
                    <a:pt x="1791" y="6075"/>
                    <a:pt x="1824" y="6075"/>
                  </a:cubicBezTo>
                  <a:cubicBezTo>
                    <a:pt x="1863" y="6075"/>
                    <a:pt x="2159" y="6181"/>
                    <a:pt x="2159" y="6181"/>
                  </a:cubicBezTo>
                  <a:cubicBezTo>
                    <a:pt x="2159" y="6181"/>
                    <a:pt x="2208" y="6234"/>
                    <a:pt x="2239" y="6234"/>
                  </a:cubicBezTo>
                  <a:cubicBezTo>
                    <a:pt x="2247" y="6234"/>
                    <a:pt x="2254" y="6230"/>
                    <a:pt x="2258" y="6220"/>
                  </a:cubicBezTo>
                  <a:cubicBezTo>
                    <a:pt x="2278" y="6174"/>
                    <a:pt x="2232" y="6154"/>
                    <a:pt x="2258" y="6128"/>
                  </a:cubicBezTo>
                  <a:cubicBezTo>
                    <a:pt x="2284" y="6095"/>
                    <a:pt x="2212" y="5996"/>
                    <a:pt x="2265" y="5996"/>
                  </a:cubicBezTo>
                  <a:cubicBezTo>
                    <a:pt x="2311" y="5996"/>
                    <a:pt x="2357" y="5996"/>
                    <a:pt x="2390" y="6023"/>
                  </a:cubicBezTo>
                  <a:cubicBezTo>
                    <a:pt x="2429" y="6056"/>
                    <a:pt x="2449" y="6075"/>
                    <a:pt x="2502" y="6075"/>
                  </a:cubicBezTo>
                  <a:cubicBezTo>
                    <a:pt x="2521" y="6075"/>
                    <a:pt x="2547" y="6077"/>
                    <a:pt x="2575" y="6077"/>
                  </a:cubicBezTo>
                  <a:cubicBezTo>
                    <a:pt x="2624" y="6077"/>
                    <a:pt x="2679" y="6072"/>
                    <a:pt x="2712" y="6042"/>
                  </a:cubicBezTo>
                  <a:cubicBezTo>
                    <a:pt x="2758" y="5990"/>
                    <a:pt x="2870" y="5904"/>
                    <a:pt x="2923" y="5891"/>
                  </a:cubicBezTo>
                  <a:cubicBezTo>
                    <a:pt x="2975" y="5878"/>
                    <a:pt x="3048" y="5871"/>
                    <a:pt x="3101" y="5871"/>
                  </a:cubicBezTo>
                  <a:cubicBezTo>
                    <a:pt x="3153" y="5871"/>
                    <a:pt x="3291" y="5898"/>
                    <a:pt x="3291" y="5898"/>
                  </a:cubicBezTo>
                  <a:cubicBezTo>
                    <a:pt x="3311" y="5871"/>
                    <a:pt x="3311" y="5865"/>
                    <a:pt x="3331" y="5852"/>
                  </a:cubicBezTo>
                  <a:cubicBezTo>
                    <a:pt x="3344" y="5832"/>
                    <a:pt x="3324" y="5779"/>
                    <a:pt x="3305" y="5773"/>
                  </a:cubicBezTo>
                  <a:cubicBezTo>
                    <a:pt x="3285" y="5766"/>
                    <a:pt x="3252" y="5740"/>
                    <a:pt x="3252" y="5707"/>
                  </a:cubicBezTo>
                  <a:cubicBezTo>
                    <a:pt x="3252" y="5674"/>
                    <a:pt x="3265" y="5615"/>
                    <a:pt x="3305" y="5575"/>
                  </a:cubicBezTo>
                  <a:cubicBezTo>
                    <a:pt x="3344" y="5529"/>
                    <a:pt x="3311" y="5509"/>
                    <a:pt x="3305" y="5490"/>
                  </a:cubicBezTo>
                  <a:cubicBezTo>
                    <a:pt x="3291" y="5470"/>
                    <a:pt x="3245" y="5463"/>
                    <a:pt x="3232" y="5450"/>
                  </a:cubicBezTo>
                  <a:cubicBezTo>
                    <a:pt x="3212" y="5437"/>
                    <a:pt x="3147" y="5220"/>
                    <a:pt x="3153" y="5200"/>
                  </a:cubicBezTo>
                  <a:cubicBezTo>
                    <a:pt x="3153" y="5193"/>
                    <a:pt x="3160" y="5187"/>
                    <a:pt x="3173" y="5187"/>
                  </a:cubicBezTo>
                  <a:cubicBezTo>
                    <a:pt x="3179" y="5187"/>
                    <a:pt x="3179" y="5180"/>
                    <a:pt x="3186" y="5180"/>
                  </a:cubicBezTo>
                  <a:lnTo>
                    <a:pt x="3199" y="5180"/>
                  </a:lnTo>
                  <a:cubicBezTo>
                    <a:pt x="3206" y="5180"/>
                    <a:pt x="3219" y="5174"/>
                    <a:pt x="3232" y="5174"/>
                  </a:cubicBezTo>
                  <a:cubicBezTo>
                    <a:pt x="3239" y="5174"/>
                    <a:pt x="3239" y="5174"/>
                    <a:pt x="3245" y="5167"/>
                  </a:cubicBezTo>
                  <a:cubicBezTo>
                    <a:pt x="3252" y="5167"/>
                    <a:pt x="3258" y="5161"/>
                    <a:pt x="3272" y="5161"/>
                  </a:cubicBezTo>
                  <a:cubicBezTo>
                    <a:pt x="3278" y="5154"/>
                    <a:pt x="3291" y="5147"/>
                    <a:pt x="3298" y="5134"/>
                  </a:cubicBezTo>
                  <a:cubicBezTo>
                    <a:pt x="3298" y="5128"/>
                    <a:pt x="3305" y="5128"/>
                    <a:pt x="3305" y="5121"/>
                  </a:cubicBezTo>
                  <a:cubicBezTo>
                    <a:pt x="3337" y="5055"/>
                    <a:pt x="3147" y="5016"/>
                    <a:pt x="3147" y="5016"/>
                  </a:cubicBezTo>
                  <a:cubicBezTo>
                    <a:pt x="3147" y="5016"/>
                    <a:pt x="3140" y="4950"/>
                    <a:pt x="3153" y="4937"/>
                  </a:cubicBezTo>
                  <a:cubicBezTo>
                    <a:pt x="3166" y="4924"/>
                    <a:pt x="3285" y="4924"/>
                    <a:pt x="3331" y="4910"/>
                  </a:cubicBezTo>
                  <a:cubicBezTo>
                    <a:pt x="3377" y="4897"/>
                    <a:pt x="3305" y="4825"/>
                    <a:pt x="3291" y="4799"/>
                  </a:cubicBezTo>
                  <a:cubicBezTo>
                    <a:pt x="3272" y="4779"/>
                    <a:pt x="3153" y="4779"/>
                    <a:pt x="3120" y="4759"/>
                  </a:cubicBezTo>
                  <a:cubicBezTo>
                    <a:pt x="3087" y="4739"/>
                    <a:pt x="2995" y="4687"/>
                    <a:pt x="2975" y="4647"/>
                  </a:cubicBezTo>
                  <a:cubicBezTo>
                    <a:pt x="2956" y="4608"/>
                    <a:pt x="3120" y="4384"/>
                    <a:pt x="3160" y="4331"/>
                  </a:cubicBezTo>
                  <a:cubicBezTo>
                    <a:pt x="3199" y="4279"/>
                    <a:pt x="3357" y="4154"/>
                    <a:pt x="3416" y="4088"/>
                  </a:cubicBezTo>
                  <a:cubicBezTo>
                    <a:pt x="3476" y="4022"/>
                    <a:pt x="3561" y="3950"/>
                    <a:pt x="3594" y="3904"/>
                  </a:cubicBezTo>
                  <a:cubicBezTo>
                    <a:pt x="3620" y="3864"/>
                    <a:pt x="3594" y="3838"/>
                    <a:pt x="3588" y="3838"/>
                  </a:cubicBezTo>
                  <a:lnTo>
                    <a:pt x="3581" y="3825"/>
                  </a:lnTo>
                  <a:cubicBezTo>
                    <a:pt x="3574" y="3838"/>
                    <a:pt x="3568" y="3838"/>
                    <a:pt x="3568" y="3838"/>
                  </a:cubicBezTo>
                  <a:lnTo>
                    <a:pt x="3449" y="3838"/>
                  </a:lnTo>
                  <a:cubicBezTo>
                    <a:pt x="3449" y="3838"/>
                    <a:pt x="3239" y="3818"/>
                    <a:pt x="3226" y="3818"/>
                  </a:cubicBezTo>
                  <a:cubicBezTo>
                    <a:pt x="3212" y="3818"/>
                    <a:pt x="3166" y="3778"/>
                    <a:pt x="3140" y="3739"/>
                  </a:cubicBezTo>
                  <a:cubicBezTo>
                    <a:pt x="3114" y="3700"/>
                    <a:pt x="3114" y="3634"/>
                    <a:pt x="3101" y="3594"/>
                  </a:cubicBezTo>
                  <a:cubicBezTo>
                    <a:pt x="3087" y="3548"/>
                    <a:pt x="3061" y="3535"/>
                    <a:pt x="3048" y="3535"/>
                  </a:cubicBezTo>
                  <a:cubicBezTo>
                    <a:pt x="3041" y="3528"/>
                    <a:pt x="2969" y="3482"/>
                    <a:pt x="2969" y="3449"/>
                  </a:cubicBezTo>
                  <a:cubicBezTo>
                    <a:pt x="2969" y="3417"/>
                    <a:pt x="3048" y="3357"/>
                    <a:pt x="3048" y="3351"/>
                  </a:cubicBezTo>
                  <a:cubicBezTo>
                    <a:pt x="3054" y="3338"/>
                    <a:pt x="3041" y="3318"/>
                    <a:pt x="3022" y="3245"/>
                  </a:cubicBezTo>
                  <a:cubicBezTo>
                    <a:pt x="3008" y="3206"/>
                    <a:pt x="2995" y="3198"/>
                    <a:pt x="2982" y="3198"/>
                  </a:cubicBezTo>
                  <a:cubicBezTo>
                    <a:pt x="2973" y="3198"/>
                    <a:pt x="2963" y="3202"/>
                    <a:pt x="2954" y="3202"/>
                  </a:cubicBezTo>
                  <a:cubicBezTo>
                    <a:pt x="2950" y="3202"/>
                    <a:pt x="2946" y="3201"/>
                    <a:pt x="2943" y="3199"/>
                  </a:cubicBezTo>
                  <a:cubicBezTo>
                    <a:pt x="2923" y="3186"/>
                    <a:pt x="2844" y="3166"/>
                    <a:pt x="2818" y="3140"/>
                  </a:cubicBezTo>
                  <a:cubicBezTo>
                    <a:pt x="2791" y="3114"/>
                    <a:pt x="2804" y="3068"/>
                    <a:pt x="2785" y="3015"/>
                  </a:cubicBezTo>
                  <a:cubicBezTo>
                    <a:pt x="2771" y="2962"/>
                    <a:pt x="2745" y="2989"/>
                    <a:pt x="2719" y="2962"/>
                  </a:cubicBezTo>
                  <a:cubicBezTo>
                    <a:pt x="2699" y="2943"/>
                    <a:pt x="2692" y="2897"/>
                    <a:pt x="2692" y="2897"/>
                  </a:cubicBezTo>
                  <a:cubicBezTo>
                    <a:pt x="2732" y="2837"/>
                    <a:pt x="2752" y="2785"/>
                    <a:pt x="2791" y="2719"/>
                  </a:cubicBezTo>
                  <a:cubicBezTo>
                    <a:pt x="2824" y="2653"/>
                    <a:pt x="2811" y="2614"/>
                    <a:pt x="2837" y="2548"/>
                  </a:cubicBezTo>
                  <a:cubicBezTo>
                    <a:pt x="2864" y="2482"/>
                    <a:pt x="2890" y="2515"/>
                    <a:pt x="2929" y="2489"/>
                  </a:cubicBezTo>
                  <a:cubicBezTo>
                    <a:pt x="2945" y="2482"/>
                    <a:pt x="2959" y="2480"/>
                    <a:pt x="2973" y="2480"/>
                  </a:cubicBezTo>
                  <a:cubicBezTo>
                    <a:pt x="3000" y="2480"/>
                    <a:pt x="3022" y="2489"/>
                    <a:pt x="3035" y="2489"/>
                  </a:cubicBezTo>
                  <a:cubicBezTo>
                    <a:pt x="3054" y="2489"/>
                    <a:pt x="3087" y="2390"/>
                    <a:pt x="3081" y="2317"/>
                  </a:cubicBezTo>
                  <a:cubicBezTo>
                    <a:pt x="3074" y="2238"/>
                    <a:pt x="3054" y="2146"/>
                    <a:pt x="3028" y="2100"/>
                  </a:cubicBezTo>
                  <a:cubicBezTo>
                    <a:pt x="3014" y="2079"/>
                    <a:pt x="2984" y="2071"/>
                    <a:pt x="2947" y="2071"/>
                  </a:cubicBezTo>
                  <a:cubicBezTo>
                    <a:pt x="2913" y="2071"/>
                    <a:pt x="2875" y="2078"/>
                    <a:pt x="2837" y="2087"/>
                  </a:cubicBezTo>
                  <a:cubicBezTo>
                    <a:pt x="2758" y="2107"/>
                    <a:pt x="2686" y="2186"/>
                    <a:pt x="2666" y="2206"/>
                  </a:cubicBezTo>
                  <a:cubicBezTo>
                    <a:pt x="2665" y="2207"/>
                    <a:pt x="2664" y="2207"/>
                    <a:pt x="2662" y="2207"/>
                  </a:cubicBezTo>
                  <a:cubicBezTo>
                    <a:pt x="2637" y="2207"/>
                    <a:pt x="2553" y="2052"/>
                    <a:pt x="2535" y="2015"/>
                  </a:cubicBezTo>
                  <a:cubicBezTo>
                    <a:pt x="2515" y="1982"/>
                    <a:pt x="2416" y="1896"/>
                    <a:pt x="2383" y="1830"/>
                  </a:cubicBezTo>
                  <a:cubicBezTo>
                    <a:pt x="2357" y="1771"/>
                    <a:pt x="2357" y="1732"/>
                    <a:pt x="2357" y="1679"/>
                  </a:cubicBezTo>
                  <a:cubicBezTo>
                    <a:pt x="2357" y="1655"/>
                    <a:pt x="2355" y="1647"/>
                    <a:pt x="2349" y="1647"/>
                  </a:cubicBezTo>
                  <a:cubicBezTo>
                    <a:pt x="2340" y="1647"/>
                    <a:pt x="2322" y="1665"/>
                    <a:pt x="2291" y="1672"/>
                  </a:cubicBezTo>
                  <a:cubicBezTo>
                    <a:pt x="2284" y="1675"/>
                    <a:pt x="2277" y="1675"/>
                    <a:pt x="2270" y="1675"/>
                  </a:cubicBezTo>
                  <a:cubicBezTo>
                    <a:pt x="2233" y="1675"/>
                    <a:pt x="2199" y="1649"/>
                    <a:pt x="2166" y="1626"/>
                  </a:cubicBezTo>
                  <a:cubicBezTo>
                    <a:pt x="2133" y="1593"/>
                    <a:pt x="2271" y="1541"/>
                    <a:pt x="2324" y="1495"/>
                  </a:cubicBezTo>
                  <a:cubicBezTo>
                    <a:pt x="2383" y="1455"/>
                    <a:pt x="2416" y="1139"/>
                    <a:pt x="2416" y="1139"/>
                  </a:cubicBezTo>
                  <a:cubicBezTo>
                    <a:pt x="2416" y="1139"/>
                    <a:pt x="2423" y="988"/>
                    <a:pt x="2416" y="929"/>
                  </a:cubicBezTo>
                  <a:cubicBezTo>
                    <a:pt x="2409" y="870"/>
                    <a:pt x="2423" y="652"/>
                    <a:pt x="2416" y="567"/>
                  </a:cubicBezTo>
                  <a:cubicBezTo>
                    <a:pt x="2409" y="488"/>
                    <a:pt x="2344" y="376"/>
                    <a:pt x="2311" y="323"/>
                  </a:cubicBezTo>
                  <a:cubicBezTo>
                    <a:pt x="2284" y="277"/>
                    <a:pt x="2166" y="198"/>
                    <a:pt x="2107" y="139"/>
                  </a:cubicBezTo>
                  <a:cubicBezTo>
                    <a:pt x="2087" y="117"/>
                    <a:pt x="2071" y="110"/>
                    <a:pt x="2056" y="110"/>
                  </a:cubicBezTo>
                  <a:cubicBezTo>
                    <a:pt x="2027" y="110"/>
                    <a:pt x="2004" y="139"/>
                    <a:pt x="1969" y="139"/>
                  </a:cubicBezTo>
                  <a:cubicBezTo>
                    <a:pt x="1953" y="137"/>
                    <a:pt x="1931" y="136"/>
                    <a:pt x="1909" y="136"/>
                  </a:cubicBezTo>
                  <a:cubicBezTo>
                    <a:pt x="1864" y="136"/>
                    <a:pt x="1817" y="139"/>
                    <a:pt x="1817" y="139"/>
                  </a:cubicBezTo>
                  <a:lnTo>
                    <a:pt x="1758" y="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5" name="Google Shape;1586;p19">
              <a:extLst>
                <a:ext uri="{FF2B5EF4-FFF2-40B4-BE49-F238E27FC236}">
                  <a16:creationId xmlns:a16="http://schemas.microsoft.com/office/drawing/2014/main" id="{08D38EFC-DB81-41BD-41C5-17958CB0C074}"/>
                </a:ext>
              </a:extLst>
            </p:cNvPr>
            <p:cNvSpPr/>
            <p:nvPr/>
          </p:nvSpPr>
          <p:spPr>
            <a:xfrm>
              <a:off x="6783320" y="3101320"/>
              <a:ext cx="560338" cy="547022"/>
            </a:xfrm>
            <a:custGeom>
              <a:avLst/>
              <a:gdLst/>
              <a:ahLst/>
              <a:cxnLst/>
              <a:rect l="l" t="t" r="r" b="b"/>
              <a:pathLst>
                <a:path w="5134" h="5012" extrusionOk="0">
                  <a:moveTo>
                    <a:pt x="1342" y="1"/>
                  </a:moveTo>
                  <a:cubicBezTo>
                    <a:pt x="1306" y="1"/>
                    <a:pt x="1277" y="5"/>
                    <a:pt x="1257" y="29"/>
                  </a:cubicBezTo>
                  <a:cubicBezTo>
                    <a:pt x="1231" y="75"/>
                    <a:pt x="1224" y="82"/>
                    <a:pt x="1165" y="82"/>
                  </a:cubicBezTo>
                  <a:cubicBezTo>
                    <a:pt x="1124" y="82"/>
                    <a:pt x="1055" y="46"/>
                    <a:pt x="995" y="46"/>
                  </a:cubicBezTo>
                  <a:cubicBezTo>
                    <a:pt x="958" y="46"/>
                    <a:pt x="924" y="59"/>
                    <a:pt x="902" y="102"/>
                  </a:cubicBezTo>
                  <a:cubicBezTo>
                    <a:pt x="836" y="220"/>
                    <a:pt x="665" y="358"/>
                    <a:pt x="599" y="391"/>
                  </a:cubicBezTo>
                  <a:cubicBezTo>
                    <a:pt x="540" y="424"/>
                    <a:pt x="500" y="417"/>
                    <a:pt x="408" y="424"/>
                  </a:cubicBezTo>
                  <a:lnTo>
                    <a:pt x="342" y="424"/>
                  </a:lnTo>
                  <a:cubicBezTo>
                    <a:pt x="342" y="464"/>
                    <a:pt x="349" y="523"/>
                    <a:pt x="369" y="556"/>
                  </a:cubicBezTo>
                  <a:cubicBezTo>
                    <a:pt x="408" y="615"/>
                    <a:pt x="474" y="661"/>
                    <a:pt x="481" y="700"/>
                  </a:cubicBezTo>
                  <a:cubicBezTo>
                    <a:pt x="481" y="740"/>
                    <a:pt x="428" y="766"/>
                    <a:pt x="408" y="786"/>
                  </a:cubicBezTo>
                  <a:cubicBezTo>
                    <a:pt x="388" y="806"/>
                    <a:pt x="362" y="799"/>
                    <a:pt x="349" y="898"/>
                  </a:cubicBezTo>
                  <a:cubicBezTo>
                    <a:pt x="329" y="990"/>
                    <a:pt x="303" y="1102"/>
                    <a:pt x="303" y="1122"/>
                  </a:cubicBezTo>
                  <a:cubicBezTo>
                    <a:pt x="296" y="1141"/>
                    <a:pt x="309" y="1128"/>
                    <a:pt x="323" y="1201"/>
                  </a:cubicBezTo>
                  <a:cubicBezTo>
                    <a:pt x="342" y="1273"/>
                    <a:pt x="356" y="1372"/>
                    <a:pt x="323" y="1378"/>
                  </a:cubicBezTo>
                  <a:cubicBezTo>
                    <a:pt x="321" y="1379"/>
                    <a:pt x="320" y="1379"/>
                    <a:pt x="318" y="1379"/>
                  </a:cubicBezTo>
                  <a:cubicBezTo>
                    <a:pt x="301" y="1379"/>
                    <a:pt x="279" y="1356"/>
                    <a:pt x="258" y="1356"/>
                  </a:cubicBezTo>
                  <a:cubicBezTo>
                    <a:pt x="248" y="1356"/>
                    <a:pt x="239" y="1362"/>
                    <a:pt x="231" y="1378"/>
                  </a:cubicBezTo>
                  <a:cubicBezTo>
                    <a:pt x="198" y="1431"/>
                    <a:pt x="66" y="1721"/>
                    <a:pt x="53" y="1753"/>
                  </a:cubicBezTo>
                  <a:cubicBezTo>
                    <a:pt x="33" y="1786"/>
                    <a:pt x="0" y="1832"/>
                    <a:pt x="40" y="1872"/>
                  </a:cubicBezTo>
                  <a:cubicBezTo>
                    <a:pt x="73" y="1905"/>
                    <a:pt x="132" y="1911"/>
                    <a:pt x="178" y="1957"/>
                  </a:cubicBezTo>
                  <a:cubicBezTo>
                    <a:pt x="217" y="2004"/>
                    <a:pt x="184" y="2050"/>
                    <a:pt x="184" y="2050"/>
                  </a:cubicBezTo>
                  <a:cubicBezTo>
                    <a:pt x="184" y="2050"/>
                    <a:pt x="20" y="2076"/>
                    <a:pt x="13" y="2096"/>
                  </a:cubicBezTo>
                  <a:cubicBezTo>
                    <a:pt x="7" y="2115"/>
                    <a:pt x="0" y="2300"/>
                    <a:pt x="59" y="2379"/>
                  </a:cubicBezTo>
                  <a:cubicBezTo>
                    <a:pt x="112" y="2451"/>
                    <a:pt x="152" y="2510"/>
                    <a:pt x="184" y="2570"/>
                  </a:cubicBezTo>
                  <a:cubicBezTo>
                    <a:pt x="211" y="2629"/>
                    <a:pt x="244" y="2734"/>
                    <a:pt x="224" y="2853"/>
                  </a:cubicBezTo>
                  <a:cubicBezTo>
                    <a:pt x="204" y="2978"/>
                    <a:pt x="152" y="3149"/>
                    <a:pt x="152" y="3149"/>
                  </a:cubicBezTo>
                  <a:cubicBezTo>
                    <a:pt x="152" y="3149"/>
                    <a:pt x="105" y="3188"/>
                    <a:pt x="125" y="3234"/>
                  </a:cubicBezTo>
                  <a:cubicBezTo>
                    <a:pt x="152" y="3280"/>
                    <a:pt x="178" y="3267"/>
                    <a:pt x="178" y="3320"/>
                  </a:cubicBezTo>
                  <a:cubicBezTo>
                    <a:pt x="178" y="3372"/>
                    <a:pt x="171" y="3478"/>
                    <a:pt x="132" y="3491"/>
                  </a:cubicBezTo>
                  <a:cubicBezTo>
                    <a:pt x="92" y="3504"/>
                    <a:pt x="86" y="3570"/>
                    <a:pt x="138" y="3570"/>
                  </a:cubicBezTo>
                  <a:cubicBezTo>
                    <a:pt x="158" y="3572"/>
                    <a:pt x="175" y="3573"/>
                    <a:pt x="191" y="3573"/>
                  </a:cubicBezTo>
                  <a:cubicBezTo>
                    <a:pt x="222" y="3573"/>
                    <a:pt x="250" y="3570"/>
                    <a:pt x="290" y="3570"/>
                  </a:cubicBezTo>
                  <a:cubicBezTo>
                    <a:pt x="293" y="3570"/>
                    <a:pt x="296" y="3570"/>
                    <a:pt x="299" y="3570"/>
                  </a:cubicBezTo>
                  <a:cubicBezTo>
                    <a:pt x="332" y="3570"/>
                    <a:pt x="342" y="3548"/>
                    <a:pt x="359" y="3548"/>
                  </a:cubicBezTo>
                  <a:cubicBezTo>
                    <a:pt x="368" y="3548"/>
                    <a:pt x="379" y="3553"/>
                    <a:pt x="395" y="3570"/>
                  </a:cubicBezTo>
                  <a:cubicBezTo>
                    <a:pt x="448" y="3629"/>
                    <a:pt x="514" y="3675"/>
                    <a:pt x="592" y="3675"/>
                  </a:cubicBezTo>
                  <a:cubicBezTo>
                    <a:pt x="641" y="3675"/>
                    <a:pt x="794" y="3687"/>
                    <a:pt x="919" y="3687"/>
                  </a:cubicBezTo>
                  <a:cubicBezTo>
                    <a:pt x="981" y="3687"/>
                    <a:pt x="1036" y="3684"/>
                    <a:pt x="1066" y="3675"/>
                  </a:cubicBezTo>
                  <a:cubicBezTo>
                    <a:pt x="1152" y="3655"/>
                    <a:pt x="1165" y="3563"/>
                    <a:pt x="1198" y="3563"/>
                  </a:cubicBezTo>
                  <a:cubicBezTo>
                    <a:pt x="1237" y="3563"/>
                    <a:pt x="1277" y="3590"/>
                    <a:pt x="1310" y="3629"/>
                  </a:cubicBezTo>
                  <a:cubicBezTo>
                    <a:pt x="1343" y="3675"/>
                    <a:pt x="1441" y="3708"/>
                    <a:pt x="1481" y="3708"/>
                  </a:cubicBezTo>
                  <a:cubicBezTo>
                    <a:pt x="1512" y="3708"/>
                    <a:pt x="1519" y="3691"/>
                    <a:pt x="1540" y="3691"/>
                  </a:cubicBezTo>
                  <a:cubicBezTo>
                    <a:pt x="1550" y="3691"/>
                    <a:pt x="1564" y="3695"/>
                    <a:pt x="1586" y="3708"/>
                  </a:cubicBezTo>
                  <a:cubicBezTo>
                    <a:pt x="1652" y="3741"/>
                    <a:pt x="1744" y="3794"/>
                    <a:pt x="1751" y="3840"/>
                  </a:cubicBezTo>
                  <a:cubicBezTo>
                    <a:pt x="1764" y="3892"/>
                    <a:pt x="1777" y="3958"/>
                    <a:pt x="1784" y="3978"/>
                  </a:cubicBezTo>
                  <a:cubicBezTo>
                    <a:pt x="1790" y="4004"/>
                    <a:pt x="1836" y="4004"/>
                    <a:pt x="1823" y="4077"/>
                  </a:cubicBezTo>
                  <a:cubicBezTo>
                    <a:pt x="1817" y="4149"/>
                    <a:pt x="1784" y="4182"/>
                    <a:pt x="1790" y="4254"/>
                  </a:cubicBezTo>
                  <a:cubicBezTo>
                    <a:pt x="1790" y="4320"/>
                    <a:pt x="1836" y="4347"/>
                    <a:pt x="1856" y="4399"/>
                  </a:cubicBezTo>
                  <a:cubicBezTo>
                    <a:pt x="1876" y="4452"/>
                    <a:pt x="1869" y="4498"/>
                    <a:pt x="1869" y="4531"/>
                  </a:cubicBezTo>
                  <a:cubicBezTo>
                    <a:pt x="1869" y="4564"/>
                    <a:pt x="1836" y="4616"/>
                    <a:pt x="1863" y="4682"/>
                  </a:cubicBezTo>
                  <a:cubicBezTo>
                    <a:pt x="1896" y="4741"/>
                    <a:pt x="1929" y="4787"/>
                    <a:pt x="1929" y="4834"/>
                  </a:cubicBezTo>
                  <a:cubicBezTo>
                    <a:pt x="1929" y="4880"/>
                    <a:pt x="1909" y="4919"/>
                    <a:pt x="2021" y="4939"/>
                  </a:cubicBezTo>
                  <a:cubicBezTo>
                    <a:pt x="2105" y="4954"/>
                    <a:pt x="2207" y="4972"/>
                    <a:pt x="2264" y="4972"/>
                  </a:cubicBezTo>
                  <a:cubicBezTo>
                    <a:pt x="2283" y="4972"/>
                    <a:pt x="2297" y="4970"/>
                    <a:pt x="2304" y="4965"/>
                  </a:cubicBezTo>
                  <a:cubicBezTo>
                    <a:pt x="2330" y="4945"/>
                    <a:pt x="2422" y="4899"/>
                    <a:pt x="2442" y="4886"/>
                  </a:cubicBezTo>
                  <a:cubicBezTo>
                    <a:pt x="2457" y="4882"/>
                    <a:pt x="2514" y="4879"/>
                    <a:pt x="2561" y="4879"/>
                  </a:cubicBezTo>
                  <a:cubicBezTo>
                    <a:pt x="2595" y="4879"/>
                    <a:pt x="2623" y="4881"/>
                    <a:pt x="2626" y="4886"/>
                  </a:cubicBezTo>
                  <a:cubicBezTo>
                    <a:pt x="2626" y="4893"/>
                    <a:pt x="2685" y="4985"/>
                    <a:pt x="2699" y="5011"/>
                  </a:cubicBezTo>
                  <a:cubicBezTo>
                    <a:pt x="2699" y="5011"/>
                    <a:pt x="2771" y="5005"/>
                    <a:pt x="2843" y="4965"/>
                  </a:cubicBezTo>
                  <a:cubicBezTo>
                    <a:pt x="2916" y="4926"/>
                    <a:pt x="2896" y="4906"/>
                    <a:pt x="2916" y="4840"/>
                  </a:cubicBezTo>
                  <a:cubicBezTo>
                    <a:pt x="2935" y="4781"/>
                    <a:pt x="2929" y="4735"/>
                    <a:pt x="2949" y="4656"/>
                  </a:cubicBezTo>
                  <a:cubicBezTo>
                    <a:pt x="2968" y="4577"/>
                    <a:pt x="3028" y="4590"/>
                    <a:pt x="3080" y="4551"/>
                  </a:cubicBezTo>
                  <a:cubicBezTo>
                    <a:pt x="3139" y="4511"/>
                    <a:pt x="3113" y="4478"/>
                    <a:pt x="3113" y="4452"/>
                  </a:cubicBezTo>
                  <a:cubicBezTo>
                    <a:pt x="3113" y="4425"/>
                    <a:pt x="3146" y="4294"/>
                    <a:pt x="3186" y="4254"/>
                  </a:cubicBezTo>
                  <a:cubicBezTo>
                    <a:pt x="3225" y="4208"/>
                    <a:pt x="3390" y="4083"/>
                    <a:pt x="3462" y="4037"/>
                  </a:cubicBezTo>
                  <a:cubicBezTo>
                    <a:pt x="3462" y="4037"/>
                    <a:pt x="3475" y="4031"/>
                    <a:pt x="3482" y="4024"/>
                  </a:cubicBezTo>
                  <a:cubicBezTo>
                    <a:pt x="3488" y="4017"/>
                    <a:pt x="3488" y="4017"/>
                    <a:pt x="3495" y="4011"/>
                  </a:cubicBezTo>
                  <a:cubicBezTo>
                    <a:pt x="3501" y="4004"/>
                    <a:pt x="3508" y="4004"/>
                    <a:pt x="3515" y="3998"/>
                  </a:cubicBezTo>
                  <a:cubicBezTo>
                    <a:pt x="3528" y="3991"/>
                    <a:pt x="3534" y="3978"/>
                    <a:pt x="3548" y="3971"/>
                  </a:cubicBezTo>
                  <a:cubicBezTo>
                    <a:pt x="3554" y="3971"/>
                    <a:pt x="3554" y="3965"/>
                    <a:pt x="3561" y="3958"/>
                  </a:cubicBezTo>
                  <a:cubicBezTo>
                    <a:pt x="3567" y="3952"/>
                    <a:pt x="3574" y="3952"/>
                    <a:pt x="3580" y="3945"/>
                  </a:cubicBezTo>
                  <a:cubicBezTo>
                    <a:pt x="3653" y="3879"/>
                    <a:pt x="3745" y="3807"/>
                    <a:pt x="3824" y="3741"/>
                  </a:cubicBezTo>
                  <a:cubicBezTo>
                    <a:pt x="3831" y="3734"/>
                    <a:pt x="3837" y="3728"/>
                    <a:pt x="3844" y="3721"/>
                  </a:cubicBezTo>
                  <a:cubicBezTo>
                    <a:pt x="3857" y="3708"/>
                    <a:pt x="3870" y="3695"/>
                    <a:pt x="3883" y="3688"/>
                  </a:cubicBezTo>
                  <a:cubicBezTo>
                    <a:pt x="3890" y="3682"/>
                    <a:pt x="3896" y="3675"/>
                    <a:pt x="3903" y="3669"/>
                  </a:cubicBezTo>
                  <a:cubicBezTo>
                    <a:pt x="3923" y="3649"/>
                    <a:pt x="3942" y="3636"/>
                    <a:pt x="3949" y="3623"/>
                  </a:cubicBezTo>
                  <a:lnTo>
                    <a:pt x="3956" y="3623"/>
                  </a:lnTo>
                  <a:cubicBezTo>
                    <a:pt x="3982" y="3590"/>
                    <a:pt x="4094" y="3537"/>
                    <a:pt x="4179" y="3471"/>
                  </a:cubicBezTo>
                  <a:cubicBezTo>
                    <a:pt x="4265" y="3405"/>
                    <a:pt x="4291" y="3405"/>
                    <a:pt x="4278" y="3372"/>
                  </a:cubicBezTo>
                  <a:cubicBezTo>
                    <a:pt x="4265" y="3333"/>
                    <a:pt x="4278" y="3267"/>
                    <a:pt x="4311" y="3241"/>
                  </a:cubicBezTo>
                  <a:cubicBezTo>
                    <a:pt x="4337" y="3221"/>
                    <a:pt x="4423" y="3188"/>
                    <a:pt x="4423" y="3188"/>
                  </a:cubicBezTo>
                  <a:cubicBezTo>
                    <a:pt x="4423" y="3188"/>
                    <a:pt x="4416" y="3063"/>
                    <a:pt x="4397" y="3030"/>
                  </a:cubicBezTo>
                  <a:cubicBezTo>
                    <a:pt x="4383" y="2997"/>
                    <a:pt x="4416" y="2964"/>
                    <a:pt x="4515" y="2833"/>
                  </a:cubicBezTo>
                  <a:cubicBezTo>
                    <a:pt x="4553" y="2785"/>
                    <a:pt x="4577" y="2772"/>
                    <a:pt x="4595" y="2772"/>
                  </a:cubicBezTo>
                  <a:cubicBezTo>
                    <a:pt x="4619" y="2772"/>
                    <a:pt x="4633" y="2793"/>
                    <a:pt x="4653" y="2793"/>
                  </a:cubicBezTo>
                  <a:cubicBezTo>
                    <a:pt x="4659" y="2793"/>
                    <a:pt x="4666" y="2791"/>
                    <a:pt x="4673" y="2787"/>
                  </a:cubicBezTo>
                  <a:cubicBezTo>
                    <a:pt x="4726" y="2754"/>
                    <a:pt x="4673" y="2701"/>
                    <a:pt x="4673" y="2635"/>
                  </a:cubicBezTo>
                  <a:cubicBezTo>
                    <a:pt x="4673" y="2570"/>
                    <a:pt x="4653" y="2438"/>
                    <a:pt x="4719" y="2359"/>
                  </a:cubicBezTo>
                  <a:cubicBezTo>
                    <a:pt x="4778" y="2280"/>
                    <a:pt x="4956" y="2273"/>
                    <a:pt x="4976" y="2273"/>
                  </a:cubicBezTo>
                  <a:cubicBezTo>
                    <a:pt x="4989" y="2273"/>
                    <a:pt x="5061" y="2122"/>
                    <a:pt x="5061" y="2122"/>
                  </a:cubicBezTo>
                  <a:cubicBezTo>
                    <a:pt x="5061" y="2122"/>
                    <a:pt x="5041" y="2017"/>
                    <a:pt x="5041" y="1997"/>
                  </a:cubicBezTo>
                  <a:cubicBezTo>
                    <a:pt x="5041" y="1971"/>
                    <a:pt x="5022" y="1865"/>
                    <a:pt x="5022" y="1826"/>
                  </a:cubicBezTo>
                  <a:cubicBezTo>
                    <a:pt x="5022" y="1786"/>
                    <a:pt x="5068" y="1767"/>
                    <a:pt x="5134" y="1714"/>
                  </a:cubicBezTo>
                  <a:cubicBezTo>
                    <a:pt x="5081" y="1655"/>
                    <a:pt x="5055" y="1576"/>
                    <a:pt x="4982" y="1536"/>
                  </a:cubicBezTo>
                  <a:cubicBezTo>
                    <a:pt x="4910" y="1497"/>
                    <a:pt x="4897" y="1477"/>
                    <a:pt x="4877" y="1444"/>
                  </a:cubicBezTo>
                  <a:cubicBezTo>
                    <a:pt x="4857" y="1418"/>
                    <a:pt x="4732" y="1365"/>
                    <a:pt x="4686" y="1359"/>
                  </a:cubicBezTo>
                  <a:cubicBezTo>
                    <a:pt x="4647" y="1352"/>
                    <a:pt x="4443" y="1332"/>
                    <a:pt x="4357" y="1266"/>
                  </a:cubicBezTo>
                  <a:cubicBezTo>
                    <a:pt x="4271" y="1201"/>
                    <a:pt x="4179" y="1155"/>
                    <a:pt x="4140" y="1089"/>
                  </a:cubicBezTo>
                  <a:cubicBezTo>
                    <a:pt x="4094" y="1030"/>
                    <a:pt x="4081" y="1049"/>
                    <a:pt x="3956" y="1036"/>
                  </a:cubicBezTo>
                  <a:cubicBezTo>
                    <a:pt x="3931" y="1033"/>
                    <a:pt x="3915" y="1032"/>
                    <a:pt x="3905" y="1032"/>
                  </a:cubicBezTo>
                  <a:cubicBezTo>
                    <a:pt x="3865" y="1032"/>
                    <a:pt x="3905" y="1051"/>
                    <a:pt x="3837" y="1082"/>
                  </a:cubicBezTo>
                  <a:cubicBezTo>
                    <a:pt x="3820" y="1089"/>
                    <a:pt x="3806" y="1093"/>
                    <a:pt x="3795" y="1093"/>
                  </a:cubicBezTo>
                  <a:cubicBezTo>
                    <a:pt x="3756" y="1093"/>
                    <a:pt x="3748" y="1055"/>
                    <a:pt x="3712" y="1030"/>
                  </a:cubicBezTo>
                  <a:cubicBezTo>
                    <a:pt x="3666" y="1003"/>
                    <a:pt x="3725" y="957"/>
                    <a:pt x="3752" y="937"/>
                  </a:cubicBezTo>
                  <a:cubicBezTo>
                    <a:pt x="3771" y="918"/>
                    <a:pt x="3804" y="799"/>
                    <a:pt x="3804" y="799"/>
                  </a:cubicBezTo>
                  <a:cubicBezTo>
                    <a:pt x="3804" y="799"/>
                    <a:pt x="3633" y="786"/>
                    <a:pt x="3567" y="733"/>
                  </a:cubicBezTo>
                  <a:cubicBezTo>
                    <a:pt x="3501" y="674"/>
                    <a:pt x="3567" y="621"/>
                    <a:pt x="3567" y="621"/>
                  </a:cubicBezTo>
                  <a:cubicBezTo>
                    <a:pt x="3501" y="621"/>
                    <a:pt x="3350" y="556"/>
                    <a:pt x="3324" y="556"/>
                  </a:cubicBezTo>
                  <a:cubicBezTo>
                    <a:pt x="3291" y="556"/>
                    <a:pt x="3166" y="569"/>
                    <a:pt x="3146" y="569"/>
                  </a:cubicBezTo>
                  <a:cubicBezTo>
                    <a:pt x="3126" y="569"/>
                    <a:pt x="3041" y="470"/>
                    <a:pt x="3041" y="450"/>
                  </a:cubicBezTo>
                  <a:cubicBezTo>
                    <a:pt x="3041" y="431"/>
                    <a:pt x="3061" y="385"/>
                    <a:pt x="3100" y="338"/>
                  </a:cubicBezTo>
                  <a:cubicBezTo>
                    <a:pt x="3146" y="286"/>
                    <a:pt x="3186" y="259"/>
                    <a:pt x="3186" y="207"/>
                  </a:cubicBezTo>
                  <a:cubicBezTo>
                    <a:pt x="3186" y="161"/>
                    <a:pt x="3146" y="3"/>
                    <a:pt x="3126" y="3"/>
                  </a:cubicBezTo>
                  <a:cubicBezTo>
                    <a:pt x="3107" y="3"/>
                    <a:pt x="2929" y="174"/>
                    <a:pt x="2929" y="174"/>
                  </a:cubicBezTo>
                  <a:cubicBezTo>
                    <a:pt x="2929" y="174"/>
                    <a:pt x="2903" y="174"/>
                    <a:pt x="2870" y="227"/>
                  </a:cubicBezTo>
                  <a:cubicBezTo>
                    <a:pt x="2837" y="279"/>
                    <a:pt x="2758" y="319"/>
                    <a:pt x="2758" y="319"/>
                  </a:cubicBezTo>
                  <a:cubicBezTo>
                    <a:pt x="2758" y="319"/>
                    <a:pt x="2705" y="292"/>
                    <a:pt x="2659" y="253"/>
                  </a:cubicBezTo>
                  <a:cubicBezTo>
                    <a:pt x="2612" y="223"/>
                    <a:pt x="2607" y="124"/>
                    <a:pt x="2529" y="124"/>
                  </a:cubicBezTo>
                  <a:cubicBezTo>
                    <a:pt x="2521" y="124"/>
                    <a:pt x="2511" y="125"/>
                    <a:pt x="2501" y="128"/>
                  </a:cubicBezTo>
                  <a:cubicBezTo>
                    <a:pt x="2402" y="154"/>
                    <a:pt x="2310" y="187"/>
                    <a:pt x="2290" y="213"/>
                  </a:cubicBezTo>
                  <a:cubicBezTo>
                    <a:pt x="2272" y="237"/>
                    <a:pt x="2282" y="267"/>
                    <a:pt x="2199" y="267"/>
                  </a:cubicBezTo>
                  <a:cubicBezTo>
                    <a:pt x="2191" y="267"/>
                    <a:pt x="2182" y="267"/>
                    <a:pt x="2172" y="266"/>
                  </a:cubicBezTo>
                  <a:cubicBezTo>
                    <a:pt x="2054" y="259"/>
                    <a:pt x="1843" y="115"/>
                    <a:pt x="1823" y="108"/>
                  </a:cubicBezTo>
                  <a:cubicBezTo>
                    <a:pt x="1797" y="102"/>
                    <a:pt x="1488" y="3"/>
                    <a:pt x="1422" y="3"/>
                  </a:cubicBezTo>
                  <a:cubicBezTo>
                    <a:pt x="1393" y="3"/>
                    <a:pt x="1366" y="1"/>
                    <a:pt x="1342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6" name="Google Shape;1587;p19">
              <a:extLst>
                <a:ext uri="{FF2B5EF4-FFF2-40B4-BE49-F238E27FC236}">
                  <a16:creationId xmlns:a16="http://schemas.microsoft.com/office/drawing/2014/main" id="{AC780B88-0B4B-5D1E-594E-C0BDF72D0DA4}"/>
                </a:ext>
              </a:extLst>
            </p:cNvPr>
            <p:cNvSpPr/>
            <p:nvPr/>
          </p:nvSpPr>
          <p:spPr>
            <a:xfrm>
              <a:off x="6507409" y="2299997"/>
              <a:ext cx="890166" cy="869211"/>
            </a:xfrm>
            <a:custGeom>
              <a:avLst/>
              <a:gdLst/>
              <a:ahLst/>
              <a:cxnLst/>
              <a:rect l="l" t="t" r="r" b="b"/>
              <a:pathLst>
                <a:path w="8156" h="7964" extrusionOk="0">
                  <a:moveTo>
                    <a:pt x="2449" y="0"/>
                  </a:moveTo>
                  <a:cubicBezTo>
                    <a:pt x="2337" y="0"/>
                    <a:pt x="2462" y="92"/>
                    <a:pt x="2449" y="158"/>
                  </a:cubicBezTo>
                  <a:cubicBezTo>
                    <a:pt x="2436" y="217"/>
                    <a:pt x="2337" y="303"/>
                    <a:pt x="2337" y="323"/>
                  </a:cubicBezTo>
                  <a:cubicBezTo>
                    <a:pt x="2337" y="342"/>
                    <a:pt x="2357" y="500"/>
                    <a:pt x="2390" y="553"/>
                  </a:cubicBezTo>
                  <a:cubicBezTo>
                    <a:pt x="2423" y="606"/>
                    <a:pt x="2364" y="717"/>
                    <a:pt x="2344" y="763"/>
                  </a:cubicBezTo>
                  <a:cubicBezTo>
                    <a:pt x="2331" y="816"/>
                    <a:pt x="2311" y="842"/>
                    <a:pt x="2318" y="928"/>
                  </a:cubicBezTo>
                  <a:cubicBezTo>
                    <a:pt x="2324" y="1014"/>
                    <a:pt x="2318" y="1073"/>
                    <a:pt x="2318" y="1073"/>
                  </a:cubicBezTo>
                  <a:lnTo>
                    <a:pt x="1482" y="1079"/>
                  </a:lnTo>
                  <a:lnTo>
                    <a:pt x="93" y="1099"/>
                  </a:lnTo>
                  <a:cubicBezTo>
                    <a:pt x="100" y="1106"/>
                    <a:pt x="106" y="1119"/>
                    <a:pt x="106" y="1132"/>
                  </a:cubicBezTo>
                  <a:lnTo>
                    <a:pt x="106" y="1349"/>
                  </a:lnTo>
                  <a:lnTo>
                    <a:pt x="1" y="1461"/>
                  </a:lnTo>
                  <a:cubicBezTo>
                    <a:pt x="1" y="1461"/>
                    <a:pt x="27" y="1566"/>
                    <a:pt x="47" y="1586"/>
                  </a:cubicBezTo>
                  <a:cubicBezTo>
                    <a:pt x="67" y="1612"/>
                    <a:pt x="93" y="1724"/>
                    <a:pt x="73" y="1770"/>
                  </a:cubicBezTo>
                  <a:cubicBezTo>
                    <a:pt x="54" y="1823"/>
                    <a:pt x="40" y="1843"/>
                    <a:pt x="40" y="1869"/>
                  </a:cubicBezTo>
                  <a:cubicBezTo>
                    <a:pt x="40" y="1889"/>
                    <a:pt x="67" y="1922"/>
                    <a:pt x="86" y="1948"/>
                  </a:cubicBezTo>
                  <a:cubicBezTo>
                    <a:pt x="106" y="1974"/>
                    <a:pt x="119" y="1994"/>
                    <a:pt x="106" y="2007"/>
                  </a:cubicBezTo>
                  <a:cubicBezTo>
                    <a:pt x="93" y="2040"/>
                    <a:pt x="21" y="2106"/>
                    <a:pt x="47" y="2178"/>
                  </a:cubicBezTo>
                  <a:cubicBezTo>
                    <a:pt x="73" y="2251"/>
                    <a:pt x="106" y="2304"/>
                    <a:pt x="113" y="2369"/>
                  </a:cubicBezTo>
                  <a:cubicBezTo>
                    <a:pt x="113" y="2435"/>
                    <a:pt x="146" y="2468"/>
                    <a:pt x="113" y="2540"/>
                  </a:cubicBezTo>
                  <a:cubicBezTo>
                    <a:pt x="80" y="2613"/>
                    <a:pt x="60" y="2712"/>
                    <a:pt x="100" y="2738"/>
                  </a:cubicBezTo>
                  <a:cubicBezTo>
                    <a:pt x="133" y="2758"/>
                    <a:pt x="198" y="2771"/>
                    <a:pt x="271" y="2771"/>
                  </a:cubicBezTo>
                  <a:lnTo>
                    <a:pt x="903" y="2771"/>
                  </a:lnTo>
                  <a:cubicBezTo>
                    <a:pt x="903" y="2771"/>
                    <a:pt x="810" y="2777"/>
                    <a:pt x="903" y="2830"/>
                  </a:cubicBezTo>
                  <a:cubicBezTo>
                    <a:pt x="995" y="2876"/>
                    <a:pt x="1146" y="2883"/>
                    <a:pt x="1146" y="2883"/>
                  </a:cubicBezTo>
                  <a:cubicBezTo>
                    <a:pt x="1146" y="2883"/>
                    <a:pt x="1166" y="2922"/>
                    <a:pt x="1146" y="2988"/>
                  </a:cubicBezTo>
                  <a:cubicBezTo>
                    <a:pt x="1126" y="3060"/>
                    <a:pt x="1093" y="3106"/>
                    <a:pt x="1080" y="3133"/>
                  </a:cubicBezTo>
                  <a:cubicBezTo>
                    <a:pt x="1067" y="3152"/>
                    <a:pt x="1047" y="3172"/>
                    <a:pt x="1047" y="3231"/>
                  </a:cubicBezTo>
                  <a:cubicBezTo>
                    <a:pt x="1047" y="3284"/>
                    <a:pt x="1041" y="3245"/>
                    <a:pt x="1126" y="3403"/>
                  </a:cubicBezTo>
                  <a:cubicBezTo>
                    <a:pt x="1212" y="3554"/>
                    <a:pt x="1258" y="3600"/>
                    <a:pt x="1258" y="3659"/>
                  </a:cubicBezTo>
                  <a:cubicBezTo>
                    <a:pt x="1258" y="3725"/>
                    <a:pt x="1245" y="3817"/>
                    <a:pt x="1192" y="3896"/>
                  </a:cubicBezTo>
                  <a:cubicBezTo>
                    <a:pt x="1133" y="3975"/>
                    <a:pt x="1139" y="3942"/>
                    <a:pt x="1133" y="4008"/>
                  </a:cubicBezTo>
                  <a:cubicBezTo>
                    <a:pt x="1126" y="4080"/>
                    <a:pt x="1028" y="4245"/>
                    <a:pt x="1008" y="4265"/>
                  </a:cubicBezTo>
                  <a:cubicBezTo>
                    <a:pt x="988" y="4284"/>
                    <a:pt x="935" y="4377"/>
                    <a:pt x="935" y="4410"/>
                  </a:cubicBezTo>
                  <a:cubicBezTo>
                    <a:pt x="935" y="4436"/>
                    <a:pt x="935" y="4528"/>
                    <a:pt x="896" y="4574"/>
                  </a:cubicBezTo>
                  <a:cubicBezTo>
                    <a:pt x="863" y="4614"/>
                    <a:pt x="725" y="4693"/>
                    <a:pt x="731" y="4693"/>
                  </a:cubicBezTo>
                  <a:cubicBezTo>
                    <a:pt x="738" y="4699"/>
                    <a:pt x="745" y="4699"/>
                    <a:pt x="745" y="4706"/>
                  </a:cubicBezTo>
                  <a:cubicBezTo>
                    <a:pt x="771" y="4719"/>
                    <a:pt x="791" y="4732"/>
                    <a:pt x="791" y="4739"/>
                  </a:cubicBezTo>
                  <a:cubicBezTo>
                    <a:pt x="797" y="4752"/>
                    <a:pt x="863" y="4818"/>
                    <a:pt x="876" y="4870"/>
                  </a:cubicBezTo>
                  <a:cubicBezTo>
                    <a:pt x="883" y="4923"/>
                    <a:pt x="896" y="5022"/>
                    <a:pt x="883" y="5068"/>
                  </a:cubicBezTo>
                  <a:cubicBezTo>
                    <a:pt x="876" y="5107"/>
                    <a:pt x="929" y="5291"/>
                    <a:pt x="962" y="5364"/>
                  </a:cubicBezTo>
                  <a:cubicBezTo>
                    <a:pt x="995" y="5443"/>
                    <a:pt x="1008" y="5515"/>
                    <a:pt x="1008" y="5614"/>
                  </a:cubicBezTo>
                  <a:cubicBezTo>
                    <a:pt x="1001" y="5713"/>
                    <a:pt x="982" y="5746"/>
                    <a:pt x="935" y="5746"/>
                  </a:cubicBezTo>
                  <a:cubicBezTo>
                    <a:pt x="925" y="5746"/>
                    <a:pt x="914" y="5745"/>
                    <a:pt x="902" y="5745"/>
                  </a:cubicBezTo>
                  <a:cubicBezTo>
                    <a:pt x="857" y="5745"/>
                    <a:pt x="810" y="5749"/>
                    <a:pt x="810" y="5792"/>
                  </a:cubicBezTo>
                  <a:cubicBezTo>
                    <a:pt x="810" y="5844"/>
                    <a:pt x="995" y="5904"/>
                    <a:pt x="1021" y="5963"/>
                  </a:cubicBezTo>
                  <a:cubicBezTo>
                    <a:pt x="1047" y="6022"/>
                    <a:pt x="1074" y="6134"/>
                    <a:pt x="1074" y="6246"/>
                  </a:cubicBezTo>
                  <a:cubicBezTo>
                    <a:pt x="1074" y="6358"/>
                    <a:pt x="1080" y="6463"/>
                    <a:pt x="1087" y="6509"/>
                  </a:cubicBezTo>
                  <a:cubicBezTo>
                    <a:pt x="1100" y="6555"/>
                    <a:pt x="1311" y="6608"/>
                    <a:pt x="1350" y="6614"/>
                  </a:cubicBezTo>
                  <a:cubicBezTo>
                    <a:pt x="1390" y="6614"/>
                    <a:pt x="2021" y="6654"/>
                    <a:pt x="2087" y="6654"/>
                  </a:cubicBezTo>
                  <a:lnTo>
                    <a:pt x="2304" y="6654"/>
                  </a:lnTo>
                  <a:cubicBezTo>
                    <a:pt x="2304" y="6654"/>
                    <a:pt x="2360" y="6572"/>
                    <a:pt x="2392" y="6572"/>
                  </a:cubicBezTo>
                  <a:cubicBezTo>
                    <a:pt x="2400" y="6572"/>
                    <a:pt x="2406" y="6577"/>
                    <a:pt x="2410" y="6588"/>
                  </a:cubicBezTo>
                  <a:cubicBezTo>
                    <a:pt x="2429" y="6654"/>
                    <a:pt x="2456" y="6680"/>
                    <a:pt x="2416" y="6752"/>
                  </a:cubicBezTo>
                  <a:cubicBezTo>
                    <a:pt x="2383" y="6818"/>
                    <a:pt x="2337" y="6845"/>
                    <a:pt x="2324" y="6878"/>
                  </a:cubicBezTo>
                  <a:cubicBezTo>
                    <a:pt x="2304" y="6910"/>
                    <a:pt x="2324" y="7095"/>
                    <a:pt x="2350" y="7174"/>
                  </a:cubicBezTo>
                  <a:cubicBezTo>
                    <a:pt x="2377" y="7246"/>
                    <a:pt x="2285" y="7253"/>
                    <a:pt x="2449" y="7384"/>
                  </a:cubicBezTo>
                  <a:cubicBezTo>
                    <a:pt x="2535" y="7444"/>
                    <a:pt x="2594" y="7483"/>
                    <a:pt x="2640" y="7503"/>
                  </a:cubicBezTo>
                  <a:cubicBezTo>
                    <a:pt x="2693" y="7523"/>
                    <a:pt x="2719" y="7529"/>
                    <a:pt x="2732" y="7536"/>
                  </a:cubicBezTo>
                  <a:cubicBezTo>
                    <a:pt x="2752" y="7549"/>
                    <a:pt x="2870" y="7687"/>
                    <a:pt x="2870" y="7707"/>
                  </a:cubicBezTo>
                  <a:cubicBezTo>
                    <a:pt x="2870" y="7713"/>
                    <a:pt x="2870" y="7740"/>
                    <a:pt x="2870" y="7766"/>
                  </a:cubicBezTo>
                  <a:lnTo>
                    <a:pt x="2930" y="7766"/>
                  </a:lnTo>
                  <a:cubicBezTo>
                    <a:pt x="3022" y="7759"/>
                    <a:pt x="3068" y="7766"/>
                    <a:pt x="3127" y="7733"/>
                  </a:cubicBezTo>
                  <a:cubicBezTo>
                    <a:pt x="3186" y="7700"/>
                    <a:pt x="3364" y="7562"/>
                    <a:pt x="3423" y="7444"/>
                  </a:cubicBezTo>
                  <a:cubicBezTo>
                    <a:pt x="3448" y="7401"/>
                    <a:pt x="3483" y="7388"/>
                    <a:pt x="3521" y="7388"/>
                  </a:cubicBezTo>
                  <a:cubicBezTo>
                    <a:pt x="3582" y="7388"/>
                    <a:pt x="3650" y="7424"/>
                    <a:pt x="3686" y="7424"/>
                  </a:cubicBezTo>
                  <a:cubicBezTo>
                    <a:pt x="3752" y="7424"/>
                    <a:pt x="3752" y="7417"/>
                    <a:pt x="3785" y="7371"/>
                  </a:cubicBezTo>
                  <a:cubicBezTo>
                    <a:pt x="3805" y="7347"/>
                    <a:pt x="3834" y="7343"/>
                    <a:pt x="3869" y="7343"/>
                  </a:cubicBezTo>
                  <a:cubicBezTo>
                    <a:pt x="3892" y="7343"/>
                    <a:pt x="3917" y="7345"/>
                    <a:pt x="3943" y="7345"/>
                  </a:cubicBezTo>
                  <a:cubicBezTo>
                    <a:pt x="4009" y="7345"/>
                    <a:pt x="4325" y="7444"/>
                    <a:pt x="4345" y="7450"/>
                  </a:cubicBezTo>
                  <a:cubicBezTo>
                    <a:pt x="4371" y="7457"/>
                    <a:pt x="4582" y="7601"/>
                    <a:pt x="4693" y="7608"/>
                  </a:cubicBezTo>
                  <a:cubicBezTo>
                    <a:pt x="4704" y="7609"/>
                    <a:pt x="4713" y="7609"/>
                    <a:pt x="4722" y="7609"/>
                  </a:cubicBezTo>
                  <a:cubicBezTo>
                    <a:pt x="4810" y="7609"/>
                    <a:pt x="4800" y="7579"/>
                    <a:pt x="4818" y="7555"/>
                  </a:cubicBezTo>
                  <a:cubicBezTo>
                    <a:pt x="4832" y="7529"/>
                    <a:pt x="4924" y="7496"/>
                    <a:pt x="5029" y="7470"/>
                  </a:cubicBezTo>
                  <a:cubicBezTo>
                    <a:pt x="5039" y="7467"/>
                    <a:pt x="5049" y="7466"/>
                    <a:pt x="5057" y="7466"/>
                  </a:cubicBezTo>
                  <a:cubicBezTo>
                    <a:pt x="5135" y="7466"/>
                    <a:pt x="5139" y="7565"/>
                    <a:pt x="5180" y="7595"/>
                  </a:cubicBezTo>
                  <a:cubicBezTo>
                    <a:pt x="5233" y="7634"/>
                    <a:pt x="5279" y="7661"/>
                    <a:pt x="5279" y="7661"/>
                  </a:cubicBezTo>
                  <a:cubicBezTo>
                    <a:pt x="5279" y="7661"/>
                    <a:pt x="5365" y="7621"/>
                    <a:pt x="5398" y="7569"/>
                  </a:cubicBezTo>
                  <a:cubicBezTo>
                    <a:pt x="5424" y="7516"/>
                    <a:pt x="5457" y="7516"/>
                    <a:pt x="5457" y="7516"/>
                  </a:cubicBezTo>
                  <a:cubicBezTo>
                    <a:pt x="5457" y="7516"/>
                    <a:pt x="5635" y="7345"/>
                    <a:pt x="5654" y="7345"/>
                  </a:cubicBezTo>
                  <a:cubicBezTo>
                    <a:pt x="5667" y="7345"/>
                    <a:pt x="5714" y="7503"/>
                    <a:pt x="5714" y="7549"/>
                  </a:cubicBezTo>
                  <a:cubicBezTo>
                    <a:pt x="5714" y="7595"/>
                    <a:pt x="5674" y="7628"/>
                    <a:pt x="5628" y="7680"/>
                  </a:cubicBezTo>
                  <a:cubicBezTo>
                    <a:pt x="5589" y="7727"/>
                    <a:pt x="5569" y="7773"/>
                    <a:pt x="5569" y="7792"/>
                  </a:cubicBezTo>
                  <a:cubicBezTo>
                    <a:pt x="5569" y="7812"/>
                    <a:pt x="5654" y="7911"/>
                    <a:pt x="5667" y="7911"/>
                  </a:cubicBezTo>
                  <a:cubicBezTo>
                    <a:pt x="5687" y="7911"/>
                    <a:pt x="5819" y="7898"/>
                    <a:pt x="5845" y="7898"/>
                  </a:cubicBezTo>
                  <a:cubicBezTo>
                    <a:pt x="5878" y="7898"/>
                    <a:pt x="6029" y="7963"/>
                    <a:pt x="6089" y="7963"/>
                  </a:cubicBezTo>
                  <a:cubicBezTo>
                    <a:pt x="6155" y="7963"/>
                    <a:pt x="6115" y="7911"/>
                    <a:pt x="6115" y="7865"/>
                  </a:cubicBezTo>
                  <a:cubicBezTo>
                    <a:pt x="6115" y="7825"/>
                    <a:pt x="6056" y="7746"/>
                    <a:pt x="6049" y="7687"/>
                  </a:cubicBezTo>
                  <a:cubicBezTo>
                    <a:pt x="6043" y="7634"/>
                    <a:pt x="6043" y="7562"/>
                    <a:pt x="6043" y="7483"/>
                  </a:cubicBezTo>
                  <a:cubicBezTo>
                    <a:pt x="6043" y="7483"/>
                    <a:pt x="6043" y="7476"/>
                    <a:pt x="6043" y="7476"/>
                  </a:cubicBezTo>
                  <a:cubicBezTo>
                    <a:pt x="6043" y="7470"/>
                    <a:pt x="6043" y="7470"/>
                    <a:pt x="6043" y="7463"/>
                  </a:cubicBezTo>
                  <a:cubicBezTo>
                    <a:pt x="6043" y="7463"/>
                    <a:pt x="6043" y="7463"/>
                    <a:pt x="6043" y="7457"/>
                  </a:cubicBezTo>
                  <a:cubicBezTo>
                    <a:pt x="6049" y="7457"/>
                    <a:pt x="6049" y="7450"/>
                    <a:pt x="6049" y="7444"/>
                  </a:cubicBezTo>
                  <a:cubicBezTo>
                    <a:pt x="6049" y="7437"/>
                    <a:pt x="6049" y="7437"/>
                    <a:pt x="6056" y="7430"/>
                  </a:cubicBezTo>
                  <a:cubicBezTo>
                    <a:pt x="6056" y="7424"/>
                    <a:pt x="6056" y="7417"/>
                    <a:pt x="6056" y="7411"/>
                  </a:cubicBezTo>
                  <a:cubicBezTo>
                    <a:pt x="6062" y="7397"/>
                    <a:pt x="6062" y="7391"/>
                    <a:pt x="6069" y="7378"/>
                  </a:cubicBezTo>
                  <a:cubicBezTo>
                    <a:pt x="6069" y="7378"/>
                    <a:pt x="6076" y="7371"/>
                    <a:pt x="6076" y="7365"/>
                  </a:cubicBezTo>
                  <a:cubicBezTo>
                    <a:pt x="6082" y="7351"/>
                    <a:pt x="6089" y="7332"/>
                    <a:pt x="6095" y="7318"/>
                  </a:cubicBezTo>
                  <a:cubicBezTo>
                    <a:pt x="6102" y="7305"/>
                    <a:pt x="6102" y="7299"/>
                    <a:pt x="6108" y="7292"/>
                  </a:cubicBezTo>
                  <a:cubicBezTo>
                    <a:pt x="6108" y="7292"/>
                    <a:pt x="6108" y="7286"/>
                    <a:pt x="6108" y="7286"/>
                  </a:cubicBezTo>
                  <a:cubicBezTo>
                    <a:pt x="6115" y="7272"/>
                    <a:pt x="6122" y="7266"/>
                    <a:pt x="6128" y="7253"/>
                  </a:cubicBezTo>
                  <a:cubicBezTo>
                    <a:pt x="6135" y="7240"/>
                    <a:pt x="6141" y="7233"/>
                    <a:pt x="6148" y="7220"/>
                  </a:cubicBezTo>
                  <a:cubicBezTo>
                    <a:pt x="6155" y="7207"/>
                    <a:pt x="6161" y="7200"/>
                    <a:pt x="6168" y="7187"/>
                  </a:cubicBezTo>
                  <a:cubicBezTo>
                    <a:pt x="6168" y="7180"/>
                    <a:pt x="6174" y="7174"/>
                    <a:pt x="6181" y="7174"/>
                  </a:cubicBezTo>
                  <a:cubicBezTo>
                    <a:pt x="6181" y="7167"/>
                    <a:pt x="6187" y="7161"/>
                    <a:pt x="6187" y="7154"/>
                  </a:cubicBezTo>
                  <a:cubicBezTo>
                    <a:pt x="6194" y="7147"/>
                    <a:pt x="6201" y="7134"/>
                    <a:pt x="6214" y="7128"/>
                  </a:cubicBezTo>
                  <a:cubicBezTo>
                    <a:pt x="6220" y="7114"/>
                    <a:pt x="6227" y="7108"/>
                    <a:pt x="6233" y="7095"/>
                  </a:cubicBezTo>
                  <a:cubicBezTo>
                    <a:pt x="6240" y="7088"/>
                    <a:pt x="6247" y="7082"/>
                    <a:pt x="6260" y="7075"/>
                  </a:cubicBezTo>
                  <a:cubicBezTo>
                    <a:pt x="6266" y="7068"/>
                    <a:pt x="6273" y="7062"/>
                    <a:pt x="6280" y="7055"/>
                  </a:cubicBezTo>
                  <a:cubicBezTo>
                    <a:pt x="6405" y="6963"/>
                    <a:pt x="6385" y="6891"/>
                    <a:pt x="6385" y="6825"/>
                  </a:cubicBezTo>
                  <a:cubicBezTo>
                    <a:pt x="6385" y="6759"/>
                    <a:pt x="6352" y="6752"/>
                    <a:pt x="6352" y="6687"/>
                  </a:cubicBezTo>
                  <a:cubicBezTo>
                    <a:pt x="6352" y="6627"/>
                    <a:pt x="6405" y="6634"/>
                    <a:pt x="6503" y="6595"/>
                  </a:cubicBezTo>
                  <a:cubicBezTo>
                    <a:pt x="6595" y="6548"/>
                    <a:pt x="6602" y="6463"/>
                    <a:pt x="6674" y="6423"/>
                  </a:cubicBezTo>
                  <a:cubicBezTo>
                    <a:pt x="6740" y="6377"/>
                    <a:pt x="6852" y="6391"/>
                    <a:pt x="6925" y="6358"/>
                  </a:cubicBezTo>
                  <a:cubicBezTo>
                    <a:pt x="6997" y="6331"/>
                    <a:pt x="7036" y="6252"/>
                    <a:pt x="7096" y="6127"/>
                  </a:cubicBezTo>
                  <a:cubicBezTo>
                    <a:pt x="7161" y="6009"/>
                    <a:pt x="7175" y="5897"/>
                    <a:pt x="7240" y="5792"/>
                  </a:cubicBezTo>
                  <a:cubicBezTo>
                    <a:pt x="7306" y="5686"/>
                    <a:pt x="7543" y="5647"/>
                    <a:pt x="7563" y="5581"/>
                  </a:cubicBezTo>
                  <a:cubicBezTo>
                    <a:pt x="7583" y="5515"/>
                    <a:pt x="7556" y="5436"/>
                    <a:pt x="7583" y="5311"/>
                  </a:cubicBezTo>
                  <a:cubicBezTo>
                    <a:pt x="7602" y="5180"/>
                    <a:pt x="7688" y="5160"/>
                    <a:pt x="7721" y="5081"/>
                  </a:cubicBezTo>
                  <a:cubicBezTo>
                    <a:pt x="7760" y="5002"/>
                    <a:pt x="7721" y="4976"/>
                    <a:pt x="7721" y="4804"/>
                  </a:cubicBezTo>
                  <a:cubicBezTo>
                    <a:pt x="7721" y="4633"/>
                    <a:pt x="7774" y="4686"/>
                    <a:pt x="7826" y="4600"/>
                  </a:cubicBezTo>
                  <a:cubicBezTo>
                    <a:pt x="7872" y="4521"/>
                    <a:pt x="7885" y="4489"/>
                    <a:pt x="7885" y="4449"/>
                  </a:cubicBezTo>
                  <a:cubicBezTo>
                    <a:pt x="7885" y="4416"/>
                    <a:pt x="7931" y="4265"/>
                    <a:pt x="7931" y="4265"/>
                  </a:cubicBezTo>
                  <a:lnTo>
                    <a:pt x="7997" y="4107"/>
                  </a:lnTo>
                  <a:cubicBezTo>
                    <a:pt x="7997" y="4107"/>
                    <a:pt x="7931" y="4080"/>
                    <a:pt x="7899" y="4074"/>
                  </a:cubicBezTo>
                  <a:cubicBezTo>
                    <a:pt x="7859" y="4067"/>
                    <a:pt x="7879" y="3923"/>
                    <a:pt x="7879" y="3923"/>
                  </a:cubicBezTo>
                  <a:cubicBezTo>
                    <a:pt x="7879" y="3923"/>
                    <a:pt x="7872" y="3718"/>
                    <a:pt x="7859" y="3547"/>
                  </a:cubicBezTo>
                  <a:cubicBezTo>
                    <a:pt x="7859" y="3435"/>
                    <a:pt x="7852" y="3337"/>
                    <a:pt x="7852" y="3304"/>
                  </a:cubicBezTo>
                  <a:cubicBezTo>
                    <a:pt x="7852" y="3225"/>
                    <a:pt x="7787" y="3133"/>
                    <a:pt x="7787" y="3100"/>
                  </a:cubicBezTo>
                  <a:cubicBezTo>
                    <a:pt x="7787" y="3074"/>
                    <a:pt x="7852" y="2975"/>
                    <a:pt x="7879" y="2876"/>
                  </a:cubicBezTo>
                  <a:cubicBezTo>
                    <a:pt x="7905" y="2777"/>
                    <a:pt x="7885" y="2665"/>
                    <a:pt x="7931" y="2481"/>
                  </a:cubicBezTo>
                  <a:cubicBezTo>
                    <a:pt x="7971" y="2336"/>
                    <a:pt x="8089" y="2027"/>
                    <a:pt x="8135" y="1909"/>
                  </a:cubicBezTo>
                  <a:cubicBezTo>
                    <a:pt x="8135" y="1909"/>
                    <a:pt x="8135" y="1909"/>
                    <a:pt x="8135" y="1902"/>
                  </a:cubicBezTo>
                  <a:cubicBezTo>
                    <a:pt x="8135" y="1902"/>
                    <a:pt x="8142" y="1895"/>
                    <a:pt x="8142" y="1895"/>
                  </a:cubicBezTo>
                  <a:cubicBezTo>
                    <a:pt x="8142" y="1895"/>
                    <a:pt x="8142" y="1889"/>
                    <a:pt x="8142" y="1889"/>
                  </a:cubicBezTo>
                  <a:cubicBezTo>
                    <a:pt x="8149" y="1876"/>
                    <a:pt x="8149" y="1869"/>
                    <a:pt x="8155" y="1863"/>
                  </a:cubicBezTo>
                  <a:lnTo>
                    <a:pt x="7175" y="1790"/>
                  </a:lnTo>
                  <a:lnTo>
                    <a:pt x="3759" y="1547"/>
                  </a:lnTo>
                  <a:lnTo>
                    <a:pt x="3522" y="1547"/>
                  </a:lnTo>
                  <a:lnTo>
                    <a:pt x="3351" y="1468"/>
                  </a:lnTo>
                  <a:cubicBezTo>
                    <a:pt x="3351" y="1468"/>
                    <a:pt x="3285" y="1343"/>
                    <a:pt x="3265" y="1303"/>
                  </a:cubicBezTo>
                  <a:cubicBezTo>
                    <a:pt x="3252" y="1264"/>
                    <a:pt x="3120" y="1290"/>
                    <a:pt x="3094" y="1257"/>
                  </a:cubicBezTo>
                  <a:cubicBezTo>
                    <a:pt x="3074" y="1218"/>
                    <a:pt x="3035" y="1145"/>
                    <a:pt x="3015" y="1106"/>
                  </a:cubicBezTo>
                  <a:cubicBezTo>
                    <a:pt x="2989" y="1060"/>
                    <a:pt x="2923" y="1073"/>
                    <a:pt x="2916" y="1040"/>
                  </a:cubicBezTo>
                  <a:cubicBezTo>
                    <a:pt x="2903" y="1014"/>
                    <a:pt x="2844" y="836"/>
                    <a:pt x="2844" y="803"/>
                  </a:cubicBezTo>
                  <a:cubicBezTo>
                    <a:pt x="2844" y="770"/>
                    <a:pt x="2844" y="645"/>
                    <a:pt x="2791" y="586"/>
                  </a:cubicBezTo>
                  <a:cubicBezTo>
                    <a:pt x="2745" y="520"/>
                    <a:pt x="2739" y="494"/>
                    <a:pt x="2706" y="382"/>
                  </a:cubicBezTo>
                  <a:cubicBezTo>
                    <a:pt x="2680" y="270"/>
                    <a:pt x="2706" y="151"/>
                    <a:pt x="2706" y="151"/>
                  </a:cubicBezTo>
                  <a:cubicBezTo>
                    <a:pt x="2706" y="151"/>
                    <a:pt x="2607" y="46"/>
                    <a:pt x="2508" y="7"/>
                  </a:cubicBezTo>
                  <a:cubicBezTo>
                    <a:pt x="2489" y="0"/>
                    <a:pt x="2469" y="0"/>
                    <a:pt x="2449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7" name="Google Shape;1588;p19">
              <a:extLst>
                <a:ext uri="{FF2B5EF4-FFF2-40B4-BE49-F238E27FC236}">
                  <a16:creationId xmlns:a16="http://schemas.microsoft.com/office/drawing/2014/main" id="{571D9E59-9FB7-9FEC-46C0-95A26CE25768}"/>
                </a:ext>
              </a:extLst>
            </p:cNvPr>
            <p:cNvSpPr/>
            <p:nvPr/>
          </p:nvSpPr>
          <p:spPr>
            <a:xfrm>
              <a:off x="6103802" y="2352385"/>
              <a:ext cx="541674" cy="460581"/>
            </a:xfrm>
            <a:custGeom>
              <a:avLst/>
              <a:gdLst/>
              <a:ahLst/>
              <a:cxnLst/>
              <a:rect l="l" t="t" r="r" b="b"/>
              <a:pathLst>
                <a:path w="4963" h="4220" extrusionOk="0">
                  <a:moveTo>
                    <a:pt x="2514" y="0"/>
                  </a:moveTo>
                  <a:cubicBezTo>
                    <a:pt x="2495" y="0"/>
                    <a:pt x="2310" y="47"/>
                    <a:pt x="2284" y="93"/>
                  </a:cubicBezTo>
                  <a:cubicBezTo>
                    <a:pt x="2258" y="132"/>
                    <a:pt x="2179" y="198"/>
                    <a:pt x="2179" y="198"/>
                  </a:cubicBezTo>
                  <a:cubicBezTo>
                    <a:pt x="2179" y="198"/>
                    <a:pt x="2080" y="283"/>
                    <a:pt x="2054" y="323"/>
                  </a:cubicBezTo>
                  <a:cubicBezTo>
                    <a:pt x="2021" y="356"/>
                    <a:pt x="2054" y="487"/>
                    <a:pt x="2054" y="487"/>
                  </a:cubicBezTo>
                  <a:cubicBezTo>
                    <a:pt x="2054" y="487"/>
                    <a:pt x="1955" y="527"/>
                    <a:pt x="1929" y="553"/>
                  </a:cubicBezTo>
                  <a:cubicBezTo>
                    <a:pt x="1909" y="580"/>
                    <a:pt x="1882" y="698"/>
                    <a:pt x="1876" y="744"/>
                  </a:cubicBezTo>
                  <a:cubicBezTo>
                    <a:pt x="1869" y="784"/>
                    <a:pt x="1850" y="803"/>
                    <a:pt x="1803" y="836"/>
                  </a:cubicBezTo>
                  <a:cubicBezTo>
                    <a:pt x="1792" y="842"/>
                    <a:pt x="1778" y="844"/>
                    <a:pt x="1765" y="844"/>
                  </a:cubicBezTo>
                  <a:cubicBezTo>
                    <a:pt x="1717" y="844"/>
                    <a:pt x="1665" y="817"/>
                    <a:pt x="1665" y="817"/>
                  </a:cubicBezTo>
                  <a:cubicBezTo>
                    <a:pt x="1665" y="817"/>
                    <a:pt x="1535" y="743"/>
                    <a:pt x="1448" y="743"/>
                  </a:cubicBezTo>
                  <a:cubicBezTo>
                    <a:pt x="1441" y="743"/>
                    <a:pt x="1434" y="743"/>
                    <a:pt x="1428" y="744"/>
                  </a:cubicBezTo>
                  <a:cubicBezTo>
                    <a:pt x="1343" y="757"/>
                    <a:pt x="1376" y="830"/>
                    <a:pt x="1356" y="915"/>
                  </a:cubicBezTo>
                  <a:cubicBezTo>
                    <a:pt x="1336" y="1001"/>
                    <a:pt x="1297" y="1053"/>
                    <a:pt x="1277" y="1067"/>
                  </a:cubicBezTo>
                  <a:cubicBezTo>
                    <a:pt x="1265" y="1075"/>
                    <a:pt x="1207" y="1088"/>
                    <a:pt x="1157" y="1088"/>
                  </a:cubicBezTo>
                  <a:cubicBezTo>
                    <a:pt x="1125" y="1088"/>
                    <a:pt x="1096" y="1082"/>
                    <a:pt x="1086" y="1067"/>
                  </a:cubicBezTo>
                  <a:cubicBezTo>
                    <a:pt x="1080" y="1052"/>
                    <a:pt x="1073" y="1048"/>
                    <a:pt x="1066" y="1048"/>
                  </a:cubicBezTo>
                  <a:cubicBezTo>
                    <a:pt x="1051" y="1048"/>
                    <a:pt x="1033" y="1067"/>
                    <a:pt x="1013" y="1067"/>
                  </a:cubicBezTo>
                  <a:cubicBezTo>
                    <a:pt x="1011" y="1067"/>
                    <a:pt x="1009" y="1067"/>
                    <a:pt x="1007" y="1067"/>
                  </a:cubicBezTo>
                  <a:cubicBezTo>
                    <a:pt x="1006" y="1066"/>
                    <a:pt x="1004" y="1066"/>
                    <a:pt x="1003" y="1066"/>
                  </a:cubicBezTo>
                  <a:cubicBezTo>
                    <a:pt x="975" y="1066"/>
                    <a:pt x="928" y="1119"/>
                    <a:pt x="928" y="1119"/>
                  </a:cubicBezTo>
                  <a:cubicBezTo>
                    <a:pt x="928" y="1119"/>
                    <a:pt x="773" y="1179"/>
                    <a:pt x="730" y="1179"/>
                  </a:cubicBezTo>
                  <a:cubicBezTo>
                    <a:pt x="728" y="1179"/>
                    <a:pt x="726" y="1179"/>
                    <a:pt x="724" y="1179"/>
                  </a:cubicBezTo>
                  <a:cubicBezTo>
                    <a:pt x="685" y="1179"/>
                    <a:pt x="612" y="1100"/>
                    <a:pt x="593" y="1080"/>
                  </a:cubicBezTo>
                  <a:cubicBezTo>
                    <a:pt x="583" y="1060"/>
                    <a:pt x="464" y="1040"/>
                    <a:pt x="380" y="1040"/>
                  </a:cubicBezTo>
                  <a:cubicBezTo>
                    <a:pt x="354" y="1040"/>
                    <a:pt x="331" y="1042"/>
                    <a:pt x="316" y="1047"/>
                  </a:cubicBezTo>
                  <a:cubicBezTo>
                    <a:pt x="250" y="1067"/>
                    <a:pt x="250" y="1172"/>
                    <a:pt x="224" y="1238"/>
                  </a:cubicBezTo>
                  <a:cubicBezTo>
                    <a:pt x="198" y="1304"/>
                    <a:pt x="0" y="1389"/>
                    <a:pt x="0" y="1389"/>
                  </a:cubicBezTo>
                  <a:lnTo>
                    <a:pt x="92" y="1435"/>
                  </a:lnTo>
                  <a:cubicBezTo>
                    <a:pt x="132" y="1409"/>
                    <a:pt x="165" y="1396"/>
                    <a:pt x="165" y="1396"/>
                  </a:cubicBezTo>
                  <a:cubicBezTo>
                    <a:pt x="165" y="1396"/>
                    <a:pt x="303" y="1383"/>
                    <a:pt x="388" y="1369"/>
                  </a:cubicBezTo>
                  <a:cubicBezTo>
                    <a:pt x="464" y="1359"/>
                    <a:pt x="635" y="1348"/>
                    <a:pt x="714" y="1348"/>
                  </a:cubicBezTo>
                  <a:cubicBezTo>
                    <a:pt x="732" y="1348"/>
                    <a:pt x="744" y="1348"/>
                    <a:pt x="750" y="1350"/>
                  </a:cubicBezTo>
                  <a:cubicBezTo>
                    <a:pt x="782" y="1355"/>
                    <a:pt x="865" y="1373"/>
                    <a:pt x="910" y="1373"/>
                  </a:cubicBezTo>
                  <a:cubicBezTo>
                    <a:pt x="921" y="1373"/>
                    <a:pt x="930" y="1372"/>
                    <a:pt x="935" y="1369"/>
                  </a:cubicBezTo>
                  <a:cubicBezTo>
                    <a:pt x="960" y="1363"/>
                    <a:pt x="996" y="1310"/>
                    <a:pt x="1023" y="1310"/>
                  </a:cubicBezTo>
                  <a:cubicBezTo>
                    <a:pt x="1024" y="1310"/>
                    <a:pt x="1026" y="1310"/>
                    <a:pt x="1027" y="1310"/>
                  </a:cubicBezTo>
                  <a:cubicBezTo>
                    <a:pt x="1060" y="1317"/>
                    <a:pt x="1132" y="1383"/>
                    <a:pt x="1132" y="1422"/>
                  </a:cubicBezTo>
                  <a:cubicBezTo>
                    <a:pt x="1132" y="1468"/>
                    <a:pt x="1080" y="1547"/>
                    <a:pt x="1080" y="1580"/>
                  </a:cubicBezTo>
                  <a:cubicBezTo>
                    <a:pt x="1073" y="1613"/>
                    <a:pt x="1053" y="1639"/>
                    <a:pt x="1080" y="1685"/>
                  </a:cubicBezTo>
                  <a:cubicBezTo>
                    <a:pt x="1099" y="1725"/>
                    <a:pt x="1099" y="1758"/>
                    <a:pt x="1080" y="1791"/>
                  </a:cubicBezTo>
                  <a:cubicBezTo>
                    <a:pt x="1060" y="1824"/>
                    <a:pt x="994" y="1876"/>
                    <a:pt x="1014" y="1962"/>
                  </a:cubicBezTo>
                  <a:cubicBezTo>
                    <a:pt x="1027" y="1995"/>
                    <a:pt x="1040" y="2028"/>
                    <a:pt x="1053" y="2054"/>
                  </a:cubicBezTo>
                  <a:cubicBezTo>
                    <a:pt x="1060" y="2060"/>
                    <a:pt x="1060" y="2074"/>
                    <a:pt x="1066" y="2080"/>
                  </a:cubicBezTo>
                  <a:cubicBezTo>
                    <a:pt x="1073" y="2093"/>
                    <a:pt x="1080" y="2107"/>
                    <a:pt x="1086" y="2120"/>
                  </a:cubicBezTo>
                  <a:cubicBezTo>
                    <a:pt x="1086" y="2120"/>
                    <a:pt x="1093" y="2126"/>
                    <a:pt x="1093" y="2133"/>
                  </a:cubicBezTo>
                  <a:cubicBezTo>
                    <a:pt x="1093" y="2133"/>
                    <a:pt x="1099" y="2139"/>
                    <a:pt x="1099" y="2146"/>
                  </a:cubicBezTo>
                  <a:cubicBezTo>
                    <a:pt x="1099" y="2146"/>
                    <a:pt x="1099" y="2153"/>
                    <a:pt x="1099" y="2153"/>
                  </a:cubicBezTo>
                  <a:lnTo>
                    <a:pt x="1106" y="2153"/>
                  </a:lnTo>
                  <a:cubicBezTo>
                    <a:pt x="1106" y="2159"/>
                    <a:pt x="1106" y="2166"/>
                    <a:pt x="1106" y="2172"/>
                  </a:cubicBezTo>
                  <a:cubicBezTo>
                    <a:pt x="1119" y="2218"/>
                    <a:pt x="1132" y="2264"/>
                    <a:pt x="1119" y="2297"/>
                  </a:cubicBezTo>
                  <a:cubicBezTo>
                    <a:pt x="1106" y="2330"/>
                    <a:pt x="1040" y="2468"/>
                    <a:pt x="1099" y="2574"/>
                  </a:cubicBezTo>
                  <a:cubicBezTo>
                    <a:pt x="1159" y="2686"/>
                    <a:pt x="1145" y="2705"/>
                    <a:pt x="1284" y="2909"/>
                  </a:cubicBezTo>
                  <a:cubicBezTo>
                    <a:pt x="1415" y="3113"/>
                    <a:pt x="1652" y="3232"/>
                    <a:pt x="1744" y="3278"/>
                  </a:cubicBezTo>
                  <a:cubicBezTo>
                    <a:pt x="1827" y="3313"/>
                    <a:pt x="1904" y="3338"/>
                    <a:pt x="1948" y="3338"/>
                  </a:cubicBezTo>
                  <a:cubicBezTo>
                    <a:pt x="1953" y="3338"/>
                    <a:pt x="1957" y="3338"/>
                    <a:pt x="1961" y="3337"/>
                  </a:cubicBezTo>
                  <a:cubicBezTo>
                    <a:pt x="1994" y="3337"/>
                    <a:pt x="2060" y="3324"/>
                    <a:pt x="2106" y="3324"/>
                  </a:cubicBezTo>
                  <a:cubicBezTo>
                    <a:pt x="2146" y="3324"/>
                    <a:pt x="2231" y="3324"/>
                    <a:pt x="2304" y="3377"/>
                  </a:cubicBezTo>
                  <a:cubicBezTo>
                    <a:pt x="2383" y="3423"/>
                    <a:pt x="2481" y="3482"/>
                    <a:pt x="2495" y="3482"/>
                  </a:cubicBezTo>
                  <a:cubicBezTo>
                    <a:pt x="2508" y="3482"/>
                    <a:pt x="2613" y="3443"/>
                    <a:pt x="2613" y="3443"/>
                  </a:cubicBezTo>
                  <a:cubicBezTo>
                    <a:pt x="2613" y="3443"/>
                    <a:pt x="2692" y="3482"/>
                    <a:pt x="2705" y="3521"/>
                  </a:cubicBezTo>
                  <a:cubicBezTo>
                    <a:pt x="2718" y="3561"/>
                    <a:pt x="2725" y="3607"/>
                    <a:pt x="2850" y="3693"/>
                  </a:cubicBezTo>
                  <a:cubicBezTo>
                    <a:pt x="2975" y="3778"/>
                    <a:pt x="3133" y="3804"/>
                    <a:pt x="3166" y="3811"/>
                  </a:cubicBezTo>
                  <a:cubicBezTo>
                    <a:pt x="3172" y="3818"/>
                    <a:pt x="3192" y="3818"/>
                    <a:pt x="3212" y="3818"/>
                  </a:cubicBezTo>
                  <a:lnTo>
                    <a:pt x="3232" y="3818"/>
                  </a:lnTo>
                  <a:lnTo>
                    <a:pt x="3245" y="3824"/>
                  </a:lnTo>
                  <a:lnTo>
                    <a:pt x="3258" y="3824"/>
                  </a:lnTo>
                  <a:lnTo>
                    <a:pt x="3271" y="3831"/>
                  </a:lnTo>
                  <a:lnTo>
                    <a:pt x="3291" y="3831"/>
                  </a:lnTo>
                  <a:cubicBezTo>
                    <a:pt x="3297" y="3831"/>
                    <a:pt x="3304" y="3837"/>
                    <a:pt x="3311" y="3837"/>
                  </a:cubicBezTo>
                  <a:cubicBezTo>
                    <a:pt x="3324" y="3844"/>
                    <a:pt x="3330" y="3844"/>
                    <a:pt x="3344" y="3851"/>
                  </a:cubicBezTo>
                  <a:cubicBezTo>
                    <a:pt x="3344" y="3857"/>
                    <a:pt x="3350" y="3857"/>
                    <a:pt x="3350" y="3857"/>
                  </a:cubicBezTo>
                  <a:cubicBezTo>
                    <a:pt x="3350" y="3857"/>
                    <a:pt x="3350" y="3864"/>
                    <a:pt x="3357" y="3864"/>
                  </a:cubicBezTo>
                  <a:cubicBezTo>
                    <a:pt x="3357" y="3864"/>
                    <a:pt x="3357" y="3870"/>
                    <a:pt x="3363" y="3870"/>
                  </a:cubicBezTo>
                  <a:cubicBezTo>
                    <a:pt x="3403" y="3916"/>
                    <a:pt x="3469" y="3962"/>
                    <a:pt x="3508" y="4022"/>
                  </a:cubicBezTo>
                  <a:cubicBezTo>
                    <a:pt x="3545" y="4070"/>
                    <a:pt x="3621" y="4142"/>
                    <a:pt x="3684" y="4142"/>
                  </a:cubicBezTo>
                  <a:cubicBezTo>
                    <a:pt x="3689" y="4142"/>
                    <a:pt x="3694" y="4141"/>
                    <a:pt x="3699" y="4140"/>
                  </a:cubicBezTo>
                  <a:cubicBezTo>
                    <a:pt x="3765" y="4120"/>
                    <a:pt x="3732" y="4101"/>
                    <a:pt x="3850" y="4101"/>
                  </a:cubicBezTo>
                  <a:cubicBezTo>
                    <a:pt x="3969" y="4101"/>
                    <a:pt x="4107" y="4134"/>
                    <a:pt x="4146" y="4140"/>
                  </a:cubicBezTo>
                  <a:cubicBezTo>
                    <a:pt x="4179" y="4153"/>
                    <a:pt x="4285" y="4153"/>
                    <a:pt x="4337" y="4166"/>
                  </a:cubicBezTo>
                  <a:cubicBezTo>
                    <a:pt x="4364" y="4180"/>
                    <a:pt x="4403" y="4199"/>
                    <a:pt x="4436" y="4219"/>
                  </a:cubicBezTo>
                  <a:cubicBezTo>
                    <a:pt x="4429" y="4213"/>
                    <a:pt x="4561" y="4134"/>
                    <a:pt x="4601" y="4094"/>
                  </a:cubicBezTo>
                  <a:cubicBezTo>
                    <a:pt x="4633" y="4048"/>
                    <a:pt x="4633" y="3956"/>
                    <a:pt x="4633" y="3930"/>
                  </a:cubicBezTo>
                  <a:cubicBezTo>
                    <a:pt x="4633" y="3897"/>
                    <a:pt x="4693" y="3804"/>
                    <a:pt x="4712" y="3791"/>
                  </a:cubicBezTo>
                  <a:cubicBezTo>
                    <a:pt x="4726" y="3772"/>
                    <a:pt x="4831" y="3600"/>
                    <a:pt x="4837" y="3535"/>
                  </a:cubicBezTo>
                  <a:cubicBezTo>
                    <a:pt x="4844" y="3462"/>
                    <a:pt x="4837" y="3495"/>
                    <a:pt x="4890" y="3416"/>
                  </a:cubicBezTo>
                  <a:cubicBezTo>
                    <a:pt x="4949" y="3337"/>
                    <a:pt x="4963" y="3245"/>
                    <a:pt x="4963" y="3186"/>
                  </a:cubicBezTo>
                  <a:cubicBezTo>
                    <a:pt x="4963" y="3120"/>
                    <a:pt x="4916" y="3074"/>
                    <a:pt x="4831" y="2923"/>
                  </a:cubicBezTo>
                  <a:cubicBezTo>
                    <a:pt x="4745" y="2765"/>
                    <a:pt x="4752" y="2804"/>
                    <a:pt x="4752" y="2751"/>
                  </a:cubicBezTo>
                  <a:cubicBezTo>
                    <a:pt x="4752" y="2692"/>
                    <a:pt x="4765" y="2672"/>
                    <a:pt x="4778" y="2653"/>
                  </a:cubicBezTo>
                  <a:cubicBezTo>
                    <a:pt x="4791" y="2626"/>
                    <a:pt x="4831" y="2580"/>
                    <a:pt x="4844" y="2508"/>
                  </a:cubicBezTo>
                  <a:cubicBezTo>
                    <a:pt x="4864" y="2442"/>
                    <a:pt x="4844" y="2403"/>
                    <a:pt x="4844" y="2403"/>
                  </a:cubicBezTo>
                  <a:cubicBezTo>
                    <a:pt x="4844" y="2403"/>
                    <a:pt x="4693" y="2396"/>
                    <a:pt x="4601" y="2350"/>
                  </a:cubicBezTo>
                  <a:cubicBezTo>
                    <a:pt x="4508" y="2297"/>
                    <a:pt x="4601" y="2291"/>
                    <a:pt x="4601" y="2291"/>
                  </a:cubicBezTo>
                  <a:lnTo>
                    <a:pt x="3969" y="2291"/>
                  </a:lnTo>
                  <a:cubicBezTo>
                    <a:pt x="3896" y="2291"/>
                    <a:pt x="3831" y="2278"/>
                    <a:pt x="3798" y="2258"/>
                  </a:cubicBezTo>
                  <a:cubicBezTo>
                    <a:pt x="3758" y="2232"/>
                    <a:pt x="3778" y="2133"/>
                    <a:pt x="3811" y="2060"/>
                  </a:cubicBezTo>
                  <a:cubicBezTo>
                    <a:pt x="3844" y="1988"/>
                    <a:pt x="3817" y="1955"/>
                    <a:pt x="3811" y="1889"/>
                  </a:cubicBezTo>
                  <a:cubicBezTo>
                    <a:pt x="3811" y="1824"/>
                    <a:pt x="3771" y="1771"/>
                    <a:pt x="3745" y="1698"/>
                  </a:cubicBezTo>
                  <a:cubicBezTo>
                    <a:pt x="3725" y="1626"/>
                    <a:pt x="3791" y="1560"/>
                    <a:pt x="3811" y="1527"/>
                  </a:cubicBezTo>
                  <a:cubicBezTo>
                    <a:pt x="3817" y="1514"/>
                    <a:pt x="3804" y="1494"/>
                    <a:pt x="3791" y="1468"/>
                  </a:cubicBezTo>
                  <a:cubicBezTo>
                    <a:pt x="3771" y="1442"/>
                    <a:pt x="3738" y="1409"/>
                    <a:pt x="3738" y="1389"/>
                  </a:cubicBezTo>
                  <a:cubicBezTo>
                    <a:pt x="3738" y="1363"/>
                    <a:pt x="3752" y="1343"/>
                    <a:pt x="3771" y="1290"/>
                  </a:cubicBezTo>
                  <a:cubicBezTo>
                    <a:pt x="3791" y="1244"/>
                    <a:pt x="3765" y="1132"/>
                    <a:pt x="3745" y="1106"/>
                  </a:cubicBezTo>
                  <a:cubicBezTo>
                    <a:pt x="3732" y="1086"/>
                    <a:pt x="3699" y="981"/>
                    <a:pt x="3699" y="981"/>
                  </a:cubicBezTo>
                  <a:lnTo>
                    <a:pt x="3811" y="869"/>
                  </a:lnTo>
                  <a:lnTo>
                    <a:pt x="3811" y="652"/>
                  </a:lnTo>
                  <a:cubicBezTo>
                    <a:pt x="3811" y="639"/>
                    <a:pt x="3804" y="626"/>
                    <a:pt x="3791" y="619"/>
                  </a:cubicBezTo>
                  <a:cubicBezTo>
                    <a:pt x="3778" y="613"/>
                    <a:pt x="3758" y="611"/>
                    <a:pt x="3742" y="611"/>
                  </a:cubicBezTo>
                  <a:cubicBezTo>
                    <a:pt x="3725" y="611"/>
                    <a:pt x="3712" y="613"/>
                    <a:pt x="3712" y="613"/>
                  </a:cubicBezTo>
                  <a:lnTo>
                    <a:pt x="3574" y="698"/>
                  </a:lnTo>
                  <a:cubicBezTo>
                    <a:pt x="3574" y="698"/>
                    <a:pt x="3370" y="632"/>
                    <a:pt x="3337" y="553"/>
                  </a:cubicBezTo>
                  <a:cubicBezTo>
                    <a:pt x="3311" y="474"/>
                    <a:pt x="3232" y="448"/>
                    <a:pt x="3199" y="448"/>
                  </a:cubicBezTo>
                  <a:cubicBezTo>
                    <a:pt x="3166" y="441"/>
                    <a:pt x="3054" y="297"/>
                    <a:pt x="3034" y="264"/>
                  </a:cubicBezTo>
                  <a:cubicBezTo>
                    <a:pt x="3014" y="224"/>
                    <a:pt x="2876" y="79"/>
                    <a:pt x="2876" y="79"/>
                  </a:cubicBezTo>
                  <a:cubicBezTo>
                    <a:pt x="2876" y="79"/>
                    <a:pt x="2534" y="0"/>
                    <a:pt x="2514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8" name="Google Shape;1589;p19">
              <a:extLst>
                <a:ext uri="{FF2B5EF4-FFF2-40B4-BE49-F238E27FC236}">
                  <a16:creationId xmlns:a16="http://schemas.microsoft.com/office/drawing/2014/main" id="{2D8768DC-FE5B-E021-05D8-7B80A54A97D9}"/>
                </a:ext>
              </a:extLst>
            </p:cNvPr>
            <p:cNvSpPr/>
            <p:nvPr/>
          </p:nvSpPr>
          <p:spPr>
            <a:xfrm>
              <a:off x="5565078" y="1535674"/>
              <a:ext cx="1377051" cy="968421"/>
            </a:xfrm>
            <a:custGeom>
              <a:avLst/>
              <a:gdLst/>
              <a:ahLst/>
              <a:cxnLst/>
              <a:rect l="l" t="t" r="r" b="b"/>
              <a:pathLst>
                <a:path w="12617" h="8873" extrusionOk="0">
                  <a:moveTo>
                    <a:pt x="7404" y="0"/>
                  </a:moveTo>
                  <a:cubicBezTo>
                    <a:pt x="7398" y="33"/>
                    <a:pt x="7384" y="60"/>
                    <a:pt x="7371" y="66"/>
                  </a:cubicBezTo>
                  <a:cubicBezTo>
                    <a:pt x="7338" y="79"/>
                    <a:pt x="7246" y="106"/>
                    <a:pt x="7200" y="145"/>
                  </a:cubicBezTo>
                  <a:cubicBezTo>
                    <a:pt x="7168" y="178"/>
                    <a:pt x="7132" y="191"/>
                    <a:pt x="7104" y="191"/>
                  </a:cubicBezTo>
                  <a:cubicBezTo>
                    <a:pt x="7093" y="191"/>
                    <a:pt x="7083" y="189"/>
                    <a:pt x="7075" y="185"/>
                  </a:cubicBezTo>
                  <a:cubicBezTo>
                    <a:pt x="7052" y="176"/>
                    <a:pt x="7001" y="163"/>
                    <a:pt x="6969" y="163"/>
                  </a:cubicBezTo>
                  <a:cubicBezTo>
                    <a:pt x="6955" y="163"/>
                    <a:pt x="6946" y="166"/>
                    <a:pt x="6944" y="172"/>
                  </a:cubicBezTo>
                  <a:cubicBezTo>
                    <a:pt x="6937" y="198"/>
                    <a:pt x="6950" y="362"/>
                    <a:pt x="6930" y="402"/>
                  </a:cubicBezTo>
                  <a:cubicBezTo>
                    <a:pt x="6911" y="448"/>
                    <a:pt x="6792" y="527"/>
                    <a:pt x="6772" y="553"/>
                  </a:cubicBezTo>
                  <a:cubicBezTo>
                    <a:pt x="6753" y="580"/>
                    <a:pt x="6726" y="626"/>
                    <a:pt x="6700" y="626"/>
                  </a:cubicBezTo>
                  <a:cubicBezTo>
                    <a:pt x="6680" y="626"/>
                    <a:pt x="6654" y="573"/>
                    <a:pt x="6654" y="573"/>
                  </a:cubicBezTo>
                  <a:cubicBezTo>
                    <a:pt x="6654" y="573"/>
                    <a:pt x="6647" y="570"/>
                    <a:pt x="6638" y="570"/>
                  </a:cubicBezTo>
                  <a:cubicBezTo>
                    <a:pt x="6626" y="570"/>
                    <a:pt x="6609" y="575"/>
                    <a:pt x="6595" y="593"/>
                  </a:cubicBezTo>
                  <a:cubicBezTo>
                    <a:pt x="6562" y="626"/>
                    <a:pt x="6463" y="731"/>
                    <a:pt x="6450" y="731"/>
                  </a:cubicBezTo>
                  <a:cubicBezTo>
                    <a:pt x="6432" y="731"/>
                    <a:pt x="6381" y="704"/>
                    <a:pt x="6353" y="704"/>
                  </a:cubicBezTo>
                  <a:cubicBezTo>
                    <a:pt x="6350" y="704"/>
                    <a:pt x="6347" y="704"/>
                    <a:pt x="6345" y="705"/>
                  </a:cubicBezTo>
                  <a:cubicBezTo>
                    <a:pt x="6318" y="718"/>
                    <a:pt x="6259" y="751"/>
                    <a:pt x="6233" y="777"/>
                  </a:cubicBezTo>
                  <a:cubicBezTo>
                    <a:pt x="6206" y="810"/>
                    <a:pt x="6147" y="843"/>
                    <a:pt x="6141" y="863"/>
                  </a:cubicBezTo>
                  <a:cubicBezTo>
                    <a:pt x="6127" y="876"/>
                    <a:pt x="6121" y="922"/>
                    <a:pt x="6108" y="942"/>
                  </a:cubicBezTo>
                  <a:cubicBezTo>
                    <a:pt x="6101" y="961"/>
                    <a:pt x="6042" y="955"/>
                    <a:pt x="6016" y="975"/>
                  </a:cubicBezTo>
                  <a:cubicBezTo>
                    <a:pt x="5989" y="1001"/>
                    <a:pt x="5969" y="1060"/>
                    <a:pt x="5963" y="1086"/>
                  </a:cubicBezTo>
                  <a:cubicBezTo>
                    <a:pt x="5956" y="1106"/>
                    <a:pt x="5884" y="1146"/>
                    <a:pt x="5884" y="1146"/>
                  </a:cubicBezTo>
                  <a:cubicBezTo>
                    <a:pt x="5884" y="1146"/>
                    <a:pt x="5880" y="1146"/>
                    <a:pt x="5875" y="1146"/>
                  </a:cubicBezTo>
                  <a:cubicBezTo>
                    <a:pt x="5855" y="1146"/>
                    <a:pt x="5812" y="1142"/>
                    <a:pt x="5812" y="1106"/>
                  </a:cubicBezTo>
                  <a:cubicBezTo>
                    <a:pt x="5812" y="1067"/>
                    <a:pt x="5877" y="994"/>
                    <a:pt x="5877" y="994"/>
                  </a:cubicBezTo>
                  <a:cubicBezTo>
                    <a:pt x="5877" y="994"/>
                    <a:pt x="5864" y="961"/>
                    <a:pt x="5851" y="948"/>
                  </a:cubicBezTo>
                  <a:cubicBezTo>
                    <a:pt x="5844" y="935"/>
                    <a:pt x="5765" y="876"/>
                    <a:pt x="5759" y="876"/>
                  </a:cubicBezTo>
                  <a:cubicBezTo>
                    <a:pt x="5752" y="876"/>
                    <a:pt x="5667" y="896"/>
                    <a:pt x="5654" y="909"/>
                  </a:cubicBezTo>
                  <a:cubicBezTo>
                    <a:pt x="5640" y="915"/>
                    <a:pt x="5575" y="1007"/>
                    <a:pt x="5542" y="1040"/>
                  </a:cubicBezTo>
                  <a:cubicBezTo>
                    <a:pt x="5518" y="1064"/>
                    <a:pt x="5408" y="1092"/>
                    <a:pt x="5344" y="1092"/>
                  </a:cubicBezTo>
                  <a:cubicBezTo>
                    <a:pt x="5321" y="1092"/>
                    <a:pt x="5303" y="1089"/>
                    <a:pt x="5298" y="1080"/>
                  </a:cubicBezTo>
                  <a:cubicBezTo>
                    <a:pt x="5272" y="1047"/>
                    <a:pt x="5167" y="975"/>
                    <a:pt x="5140" y="942"/>
                  </a:cubicBezTo>
                  <a:cubicBezTo>
                    <a:pt x="5114" y="902"/>
                    <a:pt x="5022" y="784"/>
                    <a:pt x="4982" y="777"/>
                  </a:cubicBezTo>
                  <a:cubicBezTo>
                    <a:pt x="4949" y="770"/>
                    <a:pt x="4844" y="757"/>
                    <a:pt x="4831" y="757"/>
                  </a:cubicBezTo>
                  <a:cubicBezTo>
                    <a:pt x="4829" y="757"/>
                    <a:pt x="4821" y="758"/>
                    <a:pt x="4810" y="758"/>
                  </a:cubicBezTo>
                  <a:cubicBezTo>
                    <a:pt x="4790" y="758"/>
                    <a:pt x="4761" y="755"/>
                    <a:pt x="4752" y="738"/>
                  </a:cubicBezTo>
                  <a:cubicBezTo>
                    <a:pt x="4739" y="711"/>
                    <a:pt x="4726" y="547"/>
                    <a:pt x="4726" y="520"/>
                  </a:cubicBezTo>
                  <a:cubicBezTo>
                    <a:pt x="4726" y="501"/>
                    <a:pt x="4719" y="330"/>
                    <a:pt x="4712" y="316"/>
                  </a:cubicBezTo>
                  <a:cubicBezTo>
                    <a:pt x="4699" y="297"/>
                    <a:pt x="4601" y="283"/>
                    <a:pt x="4587" y="244"/>
                  </a:cubicBezTo>
                  <a:cubicBezTo>
                    <a:pt x="4574" y="211"/>
                    <a:pt x="4561" y="66"/>
                    <a:pt x="4561" y="66"/>
                  </a:cubicBezTo>
                  <a:cubicBezTo>
                    <a:pt x="4561" y="66"/>
                    <a:pt x="4538" y="20"/>
                    <a:pt x="4513" y="20"/>
                  </a:cubicBezTo>
                  <a:cubicBezTo>
                    <a:pt x="4511" y="20"/>
                    <a:pt x="4510" y="20"/>
                    <a:pt x="4508" y="20"/>
                  </a:cubicBezTo>
                  <a:cubicBezTo>
                    <a:pt x="4489" y="27"/>
                    <a:pt x="4423" y="53"/>
                    <a:pt x="4403" y="93"/>
                  </a:cubicBezTo>
                  <a:cubicBezTo>
                    <a:pt x="4390" y="126"/>
                    <a:pt x="4344" y="178"/>
                    <a:pt x="4331" y="178"/>
                  </a:cubicBezTo>
                  <a:cubicBezTo>
                    <a:pt x="4318" y="178"/>
                    <a:pt x="4232" y="185"/>
                    <a:pt x="4219" y="205"/>
                  </a:cubicBezTo>
                  <a:cubicBezTo>
                    <a:pt x="4206" y="218"/>
                    <a:pt x="4179" y="264"/>
                    <a:pt x="4166" y="270"/>
                  </a:cubicBezTo>
                  <a:cubicBezTo>
                    <a:pt x="4160" y="274"/>
                    <a:pt x="4141" y="277"/>
                    <a:pt x="4122" y="277"/>
                  </a:cubicBezTo>
                  <a:cubicBezTo>
                    <a:pt x="4102" y="277"/>
                    <a:pt x="4081" y="274"/>
                    <a:pt x="4067" y="264"/>
                  </a:cubicBezTo>
                  <a:cubicBezTo>
                    <a:pt x="4044" y="247"/>
                    <a:pt x="3987" y="194"/>
                    <a:pt x="3959" y="194"/>
                  </a:cubicBezTo>
                  <a:cubicBezTo>
                    <a:pt x="3955" y="194"/>
                    <a:pt x="3952" y="195"/>
                    <a:pt x="3949" y="198"/>
                  </a:cubicBezTo>
                  <a:cubicBezTo>
                    <a:pt x="3929" y="218"/>
                    <a:pt x="3896" y="224"/>
                    <a:pt x="3909" y="251"/>
                  </a:cubicBezTo>
                  <a:cubicBezTo>
                    <a:pt x="3923" y="277"/>
                    <a:pt x="3969" y="316"/>
                    <a:pt x="3975" y="330"/>
                  </a:cubicBezTo>
                  <a:cubicBezTo>
                    <a:pt x="3982" y="343"/>
                    <a:pt x="3942" y="369"/>
                    <a:pt x="3936" y="369"/>
                  </a:cubicBezTo>
                  <a:cubicBezTo>
                    <a:pt x="3929" y="369"/>
                    <a:pt x="3186" y="349"/>
                    <a:pt x="3153" y="349"/>
                  </a:cubicBezTo>
                  <a:cubicBezTo>
                    <a:pt x="3148" y="350"/>
                    <a:pt x="3141" y="351"/>
                    <a:pt x="3132" y="351"/>
                  </a:cubicBezTo>
                  <a:cubicBezTo>
                    <a:pt x="3077" y="351"/>
                    <a:pt x="2959" y="336"/>
                    <a:pt x="2942" y="336"/>
                  </a:cubicBezTo>
                  <a:cubicBezTo>
                    <a:pt x="2922" y="336"/>
                    <a:pt x="2771" y="409"/>
                    <a:pt x="2771" y="488"/>
                  </a:cubicBezTo>
                  <a:cubicBezTo>
                    <a:pt x="2771" y="566"/>
                    <a:pt x="2764" y="678"/>
                    <a:pt x="2791" y="718"/>
                  </a:cubicBezTo>
                  <a:cubicBezTo>
                    <a:pt x="2810" y="757"/>
                    <a:pt x="2843" y="810"/>
                    <a:pt x="2889" y="823"/>
                  </a:cubicBezTo>
                  <a:cubicBezTo>
                    <a:pt x="2902" y="827"/>
                    <a:pt x="2920" y="828"/>
                    <a:pt x="2940" y="828"/>
                  </a:cubicBezTo>
                  <a:cubicBezTo>
                    <a:pt x="2972" y="828"/>
                    <a:pt x="3010" y="825"/>
                    <a:pt x="3040" y="825"/>
                  </a:cubicBezTo>
                  <a:cubicBezTo>
                    <a:pt x="3059" y="825"/>
                    <a:pt x="3076" y="826"/>
                    <a:pt x="3087" y="830"/>
                  </a:cubicBezTo>
                  <a:cubicBezTo>
                    <a:pt x="3126" y="843"/>
                    <a:pt x="3245" y="882"/>
                    <a:pt x="3258" y="902"/>
                  </a:cubicBezTo>
                  <a:cubicBezTo>
                    <a:pt x="3278" y="922"/>
                    <a:pt x="3284" y="994"/>
                    <a:pt x="3284" y="994"/>
                  </a:cubicBezTo>
                  <a:cubicBezTo>
                    <a:pt x="3284" y="994"/>
                    <a:pt x="3314" y="1213"/>
                    <a:pt x="3266" y="1213"/>
                  </a:cubicBezTo>
                  <a:cubicBezTo>
                    <a:pt x="3264" y="1213"/>
                    <a:pt x="3261" y="1213"/>
                    <a:pt x="3258" y="1211"/>
                  </a:cubicBezTo>
                  <a:cubicBezTo>
                    <a:pt x="3199" y="1192"/>
                    <a:pt x="3100" y="1165"/>
                    <a:pt x="3087" y="1165"/>
                  </a:cubicBezTo>
                  <a:cubicBezTo>
                    <a:pt x="3086" y="1165"/>
                    <a:pt x="3083" y="1165"/>
                    <a:pt x="3080" y="1165"/>
                  </a:cubicBezTo>
                  <a:cubicBezTo>
                    <a:pt x="3047" y="1165"/>
                    <a:pt x="2922" y="1192"/>
                    <a:pt x="2922" y="1192"/>
                  </a:cubicBezTo>
                  <a:cubicBezTo>
                    <a:pt x="2922" y="1192"/>
                    <a:pt x="2830" y="1205"/>
                    <a:pt x="2810" y="1218"/>
                  </a:cubicBezTo>
                  <a:cubicBezTo>
                    <a:pt x="2791" y="1231"/>
                    <a:pt x="2633" y="1271"/>
                    <a:pt x="2633" y="1297"/>
                  </a:cubicBezTo>
                  <a:cubicBezTo>
                    <a:pt x="2633" y="1317"/>
                    <a:pt x="2626" y="1712"/>
                    <a:pt x="2672" y="1784"/>
                  </a:cubicBezTo>
                  <a:cubicBezTo>
                    <a:pt x="2718" y="1850"/>
                    <a:pt x="2725" y="1870"/>
                    <a:pt x="2817" y="1935"/>
                  </a:cubicBezTo>
                  <a:cubicBezTo>
                    <a:pt x="2909" y="2008"/>
                    <a:pt x="3021" y="2093"/>
                    <a:pt x="3021" y="2146"/>
                  </a:cubicBezTo>
                  <a:cubicBezTo>
                    <a:pt x="3021" y="2199"/>
                    <a:pt x="2968" y="2278"/>
                    <a:pt x="3028" y="2343"/>
                  </a:cubicBezTo>
                  <a:cubicBezTo>
                    <a:pt x="3093" y="2403"/>
                    <a:pt x="3146" y="2462"/>
                    <a:pt x="3126" y="2547"/>
                  </a:cubicBezTo>
                  <a:cubicBezTo>
                    <a:pt x="3100" y="2626"/>
                    <a:pt x="3034" y="3206"/>
                    <a:pt x="3008" y="3357"/>
                  </a:cubicBezTo>
                  <a:cubicBezTo>
                    <a:pt x="2988" y="3515"/>
                    <a:pt x="2810" y="4311"/>
                    <a:pt x="2791" y="4403"/>
                  </a:cubicBezTo>
                  <a:cubicBezTo>
                    <a:pt x="2771" y="4502"/>
                    <a:pt x="2718" y="4798"/>
                    <a:pt x="2652" y="4818"/>
                  </a:cubicBezTo>
                  <a:cubicBezTo>
                    <a:pt x="2616" y="4832"/>
                    <a:pt x="2562" y="4843"/>
                    <a:pt x="2517" y="4843"/>
                  </a:cubicBezTo>
                  <a:cubicBezTo>
                    <a:pt x="2479" y="4843"/>
                    <a:pt x="2447" y="4836"/>
                    <a:pt x="2435" y="4818"/>
                  </a:cubicBezTo>
                  <a:cubicBezTo>
                    <a:pt x="2409" y="4779"/>
                    <a:pt x="2369" y="4706"/>
                    <a:pt x="2356" y="4700"/>
                  </a:cubicBezTo>
                  <a:cubicBezTo>
                    <a:pt x="2354" y="4697"/>
                    <a:pt x="2347" y="4696"/>
                    <a:pt x="2338" y="4696"/>
                  </a:cubicBezTo>
                  <a:cubicBezTo>
                    <a:pt x="2299" y="4696"/>
                    <a:pt x="2209" y="4716"/>
                    <a:pt x="2172" y="4732"/>
                  </a:cubicBezTo>
                  <a:cubicBezTo>
                    <a:pt x="2126" y="4752"/>
                    <a:pt x="2054" y="4818"/>
                    <a:pt x="2047" y="4844"/>
                  </a:cubicBezTo>
                  <a:cubicBezTo>
                    <a:pt x="2040" y="4871"/>
                    <a:pt x="1836" y="4890"/>
                    <a:pt x="1771" y="4904"/>
                  </a:cubicBezTo>
                  <a:cubicBezTo>
                    <a:pt x="1705" y="4917"/>
                    <a:pt x="1580" y="4976"/>
                    <a:pt x="1520" y="4976"/>
                  </a:cubicBezTo>
                  <a:cubicBezTo>
                    <a:pt x="1481" y="4976"/>
                    <a:pt x="1430" y="4961"/>
                    <a:pt x="1388" y="4961"/>
                  </a:cubicBezTo>
                  <a:cubicBezTo>
                    <a:pt x="1368" y="4961"/>
                    <a:pt x="1349" y="4965"/>
                    <a:pt x="1336" y="4976"/>
                  </a:cubicBezTo>
                  <a:cubicBezTo>
                    <a:pt x="1303" y="5009"/>
                    <a:pt x="1218" y="5101"/>
                    <a:pt x="1172" y="5134"/>
                  </a:cubicBezTo>
                  <a:cubicBezTo>
                    <a:pt x="1132" y="5160"/>
                    <a:pt x="810" y="5351"/>
                    <a:pt x="770" y="5377"/>
                  </a:cubicBezTo>
                  <a:cubicBezTo>
                    <a:pt x="731" y="5404"/>
                    <a:pt x="639" y="5437"/>
                    <a:pt x="632" y="5489"/>
                  </a:cubicBezTo>
                  <a:cubicBezTo>
                    <a:pt x="619" y="5542"/>
                    <a:pt x="566" y="5654"/>
                    <a:pt x="566" y="5726"/>
                  </a:cubicBezTo>
                  <a:cubicBezTo>
                    <a:pt x="566" y="5805"/>
                    <a:pt x="546" y="5884"/>
                    <a:pt x="520" y="5904"/>
                  </a:cubicBezTo>
                  <a:cubicBezTo>
                    <a:pt x="500" y="5917"/>
                    <a:pt x="388" y="6036"/>
                    <a:pt x="375" y="6108"/>
                  </a:cubicBezTo>
                  <a:cubicBezTo>
                    <a:pt x="356" y="6174"/>
                    <a:pt x="494" y="6345"/>
                    <a:pt x="467" y="6378"/>
                  </a:cubicBezTo>
                  <a:cubicBezTo>
                    <a:pt x="448" y="6417"/>
                    <a:pt x="296" y="6490"/>
                    <a:pt x="231" y="6529"/>
                  </a:cubicBezTo>
                  <a:cubicBezTo>
                    <a:pt x="158" y="6562"/>
                    <a:pt x="0" y="6694"/>
                    <a:pt x="0" y="6786"/>
                  </a:cubicBezTo>
                  <a:cubicBezTo>
                    <a:pt x="0" y="6871"/>
                    <a:pt x="7" y="6904"/>
                    <a:pt x="0" y="6937"/>
                  </a:cubicBezTo>
                  <a:cubicBezTo>
                    <a:pt x="0" y="6937"/>
                    <a:pt x="632" y="7148"/>
                    <a:pt x="724" y="7194"/>
                  </a:cubicBezTo>
                  <a:cubicBezTo>
                    <a:pt x="816" y="7247"/>
                    <a:pt x="1534" y="7411"/>
                    <a:pt x="1718" y="7431"/>
                  </a:cubicBezTo>
                  <a:cubicBezTo>
                    <a:pt x="1896" y="7457"/>
                    <a:pt x="2304" y="7510"/>
                    <a:pt x="2389" y="7589"/>
                  </a:cubicBezTo>
                  <a:cubicBezTo>
                    <a:pt x="2481" y="7668"/>
                    <a:pt x="2824" y="7826"/>
                    <a:pt x="2995" y="7977"/>
                  </a:cubicBezTo>
                  <a:cubicBezTo>
                    <a:pt x="3166" y="8128"/>
                    <a:pt x="4087" y="8504"/>
                    <a:pt x="4298" y="8602"/>
                  </a:cubicBezTo>
                  <a:cubicBezTo>
                    <a:pt x="4502" y="8701"/>
                    <a:pt x="4811" y="8813"/>
                    <a:pt x="4811" y="8813"/>
                  </a:cubicBezTo>
                  <a:lnTo>
                    <a:pt x="4943" y="8872"/>
                  </a:lnTo>
                  <a:cubicBezTo>
                    <a:pt x="4943" y="8872"/>
                    <a:pt x="5134" y="8787"/>
                    <a:pt x="5160" y="8721"/>
                  </a:cubicBezTo>
                  <a:cubicBezTo>
                    <a:pt x="5186" y="8648"/>
                    <a:pt x="5193" y="8550"/>
                    <a:pt x="5252" y="8530"/>
                  </a:cubicBezTo>
                  <a:cubicBezTo>
                    <a:pt x="5267" y="8525"/>
                    <a:pt x="5290" y="8523"/>
                    <a:pt x="5317" y="8523"/>
                  </a:cubicBezTo>
                  <a:cubicBezTo>
                    <a:pt x="5400" y="8523"/>
                    <a:pt x="5520" y="8543"/>
                    <a:pt x="5535" y="8563"/>
                  </a:cubicBezTo>
                  <a:cubicBezTo>
                    <a:pt x="5555" y="8583"/>
                    <a:pt x="5627" y="8655"/>
                    <a:pt x="5660" y="8662"/>
                  </a:cubicBezTo>
                  <a:cubicBezTo>
                    <a:pt x="5662" y="8662"/>
                    <a:pt x="5664" y="8662"/>
                    <a:pt x="5667" y="8662"/>
                  </a:cubicBezTo>
                  <a:cubicBezTo>
                    <a:pt x="5716" y="8662"/>
                    <a:pt x="5871" y="8602"/>
                    <a:pt x="5871" y="8602"/>
                  </a:cubicBezTo>
                  <a:cubicBezTo>
                    <a:pt x="5871" y="8602"/>
                    <a:pt x="5912" y="8549"/>
                    <a:pt x="5944" y="8549"/>
                  </a:cubicBezTo>
                  <a:cubicBezTo>
                    <a:pt x="5946" y="8549"/>
                    <a:pt x="5948" y="8549"/>
                    <a:pt x="5950" y="8550"/>
                  </a:cubicBezTo>
                  <a:cubicBezTo>
                    <a:pt x="5951" y="8550"/>
                    <a:pt x="5953" y="8550"/>
                    <a:pt x="5954" y="8550"/>
                  </a:cubicBezTo>
                  <a:cubicBezTo>
                    <a:pt x="5971" y="8550"/>
                    <a:pt x="5988" y="8531"/>
                    <a:pt x="6004" y="8531"/>
                  </a:cubicBezTo>
                  <a:cubicBezTo>
                    <a:pt x="6012" y="8531"/>
                    <a:pt x="6021" y="8535"/>
                    <a:pt x="6029" y="8550"/>
                  </a:cubicBezTo>
                  <a:cubicBezTo>
                    <a:pt x="6039" y="8565"/>
                    <a:pt x="6068" y="8571"/>
                    <a:pt x="6100" y="8571"/>
                  </a:cubicBezTo>
                  <a:cubicBezTo>
                    <a:pt x="6149" y="8571"/>
                    <a:pt x="6208" y="8558"/>
                    <a:pt x="6220" y="8550"/>
                  </a:cubicBezTo>
                  <a:cubicBezTo>
                    <a:pt x="6233" y="8536"/>
                    <a:pt x="6279" y="8484"/>
                    <a:pt x="6299" y="8398"/>
                  </a:cubicBezTo>
                  <a:cubicBezTo>
                    <a:pt x="6312" y="8313"/>
                    <a:pt x="6285" y="8234"/>
                    <a:pt x="6371" y="8227"/>
                  </a:cubicBezTo>
                  <a:cubicBezTo>
                    <a:pt x="6377" y="8226"/>
                    <a:pt x="6383" y="8226"/>
                    <a:pt x="6390" y="8226"/>
                  </a:cubicBezTo>
                  <a:cubicBezTo>
                    <a:pt x="6476" y="8226"/>
                    <a:pt x="6601" y="8300"/>
                    <a:pt x="6601" y="8300"/>
                  </a:cubicBezTo>
                  <a:cubicBezTo>
                    <a:pt x="6601" y="8300"/>
                    <a:pt x="6657" y="8327"/>
                    <a:pt x="6703" y="8327"/>
                  </a:cubicBezTo>
                  <a:cubicBezTo>
                    <a:pt x="6717" y="8327"/>
                    <a:pt x="6729" y="8325"/>
                    <a:pt x="6739" y="8319"/>
                  </a:cubicBezTo>
                  <a:cubicBezTo>
                    <a:pt x="6792" y="8286"/>
                    <a:pt x="6805" y="8267"/>
                    <a:pt x="6812" y="8221"/>
                  </a:cubicBezTo>
                  <a:cubicBezTo>
                    <a:pt x="6818" y="8181"/>
                    <a:pt x="6845" y="8063"/>
                    <a:pt x="6871" y="8036"/>
                  </a:cubicBezTo>
                  <a:cubicBezTo>
                    <a:pt x="6891" y="8010"/>
                    <a:pt x="6990" y="7970"/>
                    <a:pt x="6990" y="7970"/>
                  </a:cubicBezTo>
                  <a:cubicBezTo>
                    <a:pt x="6990" y="7970"/>
                    <a:pt x="6963" y="7839"/>
                    <a:pt x="6990" y="7806"/>
                  </a:cubicBezTo>
                  <a:cubicBezTo>
                    <a:pt x="7022" y="7766"/>
                    <a:pt x="7121" y="7681"/>
                    <a:pt x="7121" y="7681"/>
                  </a:cubicBezTo>
                  <a:cubicBezTo>
                    <a:pt x="7121" y="7681"/>
                    <a:pt x="7194" y="7615"/>
                    <a:pt x="7220" y="7569"/>
                  </a:cubicBezTo>
                  <a:cubicBezTo>
                    <a:pt x="7246" y="7530"/>
                    <a:pt x="7437" y="7483"/>
                    <a:pt x="7457" y="7483"/>
                  </a:cubicBezTo>
                  <a:cubicBezTo>
                    <a:pt x="7470" y="7483"/>
                    <a:pt x="7812" y="7562"/>
                    <a:pt x="7812" y="7562"/>
                  </a:cubicBezTo>
                  <a:cubicBezTo>
                    <a:pt x="7812" y="7562"/>
                    <a:pt x="7950" y="7707"/>
                    <a:pt x="7970" y="7740"/>
                  </a:cubicBezTo>
                  <a:cubicBezTo>
                    <a:pt x="7990" y="7780"/>
                    <a:pt x="8108" y="7924"/>
                    <a:pt x="8135" y="7931"/>
                  </a:cubicBezTo>
                  <a:cubicBezTo>
                    <a:pt x="8168" y="7931"/>
                    <a:pt x="8247" y="7957"/>
                    <a:pt x="8280" y="8036"/>
                  </a:cubicBezTo>
                  <a:cubicBezTo>
                    <a:pt x="8306" y="8115"/>
                    <a:pt x="8516" y="8175"/>
                    <a:pt x="8516" y="8175"/>
                  </a:cubicBezTo>
                  <a:lnTo>
                    <a:pt x="8648" y="8096"/>
                  </a:lnTo>
                  <a:cubicBezTo>
                    <a:pt x="8648" y="8096"/>
                    <a:pt x="8661" y="8094"/>
                    <a:pt x="8678" y="8094"/>
                  </a:cubicBezTo>
                  <a:cubicBezTo>
                    <a:pt x="8694" y="8094"/>
                    <a:pt x="8714" y="8096"/>
                    <a:pt x="8727" y="8102"/>
                  </a:cubicBezTo>
                  <a:lnTo>
                    <a:pt x="8734" y="8102"/>
                  </a:lnTo>
                  <a:lnTo>
                    <a:pt x="10122" y="8082"/>
                  </a:lnTo>
                  <a:lnTo>
                    <a:pt x="10952" y="8076"/>
                  </a:lnTo>
                  <a:cubicBezTo>
                    <a:pt x="10952" y="8076"/>
                    <a:pt x="10958" y="8017"/>
                    <a:pt x="10952" y="7931"/>
                  </a:cubicBezTo>
                  <a:cubicBezTo>
                    <a:pt x="10952" y="7845"/>
                    <a:pt x="10965" y="7819"/>
                    <a:pt x="10984" y="7766"/>
                  </a:cubicBezTo>
                  <a:cubicBezTo>
                    <a:pt x="11004" y="7720"/>
                    <a:pt x="11057" y="7609"/>
                    <a:pt x="11031" y="7556"/>
                  </a:cubicBezTo>
                  <a:cubicBezTo>
                    <a:pt x="10998" y="7497"/>
                    <a:pt x="10971" y="7339"/>
                    <a:pt x="10971" y="7326"/>
                  </a:cubicBezTo>
                  <a:cubicBezTo>
                    <a:pt x="10971" y="7306"/>
                    <a:pt x="11077" y="7220"/>
                    <a:pt x="11090" y="7161"/>
                  </a:cubicBezTo>
                  <a:cubicBezTo>
                    <a:pt x="11103" y="7095"/>
                    <a:pt x="10971" y="7003"/>
                    <a:pt x="11090" y="7003"/>
                  </a:cubicBezTo>
                  <a:cubicBezTo>
                    <a:pt x="11110" y="7003"/>
                    <a:pt x="11129" y="7003"/>
                    <a:pt x="11149" y="7010"/>
                  </a:cubicBezTo>
                  <a:cubicBezTo>
                    <a:pt x="11149" y="7010"/>
                    <a:pt x="11011" y="6707"/>
                    <a:pt x="10984" y="6687"/>
                  </a:cubicBezTo>
                  <a:cubicBezTo>
                    <a:pt x="10952" y="6674"/>
                    <a:pt x="10905" y="6588"/>
                    <a:pt x="10905" y="6542"/>
                  </a:cubicBezTo>
                  <a:cubicBezTo>
                    <a:pt x="10905" y="6496"/>
                    <a:pt x="11110" y="6305"/>
                    <a:pt x="11182" y="6134"/>
                  </a:cubicBezTo>
                  <a:cubicBezTo>
                    <a:pt x="11261" y="5963"/>
                    <a:pt x="11689" y="5094"/>
                    <a:pt x="11768" y="4877"/>
                  </a:cubicBezTo>
                  <a:cubicBezTo>
                    <a:pt x="11853" y="4653"/>
                    <a:pt x="12222" y="3962"/>
                    <a:pt x="12294" y="3837"/>
                  </a:cubicBezTo>
                  <a:cubicBezTo>
                    <a:pt x="12367" y="3706"/>
                    <a:pt x="12327" y="3620"/>
                    <a:pt x="12334" y="3495"/>
                  </a:cubicBezTo>
                  <a:cubicBezTo>
                    <a:pt x="12340" y="3364"/>
                    <a:pt x="12380" y="3390"/>
                    <a:pt x="12446" y="3331"/>
                  </a:cubicBezTo>
                  <a:cubicBezTo>
                    <a:pt x="12511" y="3271"/>
                    <a:pt x="12617" y="3206"/>
                    <a:pt x="12617" y="3206"/>
                  </a:cubicBezTo>
                  <a:lnTo>
                    <a:pt x="12557" y="3120"/>
                  </a:lnTo>
                  <a:cubicBezTo>
                    <a:pt x="12557" y="3120"/>
                    <a:pt x="12419" y="3212"/>
                    <a:pt x="12288" y="3239"/>
                  </a:cubicBezTo>
                  <a:cubicBezTo>
                    <a:pt x="12274" y="3241"/>
                    <a:pt x="12261" y="3242"/>
                    <a:pt x="12249" y="3242"/>
                  </a:cubicBezTo>
                  <a:cubicBezTo>
                    <a:pt x="12151" y="3242"/>
                    <a:pt x="12108" y="3179"/>
                    <a:pt x="12090" y="3173"/>
                  </a:cubicBezTo>
                  <a:cubicBezTo>
                    <a:pt x="12064" y="3160"/>
                    <a:pt x="12031" y="3120"/>
                    <a:pt x="11972" y="2988"/>
                  </a:cubicBezTo>
                  <a:cubicBezTo>
                    <a:pt x="11942" y="2918"/>
                    <a:pt x="11900" y="2908"/>
                    <a:pt x="11862" y="2908"/>
                  </a:cubicBezTo>
                  <a:cubicBezTo>
                    <a:pt x="11847" y="2908"/>
                    <a:pt x="11832" y="2910"/>
                    <a:pt x="11819" y="2910"/>
                  </a:cubicBezTo>
                  <a:cubicBezTo>
                    <a:pt x="11806" y="2910"/>
                    <a:pt x="11796" y="2908"/>
                    <a:pt x="11787" y="2903"/>
                  </a:cubicBezTo>
                  <a:cubicBezTo>
                    <a:pt x="11748" y="2877"/>
                    <a:pt x="11623" y="2850"/>
                    <a:pt x="11478" y="2778"/>
                  </a:cubicBezTo>
                  <a:cubicBezTo>
                    <a:pt x="11333" y="2705"/>
                    <a:pt x="11327" y="2699"/>
                    <a:pt x="11294" y="2633"/>
                  </a:cubicBezTo>
                  <a:cubicBezTo>
                    <a:pt x="11261" y="2567"/>
                    <a:pt x="11294" y="2495"/>
                    <a:pt x="11294" y="2495"/>
                  </a:cubicBezTo>
                  <a:lnTo>
                    <a:pt x="11063" y="2495"/>
                  </a:lnTo>
                  <a:cubicBezTo>
                    <a:pt x="11063" y="2495"/>
                    <a:pt x="11024" y="2462"/>
                    <a:pt x="10958" y="2403"/>
                  </a:cubicBezTo>
                  <a:cubicBezTo>
                    <a:pt x="10892" y="2350"/>
                    <a:pt x="10912" y="2376"/>
                    <a:pt x="10833" y="2278"/>
                  </a:cubicBezTo>
                  <a:cubicBezTo>
                    <a:pt x="10761" y="2179"/>
                    <a:pt x="10761" y="2054"/>
                    <a:pt x="10741" y="1981"/>
                  </a:cubicBezTo>
                  <a:cubicBezTo>
                    <a:pt x="10715" y="1909"/>
                    <a:pt x="10629" y="1896"/>
                    <a:pt x="10590" y="1804"/>
                  </a:cubicBezTo>
                  <a:cubicBezTo>
                    <a:pt x="10550" y="1712"/>
                    <a:pt x="10590" y="1455"/>
                    <a:pt x="10590" y="1455"/>
                  </a:cubicBezTo>
                  <a:cubicBezTo>
                    <a:pt x="10590" y="1455"/>
                    <a:pt x="10583" y="1455"/>
                    <a:pt x="10570" y="1448"/>
                  </a:cubicBezTo>
                  <a:lnTo>
                    <a:pt x="10530" y="1448"/>
                  </a:lnTo>
                  <a:cubicBezTo>
                    <a:pt x="10524" y="1442"/>
                    <a:pt x="10517" y="1442"/>
                    <a:pt x="10511" y="1442"/>
                  </a:cubicBezTo>
                  <a:cubicBezTo>
                    <a:pt x="10465" y="1435"/>
                    <a:pt x="10405" y="1429"/>
                    <a:pt x="10339" y="1422"/>
                  </a:cubicBezTo>
                  <a:lnTo>
                    <a:pt x="10320" y="1422"/>
                  </a:lnTo>
                  <a:cubicBezTo>
                    <a:pt x="10300" y="1415"/>
                    <a:pt x="10280" y="1415"/>
                    <a:pt x="10261" y="1415"/>
                  </a:cubicBezTo>
                  <a:cubicBezTo>
                    <a:pt x="10247" y="1409"/>
                    <a:pt x="10241" y="1409"/>
                    <a:pt x="10228" y="1409"/>
                  </a:cubicBezTo>
                  <a:lnTo>
                    <a:pt x="10195" y="1409"/>
                  </a:lnTo>
                  <a:cubicBezTo>
                    <a:pt x="10182" y="1409"/>
                    <a:pt x="10162" y="1402"/>
                    <a:pt x="10149" y="1402"/>
                  </a:cubicBezTo>
                  <a:lnTo>
                    <a:pt x="10056" y="1402"/>
                  </a:lnTo>
                  <a:cubicBezTo>
                    <a:pt x="10034" y="1401"/>
                    <a:pt x="10011" y="1401"/>
                    <a:pt x="9990" y="1401"/>
                  </a:cubicBezTo>
                  <a:cubicBezTo>
                    <a:pt x="9875" y="1401"/>
                    <a:pt x="9785" y="1416"/>
                    <a:pt x="9773" y="1455"/>
                  </a:cubicBezTo>
                  <a:cubicBezTo>
                    <a:pt x="9773" y="1455"/>
                    <a:pt x="9695" y="1692"/>
                    <a:pt x="9648" y="1771"/>
                  </a:cubicBezTo>
                  <a:cubicBezTo>
                    <a:pt x="9602" y="1850"/>
                    <a:pt x="9484" y="2041"/>
                    <a:pt x="9510" y="2067"/>
                  </a:cubicBezTo>
                  <a:cubicBezTo>
                    <a:pt x="9537" y="2093"/>
                    <a:pt x="9589" y="2107"/>
                    <a:pt x="9596" y="2139"/>
                  </a:cubicBezTo>
                  <a:cubicBezTo>
                    <a:pt x="9602" y="2172"/>
                    <a:pt x="9543" y="2225"/>
                    <a:pt x="9504" y="2232"/>
                  </a:cubicBezTo>
                  <a:cubicBezTo>
                    <a:pt x="9471" y="2245"/>
                    <a:pt x="9405" y="2271"/>
                    <a:pt x="9379" y="2271"/>
                  </a:cubicBezTo>
                  <a:cubicBezTo>
                    <a:pt x="9346" y="2271"/>
                    <a:pt x="9273" y="2212"/>
                    <a:pt x="9273" y="2212"/>
                  </a:cubicBezTo>
                  <a:cubicBezTo>
                    <a:pt x="9273" y="2212"/>
                    <a:pt x="9227" y="2107"/>
                    <a:pt x="9181" y="2080"/>
                  </a:cubicBezTo>
                  <a:cubicBezTo>
                    <a:pt x="9143" y="2058"/>
                    <a:pt x="8995" y="2000"/>
                    <a:pt x="8928" y="2000"/>
                  </a:cubicBezTo>
                  <a:cubicBezTo>
                    <a:pt x="8914" y="2000"/>
                    <a:pt x="8904" y="2002"/>
                    <a:pt x="8898" y="2008"/>
                  </a:cubicBezTo>
                  <a:cubicBezTo>
                    <a:pt x="8872" y="2041"/>
                    <a:pt x="8720" y="2107"/>
                    <a:pt x="8701" y="2179"/>
                  </a:cubicBezTo>
                  <a:cubicBezTo>
                    <a:pt x="8681" y="2251"/>
                    <a:pt x="8720" y="2297"/>
                    <a:pt x="8727" y="2350"/>
                  </a:cubicBezTo>
                  <a:cubicBezTo>
                    <a:pt x="8740" y="2409"/>
                    <a:pt x="8714" y="2436"/>
                    <a:pt x="8694" y="2455"/>
                  </a:cubicBezTo>
                  <a:cubicBezTo>
                    <a:pt x="8674" y="2482"/>
                    <a:pt x="8668" y="2501"/>
                    <a:pt x="8668" y="2541"/>
                  </a:cubicBezTo>
                  <a:cubicBezTo>
                    <a:pt x="8668" y="2587"/>
                    <a:pt x="8674" y="2607"/>
                    <a:pt x="8714" y="2666"/>
                  </a:cubicBezTo>
                  <a:cubicBezTo>
                    <a:pt x="8753" y="2725"/>
                    <a:pt x="8780" y="2751"/>
                    <a:pt x="8760" y="2771"/>
                  </a:cubicBezTo>
                  <a:cubicBezTo>
                    <a:pt x="8754" y="2777"/>
                    <a:pt x="8747" y="2779"/>
                    <a:pt x="8738" y="2779"/>
                  </a:cubicBezTo>
                  <a:cubicBezTo>
                    <a:pt x="8718" y="2779"/>
                    <a:pt x="8691" y="2765"/>
                    <a:pt x="8668" y="2751"/>
                  </a:cubicBezTo>
                  <a:cubicBezTo>
                    <a:pt x="8635" y="2732"/>
                    <a:pt x="8622" y="2640"/>
                    <a:pt x="8556" y="2640"/>
                  </a:cubicBezTo>
                  <a:cubicBezTo>
                    <a:pt x="8532" y="2640"/>
                    <a:pt x="8514" y="2641"/>
                    <a:pt x="8499" y="2641"/>
                  </a:cubicBezTo>
                  <a:cubicBezTo>
                    <a:pt x="8477" y="2641"/>
                    <a:pt x="8462" y="2638"/>
                    <a:pt x="8451" y="2626"/>
                  </a:cubicBezTo>
                  <a:cubicBezTo>
                    <a:pt x="8437" y="2607"/>
                    <a:pt x="8352" y="2475"/>
                    <a:pt x="8345" y="2462"/>
                  </a:cubicBezTo>
                  <a:cubicBezTo>
                    <a:pt x="8339" y="2449"/>
                    <a:pt x="8260" y="2343"/>
                    <a:pt x="8187" y="2311"/>
                  </a:cubicBezTo>
                  <a:cubicBezTo>
                    <a:pt x="8115" y="2271"/>
                    <a:pt x="7990" y="2225"/>
                    <a:pt x="8010" y="2192"/>
                  </a:cubicBezTo>
                  <a:cubicBezTo>
                    <a:pt x="8023" y="2166"/>
                    <a:pt x="8141" y="2100"/>
                    <a:pt x="8181" y="2074"/>
                  </a:cubicBezTo>
                  <a:cubicBezTo>
                    <a:pt x="8220" y="2047"/>
                    <a:pt x="8247" y="1981"/>
                    <a:pt x="8247" y="1935"/>
                  </a:cubicBezTo>
                  <a:cubicBezTo>
                    <a:pt x="8247" y="1896"/>
                    <a:pt x="8273" y="1810"/>
                    <a:pt x="8194" y="1738"/>
                  </a:cubicBezTo>
                  <a:cubicBezTo>
                    <a:pt x="8115" y="1666"/>
                    <a:pt x="8043" y="1442"/>
                    <a:pt x="8036" y="1376"/>
                  </a:cubicBezTo>
                  <a:cubicBezTo>
                    <a:pt x="8036" y="1310"/>
                    <a:pt x="8003" y="1277"/>
                    <a:pt x="8003" y="1238"/>
                  </a:cubicBezTo>
                  <a:cubicBezTo>
                    <a:pt x="8010" y="1192"/>
                    <a:pt x="7970" y="1119"/>
                    <a:pt x="8003" y="1060"/>
                  </a:cubicBezTo>
                  <a:cubicBezTo>
                    <a:pt x="8036" y="1001"/>
                    <a:pt x="8115" y="909"/>
                    <a:pt x="8095" y="876"/>
                  </a:cubicBezTo>
                  <a:cubicBezTo>
                    <a:pt x="8069" y="843"/>
                    <a:pt x="8016" y="705"/>
                    <a:pt x="7990" y="698"/>
                  </a:cubicBezTo>
                  <a:cubicBezTo>
                    <a:pt x="7964" y="685"/>
                    <a:pt x="7779" y="534"/>
                    <a:pt x="7779" y="534"/>
                  </a:cubicBezTo>
                  <a:cubicBezTo>
                    <a:pt x="7779" y="534"/>
                    <a:pt x="7786" y="435"/>
                    <a:pt x="7819" y="356"/>
                  </a:cubicBezTo>
                  <a:cubicBezTo>
                    <a:pt x="7852" y="283"/>
                    <a:pt x="7878" y="224"/>
                    <a:pt x="7839" y="191"/>
                  </a:cubicBezTo>
                  <a:cubicBezTo>
                    <a:pt x="7799" y="152"/>
                    <a:pt x="7687" y="99"/>
                    <a:pt x="7667" y="99"/>
                  </a:cubicBezTo>
                  <a:cubicBezTo>
                    <a:pt x="7648" y="93"/>
                    <a:pt x="7516" y="60"/>
                    <a:pt x="7516" y="60"/>
                  </a:cubicBezTo>
                  <a:cubicBezTo>
                    <a:pt x="7516" y="60"/>
                    <a:pt x="7424" y="7"/>
                    <a:pt x="7404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9" name="Google Shape;1590;p19">
              <a:extLst>
                <a:ext uri="{FF2B5EF4-FFF2-40B4-BE49-F238E27FC236}">
                  <a16:creationId xmlns:a16="http://schemas.microsoft.com/office/drawing/2014/main" id="{54650F9D-A965-AA52-6675-E8C44DD08120}"/>
                </a:ext>
              </a:extLst>
            </p:cNvPr>
            <p:cNvSpPr/>
            <p:nvPr/>
          </p:nvSpPr>
          <p:spPr>
            <a:xfrm>
              <a:off x="7730016" y="1941465"/>
              <a:ext cx="439735" cy="652236"/>
            </a:xfrm>
            <a:custGeom>
              <a:avLst/>
              <a:gdLst/>
              <a:ahLst/>
              <a:cxnLst/>
              <a:rect l="l" t="t" r="r" b="b"/>
              <a:pathLst>
                <a:path w="4029" h="5976" extrusionOk="0">
                  <a:moveTo>
                    <a:pt x="3015" y="1"/>
                  </a:moveTo>
                  <a:cubicBezTo>
                    <a:pt x="3008" y="27"/>
                    <a:pt x="3002" y="60"/>
                    <a:pt x="2995" y="80"/>
                  </a:cubicBezTo>
                  <a:cubicBezTo>
                    <a:pt x="2975" y="159"/>
                    <a:pt x="2890" y="225"/>
                    <a:pt x="2850" y="264"/>
                  </a:cubicBezTo>
                  <a:cubicBezTo>
                    <a:pt x="2811" y="304"/>
                    <a:pt x="2751" y="337"/>
                    <a:pt x="2686" y="389"/>
                  </a:cubicBezTo>
                  <a:cubicBezTo>
                    <a:pt x="2613" y="442"/>
                    <a:pt x="2482" y="455"/>
                    <a:pt x="2482" y="455"/>
                  </a:cubicBezTo>
                  <a:cubicBezTo>
                    <a:pt x="2482" y="455"/>
                    <a:pt x="2409" y="521"/>
                    <a:pt x="2350" y="593"/>
                  </a:cubicBezTo>
                  <a:cubicBezTo>
                    <a:pt x="2297" y="666"/>
                    <a:pt x="2350" y="685"/>
                    <a:pt x="2350" y="731"/>
                  </a:cubicBezTo>
                  <a:cubicBezTo>
                    <a:pt x="2350" y="778"/>
                    <a:pt x="2310" y="843"/>
                    <a:pt x="2264" y="903"/>
                  </a:cubicBezTo>
                  <a:cubicBezTo>
                    <a:pt x="2225" y="962"/>
                    <a:pt x="2139" y="1054"/>
                    <a:pt x="2139" y="1054"/>
                  </a:cubicBezTo>
                  <a:cubicBezTo>
                    <a:pt x="2139" y="1054"/>
                    <a:pt x="2146" y="1074"/>
                    <a:pt x="2159" y="1120"/>
                  </a:cubicBezTo>
                  <a:cubicBezTo>
                    <a:pt x="2166" y="1166"/>
                    <a:pt x="2225" y="1218"/>
                    <a:pt x="2225" y="1245"/>
                  </a:cubicBezTo>
                  <a:cubicBezTo>
                    <a:pt x="2218" y="1278"/>
                    <a:pt x="2212" y="1291"/>
                    <a:pt x="2172" y="1344"/>
                  </a:cubicBezTo>
                  <a:cubicBezTo>
                    <a:pt x="2133" y="1396"/>
                    <a:pt x="2153" y="1455"/>
                    <a:pt x="2159" y="1488"/>
                  </a:cubicBezTo>
                  <a:cubicBezTo>
                    <a:pt x="2166" y="1528"/>
                    <a:pt x="2205" y="1587"/>
                    <a:pt x="2232" y="1633"/>
                  </a:cubicBezTo>
                  <a:cubicBezTo>
                    <a:pt x="2258" y="1673"/>
                    <a:pt x="2271" y="1771"/>
                    <a:pt x="2271" y="1811"/>
                  </a:cubicBezTo>
                  <a:cubicBezTo>
                    <a:pt x="2271" y="1844"/>
                    <a:pt x="2245" y="1877"/>
                    <a:pt x="2212" y="1903"/>
                  </a:cubicBezTo>
                  <a:cubicBezTo>
                    <a:pt x="2185" y="1936"/>
                    <a:pt x="2120" y="1962"/>
                    <a:pt x="2080" y="2021"/>
                  </a:cubicBezTo>
                  <a:cubicBezTo>
                    <a:pt x="2047" y="2074"/>
                    <a:pt x="2067" y="2337"/>
                    <a:pt x="2067" y="2390"/>
                  </a:cubicBezTo>
                  <a:cubicBezTo>
                    <a:pt x="2067" y="2436"/>
                    <a:pt x="2126" y="2443"/>
                    <a:pt x="2139" y="2456"/>
                  </a:cubicBezTo>
                  <a:cubicBezTo>
                    <a:pt x="2159" y="2469"/>
                    <a:pt x="2199" y="2489"/>
                    <a:pt x="2238" y="2495"/>
                  </a:cubicBezTo>
                  <a:cubicBezTo>
                    <a:pt x="2278" y="2508"/>
                    <a:pt x="2297" y="2548"/>
                    <a:pt x="2304" y="2581"/>
                  </a:cubicBezTo>
                  <a:cubicBezTo>
                    <a:pt x="2317" y="2614"/>
                    <a:pt x="2291" y="2686"/>
                    <a:pt x="2278" y="2726"/>
                  </a:cubicBezTo>
                  <a:cubicBezTo>
                    <a:pt x="2271" y="2772"/>
                    <a:pt x="2225" y="2818"/>
                    <a:pt x="2192" y="2864"/>
                  </a:cubicBezTo>
                  <a:cubicBezTo>
                    <a:pt x="2176" y="2883"/>
                    <a:pt x="2155" y="2888"/>
                    <a:pt x="2133" y="2888"/>
                  </a:cubicBezTo>
                  <a:cubicBezTo>
                    <a:pt x="2102" y="2888"/>
                    <a:pt x="2068" y="2877"/>
                    <a:pt x="2041" y="2877"/>
                  </a:cubicBezTo>
                  <a:cubicBezTo>
                    <a:pt x="2001" y="2884"/>
                    <a:pt x="1949" y="2930"/>
                    <a:pt x="1870" y="2963"/>
                  </a:cubicBezTo>
                  <a:cubicBezTo>
                    <a:pt x="1855" y="2968"/>
                    <a:pt x="1841" y="2970"/>
                    <a:pt x="1826" y="2970"/>
                  </a:cubicBezTo>
                  <a:cubicBezTo>
                    <a:pt x="1769" y="2970"/>
                    <a:pt x="1717" y="2935"/>
                    <a:pt x="1712" y="2930"/>
                  </a:cubicBezTo>
                  <a:cubicBezTo>
                    <a:pt x="1705" y="2930"/>
                    <a:pt x="1672" y="2890"/>
                    <a:pt x="1666" y="2870"/>
                  </a:cubicBezTo>
                  <a:cubicBezTo>
                    <a:pt x="1661" y="2864"/>
                    <a:pt x="1644" y="2861"/>
                    <a:pt x="1620" y="2861"/>
                  </a:cubicBezTo>
                  <a:cubicBezTo>
                    <a:pt x="1575" y="2861"/>
                    <a:pt x="1509" y="2871"/>
                    <a:pt x="1461" y="2884"/>
                  </a:cubicBezTo>
                  <a:cubicBezTo>
                    <a:pt x="1396" y="2910"/>
                    <a:pt x="1402" y="2943"/>
                    <a:pt x="1369" y="2989"/>
                  </a:cubicBezTo>
                  <a:cubicBezTo>
                    <a:pt x="1336" y="3035"/>
                    <a:pt x="1238" y="3088"/>
                    <a:pt x="1172" y="3127"/>
                  </a:cubicBezTo>
                  <a:cubicBezTo>
                    <a:pt x="1106" y="3160"/>
                    <a:pt x="1001" y="3292"/>
                    <a:pt x="909" y="3344"/>
                  </a:cubicBezTo>
                  <a:cubicBezTo>
                    <a:pt x="810" y="3403"/>
                    <a:pt x="593" y="3456"/>
                    <a:pt x="580" y="3463"/>
                  </a:cubicBezTo>
                  <a:cubicBezTo>
                    <a:pt x="573" y="3463"/>
                    <a:pt x="560" y="3476"/>
                    <a:pt x="534" y="3489"/>
                  </a:cubicBezTo>
                  <a:cubicBezTo>
                    <a:pt x="494" y="3522"/>
                    <a:pt x="435" y="3568"/>
                    <a:pt x="408" y="3594"/>
                  </a:cubicBezTo>
                  <a:cubicBezTo>
                    <a:pt x="376" y="3627"/>
                    <a:pt x="329" y="3686"/>
                    <a:pt x="329" y="3739"/>
                  </a:cubicBezTo>
                  <a:cubicBezTo>
                    <a:pt x="329" y="3792"/>
                    <a:pt x="323" y="3844"/>
                    <a:pt x="303" y="3923"/>
                  </a:cubicBezTo>
                  <a:cubicBezTo>
                    <a:pt x="277" y="4009"/>
                    <a:pt x="185" y="4160"/>
                    <a:pt x="165" y="4239"/>
                  </a:cubicBezTo>
                  <a:cubicBezTo>
                    <a:pt x="145" y="4318"/>
                    <a:pt x="99" y="4338"/>
                    <a:pt x="60" y="4371"/>
                  </a:cubicBezTo>
                  <a:cubicBezTo>
                    <a:pt x="27" y="4404"/>
                    <a:pt x="0" y="4443"/>
                    <a:pt x="0" y="4503"/>
                  </a:cubicBezTo>
                  <a:cubicBezTo>
                    <a:pt x="0" y="4562"/>
                    <a:pt x="20" y="4654"/>
                    <a:pt x="20" y="4654"/>
                  </a:cubicBezTo>
                  <a:cubicBezTo>
                    <a:pt x="20" y="4654"/>
                    <a:pt x="73" y="4759"/>
                    <a:pt x="93" y="4792"/>
                  </a:cubicBezTo>
                  <a:cubicBezTo>
                    <a:pt x="106" y="4818"/>
                    <a:pt x="93" y="4878"/>
                    <a:pt x="93" y="4891"/>
                  </a:cubicBezTo>
                  <a:cubicBezTo>
                    <a:pt x="93" y="4904"/>
                    <a:pt x="125" y="5003"/>
                    <a:pt x="132" y="5029"/>
                  </a:cubicBezTo>
                  <a:cubicBezTo>
                    <a:pt x="139" y="5062"/>
                    <a:pt x="93" y="5095"/>
                    <a:pt x="86" y="5108"/>
                  </a:cubicBezTo>
                  <a:cubicBezTo>
                    <a:pt x="79" y="5115"/>
                    <a:pt x="66" y="5292"/>
                    <a:pt x="60" y="5352"/>
                  </a:cubicBezTo>
                  <a:cubicBezTo>
                    <a:pt x="60" y="5411"/>
                    <a:pt x="33" y="5444"/>
                    <a:pt x="33" y="5444"/>
                  </a:cubicBezTo>
                  <a:lnTo>
                    <a:pt x="152" y="5444"/>
                  </a:lnTo>
                  <a:cubicBezTo>
                    <a:pt x="158" y="5444"/>
                    <a:pt x="158" y="5444"/>
                    <a:pt x="165" y="5431"/>
                  </a:cubicBezTo>
                  <a:cubicBezTo>
                    <a:pt x="189" y="5407"/>
                    <a:pt x="235" y="5350"/>
                    <a:pt x="258" y="5350"/>
                  </a:cubicBezTo>
                  <a:cubicBezTo>
                    <a:pt x="260" y="5350"/>
                    <a:pt x="262" y="5350"/>
                    <a:pt x="264" y="5352"/>
                  </a:cubicBezTo>
                  <a:cubicBezTo>
                    <a:pt x="297" y="5371"/>
                    <a:pt x="376" y="5477"/>
                    <a:pt x="376" y="5529"/>
                  </a:cubicBezTo>
                  <a:cubicBezTo>
                    <a:pt x="376" y="5582"/>
                    <a:pt x="408" y="5595"/>
                    <a:pt x="408" y="5628"/>
                  </a:cubicBezTo>
                  <a:cubicBezTo>
                    <a:pt x="408" y="5667"/>
                    <a:pt x="395" y="5720"/>
                    <a:pt x="408" y="5766"/>
                  </a:cubicBezTo>
                  <a:cubicBezTo>
                    <a:pt x="428" y="5806"/>
                    <a:pt x="422" y="5872"/>
                    <a:pt x="501" y="5904"/>
                  </a:cubicBezTo>
                  <a:cubicBezTo>
                    <a:pt x="573" y="5944"/>
                    <a:pt x="678" y="5944"/>
                    <a:pt x="705" y="5944"/>
                  </a:cubicBezTo>
                  <a:cubicBezTo>
                    <a:pt x="720" y="5949"/>
                    <a:pt x="762" y="5976"/>
                    <a:pt x="801" y="5976"/>
                  </a:cubicBezTo>
                  <a:cubicBezTo>
                    <a:pt x="811" y="5976"/>
                    <a:pt x="821" y="5974"/>
                    <a:pt x="830" y="5970"/>
                  </a:cubicBezTo>
                  <a:cubicBezTo>
                    <a:pt x="836" y="5964"/>
                    <a:pt x="843" y="5964"/>
                    <a:pt x="849" y="5957"/>
                  </a:cubicBezTo>
                  <a:cubicBezTo>
                    <a:pt x="895" y="5931"/>
                    <a:pt x="955" y="5885"/>
                    <a:pt x="988" y="5852"/>
                  </a:cubicBezTo>
                  <a:cubicBezTo>
                    <a:pt x="1021" y="5819"/>
                    <a:pt x="1113" y="5707"/>
                    <a:pt x="1126" y="5707"/>
                  </a:cubicBezTo>
                  <a:cubicBezTo>
                    <a:pt x="1139" y="5707"/>
                    <a:pt x="1178" y="5733"/>
                    <a:pt x="1211" y="5733"/>
                  </a:cubicBezTo>
                  <a:cubicBezTo>
                    <a:pt x="1251" y="5733"/>
                    <a:pt x="1350" y="5687"/>
                    <a:pt x="1389" y="5667"/>
                  </a:cubicBezTo>
                  <a:cubicBezTo>
                    <a:pt x="1422" y="5641"/>
                    <a:pt x="1521" y="5536"/>
                    <a:pt x="1547" y="5490"/>
                  </a:cubicBezTo>
                  <a:cubicBezTo>
                    <a:pt x="1573" y="5450"/>
                    <a:pt x="1685" y="5246"/>
                    <a:pt x="1672" y="5213"/>
                  </a:cubicBezTo>
                  <a:cubicBezTo>
                    <a:pt x="1659" y="5174"/>
                    <a:pt x="1639" y="5121"/>
                    <a:pt x="1600" y="5088"/>
                  </a:cubicBezTo>
                  <a:cubicBezTo>
                    <a:pt x="1560" y="5055"/>
                    <a:pt x="1488" y="4996"/>
                    <a:pt x="1547" y="4917"/>
                  </a:cubicBezTo>
                  <a:cubicBezTo>
                    <a:pt x="1606" y="4838"/>
                    <a:pt x="1771" y="4746"/>
                    <a:pt x="1791" y="4740"/>
                  </a:cubicBezTo>
                  <a:cubicBezTo>
                    <a:pt x="1799" y="4735"/>
                    <a:pt x="1830" y="4697"/>
                    <a:pt x="1851" y="4697"/>
                  </a:cubicBezTo>
                  <a:cubicBezTo>
                    <a:pt x="1862" y="4697"/>
                    <a:pt x="1870" y="4708"/>
                    <a:pt x="1870" y="4740"/>
                  </a:cubicBezTo>
                  <a:cubicBezTo>
                    <a:pt x="1870" y="4832"/>
                    <a:pt x="1883" y="4865"/>
                    <a:pt x="1916" y="4865"/>
                  </a:cubicBezTo>
                  <a:cubicBezTo>
                    <a:pt x="1944" y="4869"/>
                    <a:pt x="1948" y="4874"/>
                    <a:pt x="1970" y="4874"/>
                  </a:cubicBezTo>
                  <a:cubicBezTo>
                    <a:pt x="1979" y="4874"/>
                    <a:pt x="1990" y="4873"/>
                    <a:pt x="2008" y="4871"/>
                  </a:cubicBezTo>
                  <a:cubicBezTo>
                    <a:pt x="2049" y="4867"/>
                    <a:pt x="2097" y="4858"/>
                    <a:pt x="2131" y="4858"/>
                  </a:cubicBezTo>
                  <a:cubicBezTo>
                    <a:pt x="2152" y="4858"/>
                    <a:pt x="2167" y="4861"/>
                    <a:pt x="2172" y="4871"/>
                  </a:cubicBezTo>
                  <a:cubicBezTo>
                    <a:pt x="2185" y="4891"/>
                    <a:pt x="2172" y="4950"/>
                    <a:pt x="2238" y="4976"/>
                  </a:cubicBezTo>
                  <a:cubicBezTo>
                    <a:pt x="2281" y="4988"/>
                    <a:pt x="2317" y="5002"/>
                    <a:pt x="2347" y="5002"/>
                  </a:cubicBezTo>
                  <a:cubicBezTo>
                    <a:pt x="2368" y="5002"/>
                    <a:pt x="2386" y="4995"/>
                    <a:pt x="2403" y="4976"/>
                  </a:cubicBezTo>
                  <a:cubicBezTo>
                    <a:pt x="2442" y="4924"/>
                    <a:pt x="2501" y="4851"/>
                    <a:pt x="2528" y="4832"/>
                  </a:cubicBezTo>
                  <a:cubicBezTo>
                    <a:pt x="2554" y="4812"/>
                    <a:pt x="2653" y="4772"/>
                    <a:pt x="2699" y="4772"/>
                  </a:cubicBezTo>
                  <a:cubicBezTo>
                    <a:pt x="2745" y="4766"/>
                    <a:pt x="2837" y="4753"/>
                    <a:pt x="2837" y="4753"/>
                  </a:cubicBezTo>
                  <a:lnTo>
                    <a:pt x="3054" y="4582"/>
                  </a:lnTo>
                  <a:cubicBezTo>
                    <a:pt x="3054" y="4582"/>
                    <a:pt x="3061" y="4522"/>
                    <a:pt x="3166" y="4476"/>
                  </a:cubicBezTo>
                  <a:cubicBezTo>
                    <a:pt x="3252" y="4437"/>
                    <a:pt x="3363" y="4351"/>
                    <a:pt x="3410" y="4318"/>
                  </a:cubicBezTo>
                  <a:cubicBezTo>
                    <a:pt x="3416" y="4312"/>
                    <a:pt x="3423" y="4305"/>
                    <a:pt x="3423" y="4305"/>
                  </a:cubicBezTo>
                  <a:cubicBezTo>
                    <a:pt x="3423" y="4305"/>
                    <a:pt x="3436" y="4279"/>
                    <a:pt x="3554" y="4193"/>
                  </a:cubicBezTo>
                  <a:cubicBezTo>
                    <a:pt x="3679" y="4108"/>
                    <a:pt x="3745" y="4068"/>
                    <a:pt x="3785" y="4009"/>
                  </a:cubicBezTo>
                  <a:cubicBezTo>
                    <a:pt x="3818" y="3969"/>
                    <a:pt x="3851" y="3891"/>
                    <a:pt x="3864" y="3858"/>
                  </a:cubicBezTo>
                  <a:cubicBezTo>
                    <a:pt x="3870" y="3844"/>
                    <a:pt x="3870" y="3838"/>
                    <a:pt x="3870" y="3838"/>
                  </a:cubicBezTo>
                  <a:cubicBezTo>
                    <a:pt x="3870" y="3838"/>
                    <a:pt x="3864" y="3680"/>
                    <a:pt x="3837" y="3627"/>
                  </a:cubicBezTo>
                  <a:cubicBezTo>
                    <a:pt x="3804" y="3575"/>
                    <a:pt x="3778" y="3542"/>
                    <a:pt x="3778" y="3515"/>
                  </a:cubicBezTo>
                  <a:cubicBezTo>
                    <a:pt x="3778" y="3489"/>
                    <a:pt x="3791" y="3423"/>
                    <a:pt x="3824" y="3371"/>
                  </a:cubicBezTo>
                  <a:cubicBezTo>
                    <a:pt x="3837" y="3351"/>
                    <a:pt x="3851" y="3331"/>
                    <a:pt x="3864" y="3318"/>
                  </a:cubicBezTo>
                  <a:cubicBezTo>
                    <a:pt x="3890" y="3272"/>
                    <a:pt x="3923" y="3232"/>
                    <a:pt x="3929" y="3213"/>
                  </a:cubicBezTo>
                  <a:cubicBezTo>
                    <a:pt x="3943" y="3186"/>
                    <a:pt x="4028" y="2956"/>
                    <a:pt x="3976" y="2897"/>
                  </a:cubicBezTo>
                  <a:cubicBezTo>
                    <a:pt x="3923" y="2831"/>
                    <a:pt x="3824" y="2897"/>
                    <a:pt x="3778" y="2759"/>
                  </a:cubicBezTo>
                  <a:cubicBezTo>
                    <a:pt x="3732" y="2627"/>
                    <a:pt x="3699" y="2508"/>
                    <a:pt x="3699" y="2436"/>
                  </a:cubicBezTo>
                  <a:cubicBezTo>
                    <a:pt x="3699" y="2364"/>
                    <a:pt x="3673" y="2331"/>
                    <a:pt x="3646" y="2285"/>
                  </a:cubicBezTo>
                  <a:cubicBezTo>
                    <a:pt x="3620" y="2232"/>
                    <a:pt x="3614" y="2127"/>
                    <a:pt x="3620" y="2054"/>
                  </a:cubicBezTo>
                  <a:cubicBezTo>
                    <a:pt x="3633" y="1982"/>
                    <a:pt x="3666" y="1870"/>
                    <a:pt x="3640" y="1817"/>
                  </a:cubicBezTo>
                  <a:cubicBezTo>
                    <a:pt x="3614" y="1765"/>
                    <a:pt x="3508" y="1666"/>
                    <a:pt x="3462" y="1620"/>
                  </a:cubicBezTo>
                  <a:cubicBezTo>
                    <a:pt x="3416" y="1574"/>
                    <a:pt x="3410" y="1455"/>
                    <a:pt x="3410" y="1436"/>
                  </a:cubicBezTo>
                  <a:cubicBezTo>
                    <a:pt x="3403" y="1416"/>
                    <a:pt x="3416" y="1265"/>
                    <a:pt x="3449" y="1199"/>
                  </a:cubicBezTo>
                  <a:cubicBezTo>
                    <a:pt x="3482" y="1126"/>
                    <a:pt x="3554" y="1034"/>
                    <a:pt x="3515" y="955"/>
                  </a:cubicBezTo>
                  <a:cubicBezTo>
                    <a:pt x="3475" y="876"/>
                    <a:pt x="3416" y="797"/>
                    <a:pt x="3390" y="745"/>
                  </a:cubicBezTo>
                  <a:cubicBezTo>
                    <a:pt x="3363" y="692"/>
                    <a:pt x="3331" y="620"/>
                    <a:pt x="3331" y="527"/>
                  </a:cubicBezTo>
                  <a:cubicBezTo>
                    <a:pt x="3331" y="435"/>
                    <a:pt x="3363" y="205"/>
                    <a:pt x="3377" y="159"/>
                  </a:cubicBezTo>
                  <a:cubicBezTo>
                    <a:pt x="3383" y="139"/>
                    <a:pt x="3390" y="100"/>
                    <a:pt x="3390" y="60"/>
                  </a:cubicBezTo>
                  <a:cubicBezTo>
                    <a:pt x="3383" y="60"/>
                    <a:pt x="3377" y="60"/>
                    <a:pt x="3370" y="67"/>
                  </a:cubicBezTo>
                  <a:lnTo>
                    <a:pt x="3291" y="67"/>
                  </a:lnTo>
                  <a:cubicBezTo>
                    <a:pt x="3278" y="60"/>
                    <a:pt x="3271" y="60"/>
                    <a:pt x="3258" y="60"/>
                  </a:cubicBezTo>
                  <a:cubicBezTo>
                    <a:pt x="3245" y="54"/>
                    <a:pt x="3232" y="54"/>
                    <a:pt x="3219" y="54"/>
                  </a:cubicBezTo>
                  <a:lnTo>
                    <a:pt x="3212" y="54"/>
                  </a:lnTo>
                  <a:cubicBezTo>
                    <a:pt x="3206" y="54"/>
                    <a:pt x="3206" y="47"/>
                    <a:pt x="3199" y="47"/>
                  </a:cubicBezTo>
                  <a:cubicBezTo>
                    <a:pt x="3186" y="47"/>
                    <a:pt x="3179" y="40"/>
                    <a:pt x="3166" y="40"/>
                  </a:cubicBezTo>
                  <a:cubicBezTo>
                    <a:pt x="3133" y="34"/>
                    <a:pt x="3100" y="27"/>
                    <a:pt x="3074" y="21"/>
                  </a:cubicBezTo>
                  <a:cubicBezTo>
                    <a:pt x="3067" y="21"/>
                    <a:pt x="3061" y="14"/>
                    <a:pt x="3054" y="14"/>
                  </a:cubicBezTo>
                  <a:lnTo>
                    <a:pt x="3048" y="14"/>
                  </a:lnTo>
                  <a:cubicBezTo>
                    <a:pt x="3041" y="8"/>
                    <a:pt x="3041" y="8"/>
                    <a:pt x="3034" y="8"/>
                  </a:cubicBezTo>
                  <a:cubicBezTo>
                    <a:pt x="3028" y="8"/>
                    <a:pt x="3021" y="1"/>
                    <a:pt x="3015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0" name="Google Shape;1567;p19">
              <a:extLst>
                <a:ext uri="{FF2B5EF4-FFF2-40B4-BE49-F238E27FC236}">
                  <a16:creationId xmlns:a16="http://schemas.microsoft.com/office/drawing/2014/main" id="{0B9F21CA-54B6-C14B-D254-760DC5C8AEB7}"/>
                </a:ext>
              </a:extLst>
            </p:cNvPr>
            <p:cNvSpPr/>
            <p:nvPr/>
          </p:nvSpPr>
          <p:spPr>
            <a:xfrm>
              <a:off x="7344851" y="2745036"/>
              <a:ext cx="877178" cy="702005"/>
            </a:xfrm>
            <a:custGeom>
              <a:avLst/>
              <a:gdLst/>
              <a:ahLst/>
              <a:cxnLst/>
              <a:rect l="l" t="t" r="r" b="b"/>
              <a:pathLst>
                <a:path w="8037" h="6432" extrusionOk="0">
                  <a:moveTo>
                    <a:pt x="5076" y="1"/>
                  </a:moveTo>
                  <a:cubicBezTo>
                    <a:pt x="4992" y="1"/>
                    <a:pt x="4851" y="12"/>
                    <a:pt x="4799" y="26"/>
                  </a:cubicBezTo>
                  <a:cubicBezTo>
                    <a:pt x="4726" y="46"/>
                    <a:pt x="4535" y="217"/>
                    <a:pt x="4535" y="217"/>
                  </a:cubicBezTo>
                  <a:lnTo>
                    <a:pt x="4437" y="269"/>
                  </a:lnTo>
                  <a:lnTo>
                    <a:pt x="4410" y="289"/>
                  </a:lnTo>
                  <a:cubicBezTo>
                    <a:pt x="4410" y="289"/>
                    <a:pt x="4239" y="335"/>
                    <a:pt x="4187" y="368"/>
                  </a:cubicBezTo>
                  <a:cubicBezTo>
                    <a:pt x="4134" y="401"/>
                    <a:pt x="4055" y="460"/>
                    <a:pt x="4029" y="487"/>
                  </a:cubicBezTo>
                  <a:cubicBezTo>
                    <a:pt x="4002" y="520"/>
                    <a:pt x="3805" y="684"/>
                    <a:pt x="3792" y="704"/>
                  </a:cubicBezTo>
                  <a:cubicBezTo>
                    <a:pt x="3774" y="722"/>
                    <a:pt x="3652" y="751"/>
                    <a:pt x="3605" y="751"/>
                  </a:cubicBezTo>
                  <a:cubicBezTo>
                    <a:pt x="3601" y="751"/>
                    <a:pt x="3597" y="750"/>
                    <a:pt x="3594" y="750"/>
                  </a:cubicBezTo>
                  <a:cubicBezTo>
                    <a:pt x="3568" y="750"/>
                    <a:pt x="3607" y="684"/>
                    <a:pt x="3627" y="625"/>
                  </a:cubicBezTo>
                  <a:cubicBezTo>
                    <a:pt x="3647" y="559"/>
                    <a:pt x="3673" y="572"/>
                    <a:pt x="3680" y="546"/>
                  </a:cubicBezTo>
                  <a:cubicBezTo>
                    <a:pt x="3680" y="546"/>
                    <a:pt x="3601" y="533"/>
                    <a:pt x="3561" y="533"/>
                  </a:cubicBezTo>
                  <a:cubicBezTo>
                    <a:pt x="3535" y="533"/>
                    <a:pt x="3520" y="553"/>
                    <a:pt x="3500" y="553"/>
                  </a:cubicBezTo>
                  <a:cubicBezTo>
                    <a:pt x="3490" y="553"/>
                    <a:pt x="3478" y="548"/>
                    <a:pt x="3463" y="533"/>
                  </a:cubicBezTo>
                  <a:cubicBezTo>
                    <a:pt x="3410" y="487"/>
                    <a:pt x="3377" y="447"/>
                    <a:pt x="3364" y="434"/>
                  </a:cubicBezTo>
                  <a:cubicBezTo>
                    <a:pt x="3351" y="414"/>
                    <a:pt x="3259" y="348"/>
                    <a:pt x="3259" y="348"/>
                  </a:cubicBezTo>
                  <a:cubicBezTo>
                    <a:pt x="3259" y="348"/>
                    <a:pt x="3199" y="441"/>
                    <a:pt x="3206" y="467"/>
                  </a:cubicBezTo>
                  <a:cubicBezTo>
                    <a:pt x="3219" y="487"/>
                    <a:pt x="3232" y="520"/>
                    <a:pt x="3252" y="552"/>
                  </a:cubicBezTo>
                  <a:cubicBezTo>
                    <a:pt x="3272" y="585"/>
                    <a:pt x="3298" y="618"/>
                    <a:pt x="3278" y="631"/>
                  </a:cubicBezTo>
                  <a:cubicBezTo>
                    <a:pt x="3264" y="641"/>
                    <a:pt x="3257" y="650"/>
                    <a:pt x="3240" y="650"/>
                  </a:cubicBezTo>
                  <a:cubicBezTo>
                    <a:pt x="3233" y="650"/>
                    <a:pt x="3224" y="648"/>
                    <a:pt x="3212" y="645"/>
                  </a:cubicBezTo>
                  <a:cubicBezTo>
                    <a:pt x="3166" y="638"/>
                    <a:pt x="3114" y="618"/>
                    <a:pt x="3101" y="618"/>
                  </a:cubicBezTo>
                  <a:cubicBezTo>
                    <a:pt x="3087" y="618"/>
                    <a:pt x="3074" y="612"/>
                    <a:pt x="3059" y="612"/>
                  </a:cubicBezTo>
                  <a:cubicBezTo>
                    <a:pt x="3052" y="612"/>
                    <a:pt x="3044" y="614"/>
                    <a:pt x="3035" y="618"/>
                  </a:cubicBezTo>
                  <a:cubicBezTo>
                    <a:pt x="3002" y="625"/>
                    <a:pt x="2936" y="677"/>
                    <a:pt x="2962" y="717"/>
                  </a:cubicBezTo>
                  <a:cubicBezTo>
                    <a:pt x="2982" y="756"/>
                    <a:pt x="3041" y="809"/>
                    <a:pt x="3028" y="835"/>
                  </a:cubicBezTo>
                  <a:cubicBezTo>
                    <a:pt x="3022" y="855"/>
                    <a:pt x="2949" y="914"/>
                    <a:pt x="2956" y="934"/>
                  </a:cubicBezTo>
                  <a:cubicBezTo>
                    <a:pt x="2962" y="960"/>
                    <a:pt x="2989" y="993"/>
                    <a:pt x="3008" y="1039"/>
                  </a:cubicBezTo>
                  <a:cubicBezTo>
                    <a:pt x="3028" y="1085"/>
                    <a:pt x="3068" y="1125"/>
                    <a:pt x="3074" y="1132"/>
                  </a:cubicBezTo>
                  <a:cubicBezTo>
                    <a:pt x="3074" y="1145"/>
                    <a:pt x="3107" y="1184"/>
                    <a:pt x="3074" y="1211"/>
                  </a:cubicBezTo>
                  <a:cubicBezTo>
                    <a:pt x="3041" y="1237"/>
                    <a:pt x="3028" y="1250"/>
                    <a:pt x="2956" y="1270"/>
                  </a:cubicBezTo>
                  <a:cubicBezTo>
                    <a:pt x="2883" y="1283"/>
                    <a:pt x="2818" y="1296"/>
                    <a:pt x="2804" y="1296"/>
                  </a:cubicBezTo>
                  <a:cubicBezTo>
                    <a:pt x="2800" y="1296"/>
                    <a:pt x="2790" y="1295"/>
                    <a:pt x="2778" y="1295"/>
                  </a:cubicBezTo>
                  <a:cubicBezTo>
                    <a:pt x="2753" y="1295"/>
                    <a:pt x="2721" y="1298"/>
                    <a:pt x="2712" y="1316"/>
                  </a:cubicBezTo>
                  <a:cubicBezTo>
                    <a:pt x="2699" y="1342"/>
                    <a:pt x="2679" y="1382"/>
                    <a:pt x="2679" y="1447"/>
                  </a:cubicBezTo>
                  <a:cubicBezTo>
                    <a:pt x="2679" y="1513"/>
                    <a:pt x="2712" y="1520"/>
                    <a:pt x="2679" y="1573"/>
                  </a:cubicBezTo>
                  <a:cubicBezTo>
                    <a:pt x="2646" y="1619"/>
                    <a:pt x="2614" y="1605"/>
                    <a:pt x="2627" y="1645"/>
                  </a:cubicBezTo>
                  <a:cubicBezTo>
                    <a:pt x="2640" y="1684"/>
                    <a:pt x="2627" y="1711"/>
                    <a:pt x="2679" y="1770"/>
                  </a:cubicBezTo>
                  <a:cubicBezTo>
                    <a:pt x="2732" y="1829"/>
                    <a:pt x="2765" y="1869"/>
                    <a:pt x="2791" y="1921"/>
                  </a:cubicBezTo>
                  <a:cubicBezTo>
                    <a:pt x="2818" y="1974"/>
                    <a:pt x="2857" y="2040"/>
                    <a:pt x="2831" y="2066"/>
                  </a:cubicBezTo>
                  <a:cubicBezTo>
                    <a:pt x="2798" y="2086"/>
                    <a:pt x="2745" y="2106"/>
                    <a:pt x="2719" y="2139"/>
                  </a:cubicBezTo>
                  <a:cubicBezTo>
                    <a:pt x="2693" y="2171"/>
                    <a:pt x="2614" y="2231"/>
                    <a:pt x="2594" y="2277"/>
                  </a:cubicBezTo>
                  <a:cubicBezTo>
                    <a:pt x="2567" y="2323"/>
                    <a:pt x="2515" y="2369"/>
                    <a:pt x="2561" y="2408"/>
                  </a:cubicBezTo>
                  <a:cubicBezTo>
                    <a:pt x="2600" y="2448"/>
                    <a:pt x="2640" y="2441"/>
                    <a:pt x="2660" y="2454"/>
                  </a:cubicBezTo>
                  <a:cubicBezTo>
                    <a:pt x="2686" y="2468"/>
                    <a:pt x="2699" y="2540"/>
                    <a:pt x="2693" y="2553"/>
                  </a:cubicBezTo>
                  <a:cubicBezTo>
                    <a:pt x="2679" y="2573"/>
                    <a:pt x="2646" y="2612"/>
                    <a:pt x="2646" y="2645"/>
                  </a:cubicBezTo>
                  <a:cubicBezTo>
                    <a:pt x="2653" y="2678"/>
                    <a:pt x="2679" y="2744"/>
                    <a:pt x="2679" y="2770"/>
                  </a:cubicBezTo>
                  <a:cubicBezTo>
                    <a:pt x="2686" y="2797"/>
                    <a:pt x="2719" y="2830"/>
                    <a:pt x="2693" y="2862"/>
                  </a:cubicBezTo>
                  <a:cubicBezTo>
                    <a:pt x="2666" y="2902"/>
                    <a:pt x="2640" y="2928"/>
                    <a:pt x="2581" y="2968"/>
                  </a:cubicBezTo>
                  <a:cubicBezTo>
                    <a:pt x="2528" y="3007"/>
                    <a:pt x="2449" y="3066"/>
                    <a:pt x="2416" y="3080"/>
                  </a:cubicBezTo>
                  <a:cubicBezTo>
                    <a:pt x="2393" y="3085"/>
                    <a:pt x="2294" y="3157"/>
                    <a:pt x="2239" y="3157"/>
                  </a:cubicBezTo>
                  <a:cubicBezTo>
                    <a:pt x="2231" y="3157"/>
                    <a:pt x="2224" y="3155"/>
                    <a:pt x="2219" y="3152"/>
                  </a:cubicBezTo>
                  <a:cubicBezTo>
                    <a:pt x="2173" y="3126"/>
                    <a:pt x="2080" y="3093"/>
                    <a:pt x="2048" y="3080"/>
                  </a:cubicBezTo>
                  <a:cubicBezTo>
                    <a:pt x="2029" y="3071"/>
                    <a:pt x="1992" y="3055"/>
                    <a:pt x="1954" y="3055"/>
                  </a:cubicBezTo>
                  <a:cubicBezTo>
                    <a:pt x="1937" y="3055"/>
                    <a:pt x="1919" y="3058"/>
                    <a:pt x="1903" y="3066"/>
                  </a:cubicBezTo>
                  <a:cubicBezTo>
                    <a:pt x="1869" y="3079"/>
                    <a:pt x="1833" y="3084"/>
                    <a:pt x="1806" y="3084"/>
                  </a:cubicBezTo>
                  <a:cubicBezTo>
                    <a:pt x="1791" y="3084"/>
                    <a:pt x="1778" y="3082"/>
                    <a:pt x="1771" y="3080"/>
                  </a:cubicBezTo>
                  <a:cubicBezTo>
                    <a:pt x="1763" y="3074"/>
                    <a:pt x="1739" y="3072"/>
                    <a:pt x="1711" y="3072"/>
                  </a:cubicBezTo>
                  <a:cubicBezTo>
                    <a:pt x="1672" y="3072"/>
                    <a:pt x="1624" y="3076"/>
                    <a:pt x="1593" y="3080"/>
                  </a:cubicBezTo>
                  <a:cubicBezTo>
                    <a:pt x="1547" y="3086"/>
                    <a:pt x="1521" y="3093"/>
                    <a:pt x="1482" y="3113"/>
                  </a:cubicBezTo>
                  <a:cubicBezTo>
                    <a:pt x="1435" y="3139"/>
                    <a:pt x="1370" y="3178"/>
                    <a:pt x="1343" y="3198"/>
                  </a:cubicBezTo>
                  <a:cubicBezTo>
                    <a:pt x="1324" y="3224"/>
                    <a:pt x="1324" y="3231"/>
                    <a:pt x="1258" y="3231"/>
                  </a:cubicBezTo>
                  <a:cubicBezTo>
                    <a:pt x="1185" y="3231"/>
                    <a:pt x="1113" y="3185"/>
                    <a:pt x="1093" y="3185"/>
                  </a:cubicBezTo>
                  <a:cubicBezTo>
                    <a:pt x="1067" y="3185"/>
                    <a:pt x="968" y="3231"/>
                    <a:pt x="948" y="3231"/>
                  </a:cubicBezTo>
                  <a:cubicBezTo>
                    <a:pt x="929" y="3231"/>
                    <a:pt x="804" y="3264"/>
                    <a:pt x="725" y="3284"/>
                  </a:cubicBezTo>
                  <a:cubicBezTo>
                    <a:pt x="652" y="3303"/>
                    <a:pt x="534" y="3303"/>
                    <a:pt x="501" y="3336"/>
                  </a:cubicBezTo>
                  <a:cubicBezTo>
                    <a:pt x="461" y="3369"/>
                    <a:pt x="415" y="3461"/>
                    <a:pt x="396" y="3507"/>
                  </a:cubicBezTo>
                  <a:cubicBezTo>
                    <a:pt x="389" y="3527"/>
                    <a:pt x="389" y="3554"/>
                    <a:pt x="376" y="3573"/>
                  </a:cubicBezTo>
                  <a:cubicBezTo>
                    <a:pt x="376" y="3580"/>
                    <a:pt x="376" y="3580"/>
                    <a:pt x="376" y="3586"/>
                  </a:cubicBezTo>
                  <a:cubicBezTo>
                    <a:pt x="369" y="3593"/>
                    <a:pt x="369" y="3600"/>
                    <a:pt x="363" y="3613"/>
                  </a:cubicBezTo>
                  <a:cubicBezTo>
                    <a:pt x="363" y="3613"/>
                    <a:pt x="363" y="3619"/>
                    <a:pt x="356" y="3619"/>
                  </a:cubicBezTo>
                  <a:cubicBezTo>
                    <a:pt x="356" y="3626"/>
                    <a:pt x="356" y="3626"/>
                    <a:pt x="350" y="3632"/>
                  </a:cubicBezTo>
                  <a:cubicBezTo>
                    <a:pt x="350" y="3632"/>
                    <a:pt x="350" y="3632"/>
                    <a:pt x="343" y="3639"/>
                  </a:cubicBezTo>
                  <a:cubicBezTo>
                    <a:pt x="343" y="3639"/>
                    <a:pt x="336" y="3646"/>
                    <a:pt x="336" y="3646"/>
                  </a:cubicBezTo>
                  <a:cubicBezTo>
                    <a:pt x="290" y="3685"/>
                    <a:pt x="178" y="3711"/>
                    <a:pt x="159" y="3777"/>
                  </a:cubicBezTo>
                  <a:cubicBezTo>
                    <a:pt x="146" y="3823"/>
                    <a:pt x="159" y="3869"/>
                    <a:pt x="139" y="3915"/>
                  </a:cubicBezTo>
                  <a:cubicBezTo>
                    <a:pt x="132" y="3929"/>
                    <a:pt x="126" y="3942"/>
                    <a:pt x="113" y="3955"/>
                  </a:cubicBezTo>
                  <a:cubicBezTo>
                    <a:pt x="47" y="4008"/>
                    <a:pt x="1" y="4027"/>
                    <a:pt x="1" y="4067"/>
                  </a:cubicBezTo>
                  <a:cubicBezTo>
                    <a:pt x="1" y="4106"/>
                    <a:pt x="27" y="4212"/>
                    <a:pt x="27" y="4238"/>
                  </a:cubicBezTo>
                  <a:cubicBezTo>
                    <a:pt x="27" y="4258"/>
                    <a:pt x="40" y="4363"/>
                    <a:pt x="40" y="4363"/>
                  </a:cubicBezTo>
                  <a:cubicBezTo>
                    <a:pt x="40" y="4356"/>
                    <a:pt x="40" y="4356"/>
                    <a:pt x="47" y="4356"/>
                  </a:cubicBezTo>
                  <a:cubicBezTo>
                    <a:pt x="47" y="4356"/>
                    <a:pt x="53" y="4350"/>
                    <a:pt x="53" y="4350"/>
                  </a:cubicBezTo>
                  <a:cubicBezTo>
                    <a:pt x="60" y="4343"/>
                    <a:pt x="60" y="4343"/>
                    <a:pt x="67" y="4337"/>
                  </a:cubicBezTo>
                  <a:cubicBezTo>
                    <a:pt x="73" y="4337"/>
                    <a:pt x="73" y="4330"/>
                    <a:pt x="80" y="4330"/>
                  </a:cubicBezTo>
                  <a:cubicBezTo>
                    <a:pt x="86" y="4324"/>
                    <a:pt x="99" y="4317"/>
                    <a:pt x="113" y="4304"/>
                  </a:cubicBezTo>
                  <a:cubicBezTo>
                    <a:pt x="113" y="4304"/>
                    <a:pt x="119" y="4297"/>
                    <a:pt x="126" y="4297"/>
                  </a:cubicBezTo>
                  <a:cubicBezTo>
                    <a:pt x="126" y="4291"/>
                    <a:pt x="126" y="4291"/>
                    <a:pt x="126" y="4291"/>
                  </a:cubicBezTo>
                  <a:cubicBezTo>
                    <a:pt x="139" y="4284"/>
                    <a:pt x="146" y="4277"/>
                    <a:pt x="152" y="4277"/>
                  </a:cubicBezTo>
                  <a:cubicBezTo>
                    <a:pt x="159" y="4264"/>
                    <a:pt x="172" y="4258"/>
                    <a:pt x="185" y="4245"/>
                  </a:cubicBezTo>
                  <a:cubicBezTo>
                    <a:pt x="192" y="4238"/>
                    <a:pt x="205" y="4231"/>
                    <a:pt x="211" y="4225"/>
                  </a:cubicBezTo>
                  <a:cubicBezTo>
                    <a:pt x="225" y="4218"/>
                    <a:pt x="231" y="4212"/>
                    <a:pt x="244" y="4205"/>
                  </a:cubicBezTo>
                  <a:cubicBezTo>
                    <a:pt x="244" y="4198"/>
                    <a:pt x="251" y="4198"/>
                    <a:pt x="251" y="4198"/>
                  </a:cubicBezTo>
                  <a:cubicBezTo>
                    <a:pt x="271" y="4185"/>
                    <a:pt x="277" y="4179"/>
                    <a:pt x="290" y="4172"/>
                  </a:cubicBezTo>
                  <a:cubicBezTo>
                    <a:pt x="330" y="4152"/>
                    <a:pt x="369" y="4113"/>
                    <a:pt x="389" y="4113"/>
                  </a:cubicBezTo>
                  <a:cubicBezTo>
                    <a:pt x="409" y="4113"/>
                    <a:pt x="508" y="4126"/>
                    <a:pt x="527" y="4152"/>
                  </a:cubicBezTo>
                  <a:cubicBezTo>
                    <a:pt x="540" y="4179"/>
                    <a:pt x="652" y="4238"/>
                    <a:pt x="698" y="4238"/>
                  </a:cubicBezTo>
                  <a:cubicBezTo>
                    <a:pt x="729" y="4238"/>
                    <a:pt x="780" y="4241"/>
                    <a:pt x="821" y="4241"/>
                  </a:cubicBezTo>
                  <a:cubicBezTo>
                    <a:pt x="841" y="4241"/>
                    <a:pt x="859" y="4240"/>
                    <a:pt x="869" y="4238"/>
                  </a:cubicBezTo>
                  <a:cubicBezTo>
                    <a:pt x="909" y="4231"/>
                    <a:pt x="1021" y="4192"/>
                    <a:pt x="1074" y="4192"/>
                  </a:cubicBezTo>
                  <a:cubicBezTo>
                    <a:pt x="1120" y="4192"/>
                    <a:pt x="1238" y="4212"/>
                    <a:pt x="1238" y="4212"/>
                  </a:cubicBezTo>
                  <a:cubicBezTo>
                    <a:pt x="1238" y="4212"/>
                    <a:pt x="1240" y="4210"/>
                    <a:pt x="1243" y="4210"/>
                  </a:cubicBezTo>
                  <a:cubicBezTo>
                    <a:pt x="1250" y="4210"/>
                    <a:pt x="1260" y="4216"/>
                    <a:pt x="1264" y="4251"/>
                  </a:cubicBezTo>
                  <a:cubicBezTo>
                    <a:pt x="1271" y="4304"/>
                    <a:pt x="1278" y="4356"/>
                    <a:pt x="1284" y="4396"/>
                  </a:cubicBezTo>
                  <a:cubicBezTo>
                    <a:pt x="1284" y="4427"/>
                    <a:pt x="1296" y="4495"/>
                    <a:pt x="1315" y="4495"/>
                  </a:cubicBezTo>
                  <a:cubicBezTo>
                    <a:pt x="1315" y="4495"/>
                    <a:pt x="1316" y="4495"/>
                    <a:pt x="1317" y="4495"/>
                  </a:cubicBezTo>
                  <a:cubicBezTo>
                    <a:pt x="1330" y="4488"/>
                    <a:pt x="1416" y="4435"/>
                    <a:pt x="1416" y="4435"/>
                  </a:cubicBezTo>
                  <a:cubicBezTo>
                    <a:pt x="1416" y="4435"/>
                    <a:pt x="1451" y="4408"/>
                    <a:pt x="1472" y="4408"/>
                  </a:cubicBezTo>
                  <a:cubicBezTo>
                    <a:pt x="1480" y="4408"/>
                    <a:pt x="1486" y="4411"/>
                    <a:pt x="1488" y="4422"/>
                  </a:cubicBezTo>
                  <a:cubicBezTo>
                    <a:pt x="1488" y="4459"/>
                    <a:pt x="1499" y="4529"/>
                    <a:pt x="1511" y="4529"/>
                  </a:cubicBezTo>
                  <a:cubicBezTo>
                    <a:pt x="1512" y="4529"/>
                    <a:pt x="1513" y="4529"/>
                    <a:pt x="1514" y="4528"/>
                  </a:cubicBezTo>
                  <a:cubicBezTo>
                    <a:pt x="1528" y="4514"/>
                    <a:pt x="1587" y="4455"/>
                    <a:pt x="1587" y="4455"/>
                  </a:cubicBezTo>
                  <a:lnTo>
                    <a:pt x="1626" y="4396"/>
                  </a:lnTo>
                  <a:lnTo>
                    <a:pt x="1659" y="4383"/>
                  </a:lnTo>
                  <a:cubicBezTo>
                    <a:pt x="1659" y="4383"/>
                    <a:pt x="1694" y="4402"/>
                    <a:pt x="1737" y="4402"/>
                  </a:cubicBezTo>
                  <a:cubicBezTo>
                    <a:pt x="1750" y="4402"/>
                    <a:pt x="1764" y="4400"/>
                    <a:pt x="1778" y="4396"/>
                  </a:cubicBezTo>
                  <a:cubicBezTo>
                    <a:pt x="1844" y="4383"/>
                    <a:pt x="2008" y="4383"/>
                    <a:pt x="2015" y="4376"/>
                  </a:cubicBezTo>
                  <a:cubicBezTo>
                    <a:pt x="2028" y="4376"/>
                    <a:pt x="2048" y="4343"/>
                    <a:pt x="2067" y="4343"/>
                  </a:cubicBezTo>
                  <a:cubicBezTo>
                    <a:pt x="2094" y="4343"/>
                    <a:pt x="2173" y="4356"/>
                    <a:pt x="2186" y="4363"/>
                  </a:cubicBezTo>
                  <a:cubicBezTo>
                    <a:pt x="2192" y="4367"/>
                    <a:pt x="2200" y="4368"/>
                    <a:pt x="2209" y="4368"/>
                  </a:cubicBezTo>
                  <a:cubicBezTo>
                    <a:pt x="2230" y="4368"/>
                    <a:pt x="2257" y="4359"/>
                    <a:pt x="2271" y="4350"/>
                  </a:cubicBezTo>
                  <a:cubicBezTo>
                    <a:pt x="2284" y="4343"/>
                    <a:pt x="2278" y="4330"/>
                    <a:pt x="2344" y="4297"/>
                  </a:cubicBezTo>
                  <a:cubicBezTo>
                    <a:pt x="2403" y="4264"/>
                    <a:pt x="2482" y="4251"/>
                    <a:pt x="2489" y="4251"/>
                  </a:cubicBezTo>
                  <a:cubicBezTo>
                    <a:pt x="2495" y="4251"/>
                    <a:pt x="2554" y="4291"/>
                    <a:pt x="2554" y="4291"/>
                  </a:cubicBezTo>
                  <a:cubicBezTo>
                    <a:pt x="2554" y="4291"/>
                    <a:pt x="2567" y="4286"/>
                    <a:pt x="2588" y="4286"/>
                  </a:cubicBezTo>
                  <a:cubicBezTo>
                    <a:pt x="2604" y="4286"/>
                    <a:pt x="2624" y="4289"/>
                    <a:pt x="2646" y="4297"/>
                  </a:cubicBezTo>
                  <a:cubicBezTo>
                    <a:pt x="2693" y="4317"/>
                    <a:pt x="2765" y="4429"/>
                    <a:pt x="2772" y="4449"/>
                  </a:cubicBezTo>
                  <a:cubicBezTo>
                    <a:pt x="2772" y="4468"/>
                    <a:pt x="2699" y="4560"/>
                    <a:pt x="2693" y="4587"/>
                  </a:cubicBezTo>
                  <a:cubicBezTo>
                    <a:pt x="2686" y="4607"/>
                    <a:pt x="2765" y="4653"/>
                    <a:pt x="2785" y="4666"/>
                  </a:cubicBezTo>
                  <a:cubicBezTo>
                    <a:pt x="2804" y="4679"/>
                    <a:pt x="2844" y="4712"/>
                    <a:pt x="2831" y="4764"/>
                  </a:cubicBezTo>
                  <a:cubicBezTo>
                    <a:pt x="2811" y="4824"/>
                    <a:pt x="2824" y="4817"/>
                    <a:pt x="2798" y="4870"/>
                  </a:cubicBezTo>
                  <a:cubicBezTo>
                    <a:pt x="2765" y="4916"/>
                    <a:pt x="2818" y="5094"/>
                    <a:pt x="2844" y="5140"/>
                  </a:cubicBezTo>
                  <a:cubicBezTo>
                    <a:pt x="2864" y="5179"/>
                    <a:pt x="2897" y="5291"/>
                    <a:pt x="2910" y="5298"/>
                  </a:cubicBezTo>
                  <a:cubicBezTo>
                    <a:pt x="2914" y="5300"/>
                    <a:pt x="2921" y="5300"/>
                    <a:pt x="2930" y="5300"/>
                  </a:cubicBezTo>
                  <a:cubicBezTo>
                    <a:pt x="2948" y="5300"/>
                    <a:pt x="2971" y="5298"/>
                    <a:pt x="2989" y="5298"/>
                  </a:cubicBezTo>
                  <a:cubicBezTo>
                    <a:pt x="2992" y="5298"/>
                    <a:pt x="2994" y="5299"/>
                    <a:pt x="2995" y="5299"/>
                  </a:cubicBezTo>
                  <a:cubicBezTo>
                    <a:pt x="3007" y="5299"/>
                    <a:pt x="2984" y="5278"/>
                    <a:pt x="3101" y="5278"/>
                  </a:cubicBezTo>
                  <a:cubicBezTo>
                    <a:pt x="3232" y="5278"/>
                    <a:pt x="3291" y="5344"/>
                    <a:pt x="3291" y="5363"/>
                  </a:cubicBezTo>
                  <a:cubicBezTo>
                    <a:pt x="3291" y="5383"/>
                    <a:pt x="3272" y="5462"/>
                    <a:pt x="3245" y="5488"/>
                  </a:cubicBezTo>
                  <a:cubicBezTo>
                    <a:pt x="3212" y="5515"/>
                    <a:pt x="3153" y="5567"/>
                    <a:pt x="3147" y="5594"/>
                  </a:cubicBezTo>
                  <a:cubicBezTo>
                    <a:pt x="3140" y="5620"/>
                    <a:pt x="3147" y="5692"/>
                    <a:pt x="3153" y="5712"/>
                  </a:cubicBezTo>
                  <a:cubicBezTo>
                    <a:pt x="3160" y="5732"/>
                    <a:pt x="3166" y="5824"/>
                    <a:pt x="3160" y="5844"/>
                  </a:cubicBezTo>
                  <a:cubicBezTo>
                    <a:pt x="3147" y="5864"/>
                    <a:pt x="3140" y="5844"/>
                    <a:pt x="3153" y="5923"/>
                  </a:cubicBezTo>
                  <a:cubicBezTo>
                    <a:pt x="3166" y="5995"/>
                    <a:pt x="3212" y="6068"/>
                    <a:pt x="3226" y="6081"/>
                  </a:cubicBezTo>
                  <a:cubicBezTo>
                    <a:pt x="3245" y="6087"/>
                    <a:pt x="3311" y="6114"/>
                    <a:pt x="3318" y="6166"/>
                  </a:cubicBezTo>
                  <a:cubicBezTo>
                    <a:pt x="3324" y="6212"/>
                    <a:pt x="3344" y="6324"/>
                    <a:pt x="3384" y="6351"/>
                  </a:cubicBezTo>
                  <a:cubicBezTo>
                    <a:pt x="3416" y="6383"/>
                    <a:pt x="3456" y="6390"/>
                    <a:pt x="3482" y="6390"/>
                  </a:cubicBezTo>
                  <a:cubicBezTo>
                    <a:pt x="3505" y="6396"/>
                    <a:pt x="3700" y="6432"/>
                    <a:pt x="3757" y="6432"/>
                  </a:cubicBezTo>
                  <a:cubicBezTo>
                    <a:pt x="3765" y="6432"/>
                    <a:pt x="3770" y="6431"/>
                    <a:pt x="3772" y="6430"/>
                  </a:cubicBezTo>
                  <a:cubicBezTo>
                    <a:pt x="3778" y="6410"/>
                    <a:pt x="3792" y="6410"/>
                    <a:pt x="3811" y="6344"/>
                  </a:cubicBezTo>
                  <a:cubicBezTo>
                    <a:pt x="3838" y="6278"/>
                    <a:pt x="3851" y="6239"/>
                    <a:pt x="3890" y="6226"/>
                  </a:cubicBezTo>
                  <a:cubicBezTo>
                    <a:pt x="3925" y="6211"/>
                    <a:pt x="3922" y="6203"/>
                    <a:pt x="3955" y="6203"/>
                  </a:cubicBezTo>
                  <a:cubicBezTo>
                    <a:pt x="3966" y="6203"/>
                    <a:pt x="3981" y="6204"/>
                    <a:pt x="4002" y="6206"/>
                  </a:cubicBezTo>
                  <a:cubicBezTo>
                    <a:pt x="4081" y="6212"/>
                    <a:pt x="4114" y="6212"/>
                    <a:pt x="4154" y="6212"/>
                  </a:cubicBezTo>
                  <a:cubicBezTo>
                    <a:pt x="4187" y="6206"/>
                    <a:pt x="4246" y="6206"/>
                    <a:pt x="4279" y="6173"/>
                  </a:cubicBezTo>
                  <a:cubicBezTo>
                    <a:pt x="4312" y="6140"/>
                    <a:pt x="4391" y="6081"/>
                    <a:pt x="4391" y="6081"/>
                  </a:cubicBezTo>
                  <a:lnTo>
                    <a:pt x="4489" y="6054"/>
                  </a:lnTo>
                  <a:lnTo>
                    <a:pt x="4575" y="5975"/>
                  </a:lnTo>
                  <a:cubicBezTo>
                    <a:pt x="4575" y="5975"/>
                    <a:pt x="4831" y="5910"/>
                    <a:pt x="4917" y="5890"/>
                  </a:cubicBezTo>
                  <a:cubicBezTo>
                    <a:pt x="4937" y="5890"/>
                    <a:pt x="4957" y="5883"/>
                    <a:pt x="4983" y="5870"/>
                  </a:cubicBezTo>
                  <a:cubicBezTo>
                    <a:pt x="4989" y="5870"/>
                    <a:pt x="4996" y="5870"/>
                    <a:pt x="5003" y="5864"/>
                  </a:cubicBezTo>
                  <a:cubicBezTo>
                    <a:pt x="5029" y="5857"/>
                    <a:pt x="5055" y="5850"/>
                    <a:pt x="5082" y="5837"/>
                  </a:cubicBezTo>
                  <a:cubicBezTo>
                    <a:pt x="5108" y="5831"/>
                    <a:pt x="5134" y="5817"/>
                    <a:pt x="5154" y="5811"/>
                  </a:cubicBezTo>
                  <a:cubicBezTo>
                    <a:pt x="5161" y="5811"/>
                    <a:pt x="5167" y="5804"/>
                    <a:pt x="5174" y="5804"/>
                  </a:cubicBezTo>
                  <a:cubicBezTo>
                    <a:pt x="5220" y="5791"/>
                    <a:pt x="5266" y="5771"/>
                    <a:pt x="5299" y="5765"/>
                  </a:cubicBezTo>
                  <a:cubicBezTo>
                    <a:pt x="5299" y="5758"/>
                    <a:pt x="5305" y="5758"/>
                    <a:pt x="5305" y="5758"/>
                  </a:cubicBezTo>
                  <a:cubicBezTo>
                    <a:pt x="5312" y="5758"/>
                    <a:pt x="5319" y="5758"/>
                    <a:pt x="5325" y="5752"/>
                  </a:cubicBezTo>
                  <a:cubicBezTo>
                    <a:pt x="5336" y="5750"/>
                    <a:pt x="5348" y="5749"/>
                    <a:pt x="5360" y="5749"/>
                  </a:cubicBezTo>
                  <a:cubicBezTo>
                    <a:pt x="5426" y="5749"/>
                    <a:pt x="5512" y="5774"/>
                    <a:pt x="5562" y="5785"/>
                  </a:cubicBezTo>
                  <a:cubicBezTo>
                    <a:pt x="5615" y="5791"/>
                    <a:pt x="5700" y="5824"/>
                    <a:pt x="5733" y="5831"/>
                  </a:cubicBezTo>
                  <a:cubicBezTo>
                    <a:pt x="5759" y="5831"/>
                    <a:pt x="5799" y="5785"/>
                    <a:pt x="5838" y="5719"/>
                  </a:cubicBezTo>
                  <a:cubicBezTo>
                    <a:pt x="5871" y="5660"/>
                    <a:pt x="6181" y="5600"/>
                    <a:pt x="6181" y="5600"/>
                  </a:cubicBezTo>
                  <a:cubicBezTo>
                    <a:pt x="6181" y="5600"/>
                    <a:pt x="6246" y="5587"/>
                    <a:pt x="6266" y="5574"/>
                  </a:cubicBezTo>
                  <a:cubicBezTo>
                    <a:pt x="6293" y="5561"/>
                    <a:pt x="6299" y="5528"/>
                    <a:pt x="6279" y="5469"/>
                  </a:cubicBezTo>
                  <a:cubicBezTo>
                    <a:pt x="6253" y="5403"/>
                    <a:pt x="6293" y="5357"/>
                    <a:pt x="6312" y="5311"/>
                  </a:cubicBezTo>
                  <a:cubicBezTo>
                    <a:pt x="6332" y="5265"/>
                    <a:pt x="6352" y="5199"/>
                    <a:pt x="6365" y="5159"/>
                  </a:cubicBezTo>
                  <a:cubicBezTo>
                    <a:pt x="6385" y="5113"/>
                    <a:pt x="6385" y="5107"/>
                    <a:pt x="6437" y="5008"/>
                  </a:cubicBezTo>
                  <a:cubicBezTo>
                    <a:pt x="6497" y="4916"/>
                    <a:pt x="6529" y="4936"/>
                    <a:pt x="6556" y="4857"/>
                  </a:cubicBezTo>
                  <a:cubicBezTo>
                    <a:pt x="6562" y="4824"/>
                    <a:pt x="6608" y="4791"/>
                    <a:pt x="6655" y="4764"/>
                  </a:cubicBezTo>
                  <a:cubicBezTo>
                    <a:pt x="6655" y="4764"/>
                    <a:pt x="6655" y="4758"/>
                    <a:pt x="6648" y="4758"/>
                  </a:cubicBezTo>
                  <a:cubicBezTo>
                    <a:pt x="6641" y="4718"/>
                    <a:pt x="6608" y="4587"/>
                    <a:pt x="6608" y="4547"/>
                  </a:cubicBezTo>
                  <a:cubicBezTo>
                    <a:pt x="6608" y="4501"/>
                    <a:pt x="6701" y="4488"/>
                    <a:pt x="6773" y="4462"/>
                  </a:cubicBezTo>
                  <a:cubicBezTo>
                    <a:pt x="6845" y="4429"/>
                    <a:pt x="6878" y="4455"/>
                    <a:pt x="6918" y="4402"/>
                  </a:cubicBezTo>
                  <a:cubicBezTo>
                    <a:pt x="6964" y="4356"/>
                    <a:pt x="7036" y="4291"/>
                    <a:pt x="7063" y="4271"/>
                  </a:cubicBezTo>
                  <a:cubicBezTo>
                    <a:pt x="7089" y="4251"/>
                    <a:pt x="7076" y="4133"/>
                    <a:pt x="7109" y="4080"/>
                  </a:cubicBezTo>
                  <a:cubicBezTo>
                    <a:pt x="7142" y="4034"/>
                    <a:pt x="7201" y="3929"/>
                    <a:pt x="7273" y="3810"/>
                  </a:cubicBezTo>
                  <a:cubicBezTo>
                    <a:pt x="7346" y="3698"/>
                    <a:pt x="7273" y="3659"/>
                    <a:pt x="7267" y="3613"/>
                  </a:cubicBezTo>
                  <a:cubicBezTo>
                    <a:pt x="7260" y="3567"/>
                    <a:pt x="7128" y="3488"/>
                    <a:pt x="7069" y="3461"/>
                  </a:cubicBezTo>
                  <a:cubicBezTo>
                    <a:pt x="7016" y="3428"/>
                    <a:pt x="7181" y="3448"/>
                    <a:pt x="7227" y="3396"/>
                  </a:cubicBezTo>
                  <a:cubicBezTo>
                    <a:pt x="7280" y="3336"/>
                    <a:pt x="7227" y="3317"/>
                    <a:pt x="7221" y="3271"/>
                  </a:cubicBezTo>
                  <a:cubicBezTo>
                    <a:pt x="7214" y="3224"/>
                    <a:pt x="7188" y="3192"/>
                    <a:pt x="7148" y="3172"/>
                  </a:cubicBezTo>
                  <a:cubicBezTo>
                    <a:pt x="7115" y="3152"/>
                    <a:pt x="7115" y="3066"/>
                    <a:pt x="7115" y="3007"/>
                  </a:cubicBezTo>
                  <a:cubicBezTo>
                    <a:pt x="7115" y="2955"/>
                    <a:pt x="7227" y="2935"/>
                    <a:pt x="7273" y="2915"/>
                  </a:cubicBezTo>
                  <a:cubicBezTo>
                    <a:pt x="7293" y="2910"/>
                    <a:pt x="7305" y="2908"/>
                    <a:pt x="7317" y="2908"/>
                  </a:cubicBezTo>
                  <a:cubicBezTo>
                    <a:pt x="7334" y="2908"/>
                    <a:pt x="7351" y="2911"/>
                    <a:pt x="7385" y="2915"/>
                  </a:cubicBezTo>
                  <a:cubicBezTo>
                    <a:pt x="7394" y="2916"/>
                    <a:pt x="7401" y="2917"/>
                    <a:pt x="7406" y="2917"/>
                  </a:cubicBezTo>
                  <a:cubicBezTo>
                    <a:pt x="7430" y="2917"/>
                    <a:pt x="7413" y="2904"/>
                    <a:pt x="7418" y="2882"/>
                  </a:cubicBezTo>
                  <a:cubicBezTo>
                    <a:pt x="7425" y="2856"/>
                    <a:pt x="7530" y="2757"/>
                    <a:pt x="7530" y="2757"/>
                  </a:cubicBezTo>
                  <a:lnTo>
                    <a:pt x="7787" y="2790"/>
                  </a:lnTo>
                  <a:cubicBezTo>
                    <a:pt x="7773" y="2764"/>
                    <a:pt x="7793" y="2711"/>
                    <a:pt x="7793" y="2685"/>
                  </a:cubicBezTo>
                  <a:cubicBezTo>
                    <a:pt x="7793" y="2665"/>
                    <a:pt x="7681" y="2514"/>
                    <a:pt x="7648" y="2468"/>
                  </a:cubicBezTo>
                  <a:cubicBezTo>
                    <a:pt x="7609" y="2428"/>
                    <a:pt x="7576" y="2395"/>
                    <a:pt x="7543" y="2356"/>
                  </a:cubicBezTo>
                  <a:cubicBezTo>
                    <a:pt x="7510" y="2316"/>
                    <a:pt x="7517" y="2277"/>
                    <a:pt x="7517" y="2224"/>
                  </a:cubicBezTo>
                  <a:cubicBezTo>
                    <a:pt x="7517" y="2178"/>
                    <a:pt x="7517" y="2125"/>
                    <a:pt x="7530" y="2099"/>
                  </a:cubicBezTo>
                  <a:cubicBezTo>
                    <a:pt x="7536" y="2066"/>
                    <a:pt x="7582" y="2033"/>
                    <a:pt x="7648" y="2020"/>
                  </a:cubicBezTo>
                  <a:cubicBezTo>
                    <a:pt x="7708" y="2000"/>
                    <a:pt x="7721" y="1981"/>
                    <a:pt x="7747" y="1921"/>
                  </a:cubicBezTo>
                  <a:cubicBezTo>
                    <a:pt x="7767" y="1862"/>
                    <a:pt x="7661" y="1842"/>
                    <a:pt x="7681" y="1803"/>
                  </a:cubicBezTo>
                  <a:cubicBezTo>
                    <a:pt x="7701" y="1770"/>
                    <a:pt x="7767" y="1678"/>
                    <a:pt x="7800" y="1645"/>
                  </a:cubicBezTo>
                  <a:cubicBezTo>
                    <a:pt x="7833" y="1612"/>
                    <a:pt x="7977" y="1566"/>
                    <a:pt x="8004" y="1546"/>
                  </a:cubicBezTo>
                  <a:cubicBezTo>
                    <a:pt x="8030" y="1520"/>
                    <a:pt x="8037" y="1454"/>
                    <a:pt x="7997" y="1382"/>
                  </a:cubicBezTo>
                  <a:cubicBezTo>
                    <a:pt x="7964" y="1309"/>
                    <a:pt x="7912" y="1290"/>
                    <a:pt x="7859" y="1250"/>
                  </a:cubicBezTo>
                  <a:cubicBezTo>
                    <a:pt x="7813" y="1217"/>
                    <a:pt x="7714" y="1217"/>
                    <a:pt x="7681" y="1217"/>
                  </a:cubicBezTo>
                  <a:cubicBezTo>
                    <a:pt x="7642" y="1217"/>
                    <a:pt x="7569" y="1178"/>
                    <a:pt x="7563" y="1145"/>
                  </a:cubicBezTo>
                  <a:cubicBezTo>
                    <a:pt x="7563" y="1112"/>
                    <a:pt x="7530" y="1118"/>
                    <a:pt x="7438" y="1085"/>
                  </a:cubicBezTo>
                  <a:cubicBezTo>
                    <a:pt x="7388" y="1066"/>
                    <a:pt x="7364" y="1061"/>
                    <a:pt x="7342" y="1061"/>
                  </a:cubicBezTo>
                  <a:cubicBezTo>
                    <a:pt x="7321" y="1061"/>
                    <a:pt x="7303" y="1066"/>
                    <a:pt x="7267" y="1066"/>
                  </a:cubicBezTo>
                  <a:cubicBezTo>
                    <a:pt x="7260" y="1065"/>
                    <a:pt x="7254" y="1065"/>
                    <a:pt x="7249" y="1065"/>
                  </a:cubicBezTo>
                  <a:cubicBezTo>
                    <a:pt x="7197" y="1065"/>
                    <a:pt x="7213" y="1094"/>
                    <a:pt x="7201" y="1112"/>
                  </a:cubicBezTo>
                  <a:cubicBezTo>
                    <a:pt x="7194" y="1132"/>
                    <a:pt x="7128" y="1145"/>
                    <a:pt x="7128" y="1145"/>
                  </a:cubicBezTo>
                  <a:cubicBezTo>
                    <a:pt x="7128" y="1145"/>
                    <a:pt x="6997" y="1125"/>
                    <a:pt x="6984" y="1105"/>
                  </a:cubicBezTo>
                  <a:cubicBezTo>
                    <a:pt x="6970" y="1085"/>
                    <a:pt x="6964" y="993"/>
                    <a:pt x="6964" y="993"/>
                  </a:cubicBezTo>
                  <a:lnTo>
                    <a:pt x="6799" y="697"/>
                  </a:lnTo>
                  <a:cubicBezTo>
                    <a:pt x="6799" y="697"/>
                    <a:pt x="6727" y="651"/>
                    <a:pt x="6701" y="645"/>
                  </a:cubicBezTo>
                  <a:cubicBezTo>
                    <a:pt x="6697" y="643"/>
                    <a:pt x="6694" y="643"/>
                    <a:pt x="6690" y="643"/>
                  </a:cubicBezTo>
                  <a:cubicBezTo>
                    <a:pt x="6672" y="643"/>
                    <a:pt x="6650" y="656"/>
                    <a:pt x="6628" y="677"/>
                  </a:cubicBezTo>
                  <a:cubicBezTo>
                    <a:pt x="6608" y="697"/>
                    <a:pt x="6424" y="717"/>
                    <a:pt x="6424" y="717"/>
                  </a:cubicBezTo>
                  <a:cubicBezTo>
                    <a:pt x="6424" y="717"/>
                    <a:pt x="6339" y="697"/>
                    <a:pt x="6293" y="671"/>
                  </a:cubicBezTo>
                  <a:cubicBezTo>
                    <a:pt x="6246" y="645"/>
                    <a:pt x="6181" y="598"/>
                    <a:pt x="6056" y="539"/>
                  </a:cubicBezTo>
                  <a:cubicBezTo>
                    <a:pt x="5931" y="473"/>
                    <a:pt x="5924" y="447"/>
                    <a:pt x="5898" y="421"/>
                  </a:cubicBezTo>
                  <a:cubicBezTo>
                    <a:pt x="5871" y="394"/>
                    <a:pt x="5806" y="329"/>
                    <a:pt x="5680" y="296"/>
                  </a:cubicBezTo>
                  <a:cubicBezTo>
                    <a:pt x="5655" y="289"/>
                    <a:pt x="5635" y="287"/>
                    <a:pt x="5619" y="287"/>
                  </a:cubicBezTo>
                  <a:cubicBezTo>
                    <a:pt x="5552" y="287"/>
                    <a:pt x="5553" y="332"/>
                    <a:pt x="5516" y="348"/>
                  </a:cubicBezTo>
                  <a:cubicBezTo>
                    <a:pt x="5470" y="375"/>
                    <a:pt x="5450" y="447"/>
                    <a:pt x="5424" y="467"/>
                  </a:cubicBezTo>
                  <a:cubicBezTo>
                    <a:pt x="5414" y="475"/>
                    <a:pt x="5401" y="478"/>
                    <a:pt x="5388" y="478"/>
                  </a:cubicBezTo>
                  <a:cubicBezTo>
                    <a:pt x="5358" y="478"/>
                    <a:pt x="5322" y="463"/>
                    <a:pt x="5286" y="454"/>
                  </a:cubicBezTo>
                  <a:cubicBezTo>
                    <a:pt x="5233" y="447"/>
                    <a:pt x="5200" y="394"/>
                    <a:pt x="5174" y="335"/>
                  </a:cubicBezTo>
                  <a:cubicBezTo>
                    <a:pt x="5147" y="283"/>
                    <a:pt x="5193" y="230"/>
                    <a:pt x="5220" y="190"/>
                  </a:cubicBezTo>
                  <a:cubicBezTo>
                    <a:pt x="5246" y="144"/>
                    <a:pt x="5246" y="105"/>
                    <a:pt x="5246" y="105"/>
                  </a:cubicBezTo>
                  <a:cubicBezTo>
                    <a:pt x="5246" y="105"/>
                    <a:pt x="5174" y="26"/>
                    <a:pt x="5141" y="6"/>
                  </a:cubicBezTo>
                  <a:cubicBezTo>
                    <a:pt x="5133" y="2"/>
                    <a:pt x="5109" y="1"/>
                    <a:pt x="5076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50F32"/>
                </a:solidFill>
              </a:endParaRPr>
            </a:p>
          </p:txBody>
        </p:sp>
        <p:sp>
          <p:nvSpPr>
            <p:cNvPr id="7191" name="Google Shape;1571;p19">
              <a:extLst>
                <a:ext uri="{FF2B5EF4-FFF2-40B4-BE49-F238E27FC236}">
                  <a16:creationId xmlns:a16="http://schemas.microsoft.com/office/drawing/2014/main" id="{38047289-A96A-E8FA-BA5D-A1599B426A30}"/>
                </a:ext>
              </a:extLst>
            </p:cNvPr>
            <p:cNvSpPr/>
            <p:nvPr/>
          </p:nvSpPr>
          <p:spPr>
            <a:xfrm>
              <a:off x="7069595" y="3419427"/>
              <a:ext cx="515262" cy="334849"/>
            </a:xfrm>
            <a:custGeom>
              <a:avLst/>
              <a:gdLst/>
              <a:ahLst/>
              <a:cxnLst/>
              <a:rect l="l" t="t" r="r" b="b"/>
              <a:pathLst>
                <a:path w="4721" h="3068" extrusionOk="0">
                  <a:moveTo>
                    <a:pt x="1838" y="0"/>
                  </a:moveTo>
                  <a:cubicBezTo>
                    <a:pt x="1792" y="0"/>
                    <a:pt x="1746" y="33"/>
                    <a:pt x="1746" y="33"/>
                  </a:cubicBezTo>
                  <a:cubicBezTo>
                    <a:pt x="1746" y="33"/>
                    <a:pt x="1641" y="66"/>
                    <a:pt x="1562" y="66"/>
                  </a:cubicBezTo>
                  <a:cubicBezTo>
                    <a:pt x="1483" y="66"/>
                    <a:pt x="1292" y="47"/>
                    <a:pt x="1292" y="47"/>
                  </a:cubicBezTo>
                  <a:lnTo>
                    <a:pt x="1062" y="20"/>
                  </a:lnTo>
                  <a:cubicBezTo>
                    <a:pt x="1055" y="27"/>
                    <a:pt x="1055" y="33"/>
                    <a:pt x="1049" y="33"/>
                  </a:cubicBezTo>
                  <a:cubicBezTo>
                    <a:pt x="1035" y="40"/>
                    <a:pt x="1029" y="53"/>
                    <a:pt x="1016" y="60"/>
                  </a:cubicBezTo>
                  <a:cubicBezTo>
                    <a:pt x="1009" y="66"/>
                    <a:pt x="1002" y="66"/>
                    <a:pt x="996" y="73"/>
                  </a:cubicBezTo>
                  <a:cubicBezTo>
                    <a:pt x="996" y="79"/>
                    <a:pt x="989" y="79"/>
                    <a:pt x="983" y="86"/>
                  </a:cubicBezTo>
                  <a:cubicBezTo>
                    <a:pt x="976" y="93"/>
                    <a:pt x="970" y="99"/>
                    <a:pt x="963" y="99"/>
                  </a:cubicBezTo>
                  <a:cubicBezTo>
                    <a:pt x="891" y="145"/>
                    <a:pt x="726" y="270"/>
                    <a:pt x="687" y="316"/>
                  </a:cubicBezTo>
                  <a:cubicBezTo>
                    <a:pt x="647" y="356"/>
                    <a:pt x="614" y="487"/>
                    <a:pt x="614" y="514"/>
                  </a:cubicBezTo>
                  <a:cubicBezTo>
                    <a:pt x="614" y="540"/>
                    <a:pt x="634" y="573"/>
                    <a:pt x="581" y="613"/>
                  </a:cubicBezTo>
                  <a:cubicBezTo>
                    <a:pt x="529" y="652"/>
                    <a:pt x="469" y="639"/>
                    <a:pt x="450" y="718"/>
                  </a:cubicBezTo>
                  <a:cubicBezTo>
                    <a:pt x="430" y="797"/>
                    <a:pt x="436" y="843"/>
                    <a:pt x="417" y="902"/>
                  </a:cubicBezTo>
                  <a:cubicBezTo>
                    <a:pt x="397" y="968"/>
                    <a:pt x="417" y="981"/>
                    <a:pt x="344" y="1027"/>
                  </a:cubicBezTo>
                  <a:cubicBezTo>
                    <a:pt x="272" y="1067"/>
                    <a:pt x="200" y="1073"/>
                    <a:pt x="200" y="1073"/>
                  </a:cubicBezTo>
                  <a:cubicBezTo>
                    <a:pt x="213" y="1100"/>
                    <a:pt x="219" y="1179"/>
                    <a:pt x="232" y="1218"/>
                  </a:cubicBezTo>
                  <a:cubicBezTo>
                    <a:pt x="246" y="1264"/>
                    <a:pt x="298" y="1383"/>
                    <a:pt x="232" y="1481"/>
                  </a:cubicBezTo>
                  <a:cubicBezTo>
                    <a:pt x="167" y="1580"/>
                    <a:pt x="153" y="1692"/>
                    <a:pt x="147" y="1771"/>
                  </a:cubicBezTo>
                  <a:cubicBezTo>
                    <a:pt x="140" y="1850"/>
                    <a:pt x="107" y="1975"/>
                    <a:pt x="94" y="1995"/>
                  </a:cubicBezTo>
                  <a:cubicBezTo>
                    <a:pt x="74" y="2014"/>
                    <a:pt x="28" y="2120"/>
                    <a:pt x="22" y="2133"/>
                  </a:cubicBezTo>
                  <a:cubicBezTo>
                    <a:pt x="22" y="2139"/>
                    <a:pt x="1" y="2181"/>
                    <a:pt x="57" y="2181"/>
                  </a:cubicBezTo>
                  <a:cubicBezTo>
                    <a:pt x="64" y="2181"/>
                    <a:pt x="72" y="2180"/>
                    <a:pt x="81" y="2179"/>
                  </a:cubicBezTo>
                  <a:cubicBezTo>
                    <a:pt x="173" y="2159"/>
                    <a:pt x="186" y="2139"/>
                    <a:pt x="239" y="2139"/>
                  </a:cubicBezTo>
                  <a:cubicBezTo>
                    <a:pt x="298" y="2139"/>
                    <a:pt x="423" y="2146"/>
                    <a:pt x="450" y="2159"/>
                  </a:cubicBezTo>
                  <a:cubicBezTo>
                    <a:pt x="483" y="2172"/>
                    <a:pt x="515" y="2172"/>
                    <a:pt x="529" y="2225"/>
                  </a:cubicBezTo>
                  <a:cubicBezTo>
                    <a:pt x="542" y="2278"/>
                    <a:pt x="627" y="2515"/>
                    <a:pt x="627" y="2515"/>
                  </a:cubicBezTo>
                  <a:cubicBezTo>
                    <a:pt x="627" y="2515"/>
                    <a:pt x="693" y="2613"/>
                    <a:pt x="706" y="2732"/>
                  </a:cubicBezTo>
                  <a:cubicBezTo>
                    <a:pt x="766" y="2712"/>
                    <a:pt x="838" y="2686"/>
                    <a:pt x="858" y="2686"/>
                  </a:cubicBezTo>
                  <a:cubicBezTo>
                    <a:pt x="869" y="2686"/>
                    <a:pt x="883" y="2684"/>
                    <a:pt x="899" y="2684"/>
                  </a:cubicBezTo>
                  <a:cubicBezTo>
                    <a:pt x="929" y="2684"/>
                    <a:pt x="963" y="2690"/>
                    <a:pt x="976" y="2725"/>
                  </a:cubicBezTo>
                  <a:cubicBezTo>
                    <a:pt x="989" y="2771"/>
                    <a:pt x="1095" y="2791"/>
                    <a:pt x="1095" y="2791"/>
                  </a:cubicBezTo>
                  <a:cubicBezTo>
                    <a:pt x="1095" y="2791"/>
                    <a:pt x="1120" y="2735"/>
                    <a:pt x="1149" y="2735"/>
                  </a:cubicBezTo>
                  <a:cubicBezTo>
                    <a:pt x="1153" y="2735"/>
                    <a:pt x="1156" y="2736"/>
                    <a:pt x="1160" y="2738"/>
                  </a:cubicBezTo>
                  <a:cubicBezTo>
                    <a:pt x="1164" y="2740"/>
                    <a:pt x="1168" y="2740"/>
                    <a:pt x="1173" y="2740"/>
                  </a:cubicBezTo>
                  <a:cubicBezTo>
                    <a:pt x="1202" y="2740"/>
                    <a:pt x="1245" y="2718"/>
                    <a:pt x="1280" y="2718"/>
                  </a:cubicBezTo>
                  <a:cubicBezTo>
                    <a:pt x="1298" y="2718"/>
                    <a:pt x="1313" y="2723"/>
                    <a:pt x="1325" y="2738"/>
                  </a:cubicBezTo>
                  <a:cubicBezTo>
                    <a:pt x="1364" y="2791"/>
                    <a:pt x="1470" y="2844"/>
                    <a:pt x="1489" y="2850"/>
                  </a:cubicBezTo>
                  <a:cubicBezTo>
                    <a:pt x="1492" y="2852"/>
                    <a:pt x="1497" y="2852"/>
                    <a:pt x="1504" y="2852"/>
                  </a:cubicBezTo>
                  <a:cubicBezTo>
                    <a:pt x="1523" y="2852"/>
                    <a:pt x="1556" y="2848"/>
                    <a:pt x="1590" y="2848"/>
                  </a:cubicBezTo>
                  <a:cubicBezTo>
                    <a:pt x="1602" y="2848"/>
                    <a:pt x="1615" y="2849"/>
                    <a:pt x="1628" y="2850"/>
                  </a:cubicBezTo>
                  <a:cubicBezTo>
                    <a:pt x="1637" y="2851"/>
                    <a:pt x="1649" y="2852"/>
                    <a:pt x="1661" y="2852"/>
                  </a:cubicBezTo>
                  <a:cubicBezTo>
                    <a:pt x="1674" y="2852"/>
                    <a:pt x="1689" y="2851"/>
                    <a:pt x="1704" y="2851"/>
                  </a:cubicBezTo>
                  <a:cubicBezTo>
                    <a:pt x="1749" y="2851"/>
                    <a:pt x="1797" y="2855"/>
                    <a:pt x="1825" y="2883"/>
                  </a:cubicBezTo>
                  <a:cubicBezTo>
                    <a:pt x="1878" y="2923"/>
                    <a:pt x="1898" y="2936"/>
                    <a:pt x="1898" y="2936"/>
                  </a:cubicBezTo>
                  <a:cubicBezTo>
                    <a:pt x="1898" y="2936"/>
                    <a:pt x="1930" y="2927"/>
                    <a:pt x="1969" y="2927"/>
                  </a:cubicBezTo>
                  <a:cubicBezTo>
                    <a:pt x="1988" y="2927"/>
                    <a:pt x="2009" y="2929"/>
                    <a:pt x="2029" y="2936"/>
                  </a:cubicBezTo>
                  <a:cubicBezTo>
                    <a:pt x="2088" y="2955"/>
                    <a:pt x="2233" y="3067"/>
                    <a:pt x="2292" y="3067"/>
                  </a:cubicBezTo>
                  <a:cubicBezTo>
                    <a:pt x="2345" y="3061"/>
                    <a:pt x="2431" y="3067"/>
                    <a:pt x="2431" y="3034"/>
                  </a:cubicBezTo>
                  <a:lnTo>
                    <a:pt x="2431" y="2903"/>
                  </a:lnTo>
                  <a:cubicBezTo>
                    <a:pt x="2431" y="2844"/>
                    <a:pt x="2417" y="2686"/>
                    <a:pt x="2529" y="2686"/>
                  </a:cubicBezTo>
                  <a:lnTo>
                    <a:pt x="2694" y="2686"/>
                  </a:lnTo>
                  <a:cubicBezTo>
                    <a:pt x="2694" y="2686"/>
                    <a:pt x="2747" y="2659"/>
                    <a:pt x="2766" y="2646"/>
                  </a:cubicBezTo>
                  <a:cubicBezTo>
                    <a:pt x="2785" y="2627"/>
                    <a:pt x="2884" y="2547"/>
                    <a:pt x="2914" y="2547"/>
                  </a:cubicBezTo>
                  <a:cubicBezTo>
                    <a:pt x="2916" y="2547"/>
                    <a:pt x="2917" y="2547"/>
                    <a:pt x="2918" y="2547"/>
                  </a:cubicBezTo>
                  <a:cubicBezTo>
                    <a:pt x="2951" y="2554"/>
                    <a:pt x="3010" y="2574"/>
                    <a:pt x="3010" y="2574"/>
                  </a:cubicBezTo>
                  <a:cubicBezTo>
                    <a:pt x="3010" y="2574"/>
                    <a:pt x="3016" y="2561"/>
                    <a:pt x="3102" y="2547"/>
                  </a:cubicBezTo>
                  <a:cubicBezTo>
                    <a:pt x="3187" y="2528"/>
                    <a:pt x="3273" y="2501"/>
                    <a:pt x="3293" y="2501"/>
                  </a:cubicBezTo>
                  <a:cubicBezTo>
                    <a:pt x="3313" y="2501"/>
                    <a:pt x="3418" y="2521"/>
                    <a:pt x="3451" y="2574"/>
                  </a:cubicBezTo>
                  <a:cubicBezTo>
                    <a:pt x="3490" y="2633"/>
                    <a:pt x="3517" y="2659"/>
                    <a:pt x="3543" y="2666"/>
                  </a:cubicBezTo>
                  <a:cubicBezTo>
                    <a:pt x="3561" y="2670"/>
                    <a:pt x="3578" y="2690"/>
                    <a:pt x="3606" y="2690"/>
                  </a:cubicBezTo>
                  <a:cubicBezTo>
                    <a:pt x="3620" y="2690"/>
                    <a:pt x="3636" y="2685"/>
                    <a:pt x="3655" y="2672"/>
                  </a:cubicBezTo>
                  <a:cubicBezTo>
                    <a:pt x="3707" y="2640"/>
                    <a:pt x="3800" y="2561"/>
                    <a:pt x="3846" y="2534"/>
                  </a:cubicBezTo>
                  <a:cubicBezTo>
                    <a:pt x="3869" y="2523"/>
                    <a:pt x="3936" y="2509"/>
                    <a:pt x="4038" y="2509"/>
                  </a:cubicBezTo>
                  <a:cubicBezTo>
                    <a:pt x="4109" y="2509"/>
                    <a:pt x="4197" y="2515"/>
                    <a:pt x="4300" y="2534"/>
                  </a:cubicBezTo>
                  <a:cubicBezTo>
                    <a:pt x="4287" y="2515"/>
                    <a:pt x="4287" y="2495"/>
                    <a:pt x="4287" y="2475"/>
                  </a:cubicBezTo>
                  <a:cubicBezTo>
                    <a:pt x="4300" y="2416"/>
                    <a:pt x="4379" y="2291"/>
                    <a:pt x="4445" y="2245"/>
                  </a:cubicBezTo>
                  <a:cubicBezTo>
                    <a:pt x="4484" y="2212"/>
                    <a:pt x="4629" y="2120"/>
                    <a:pt x="4721" y="2034"/>
                  </a:cubicBezTo>
                  <a:cubicBezTo>
                    <a:pt x="4708" y="2001"/>
                    <a:pt x="4688" y="1968"/>
                    <a:pt x="4662" y="1955"/>
                  </a:cubicBezTo>
                  <a:cubicBezTo>
                    <a:pt x="4622" y="1929"/>
                    <a:pt x="4616" y="1731"/>
                    <a:pt x="4576" y="1731"/>
                  </a:cubicBezTo>
                  <a:lnTo>
                    <a:pt x="4418" y="1731"/>
                  </a:lnTo>
                  <a:cubicBezTo>
                    <a:pt x="4418" y="1731"/>
                    <a:pt x="4373" y="1840"/>
                    <a:pt x="4358" y="1840"/>
                  </a:cubicBezTo>
                  <a:cubicBezTo>
                    <a:pt x="4354" y="1840"/>
                    <a:pt x="4352" y="1835"/>
                    <a:pt x="4352" y="1823"/>
                  </a:cubicBezTo>
                  <a:lnTo>
                    <a:pt x="4352" y="1573"/>
                  </a:lnTo>
                  <a:cubicBezTo>
                    <a:pt x="4352" y="1573"/>
                    <a:pt x="4326" y="1527"/>
                    <a:pt x="4267" y="1527"/>
                  </a:cubicBezTo>
                  <a:cubicBezTo>
                    <a:pt x="4227" y="1527"/>
                    <a:pt x="4144" y="1521"/>
                    <a:pt x="4089" y="1521"/>
                  </a:cubicBezTo>
                  <a:cubicBezTo>
                    <a:pt x="4061" y="1521"/>
                    <a:pt x="4041" y="1523"/>
                    <a:pt x="4036" y="1527"/>
                  </a:cubicBezTo>
                  <a:cubicBezTo>
                    <a:pt x="4032" y="1531"/>
                    <a:pt x="4015" y="1532"/>
                    <a:pt x="3993" y="1532"/>
                  </a:cubicBezTo>
                  <a:cubicBezTo>
                    <a:pt x="3927" y="1532"/>
                    <a:pt x="3813" y="1521"/>
                    <a:pt x="3813" y="1521"/>
                  </a:cubicBezTo>
                  <a:cubicBezTo>
                    <a:pt x="3813" y="1521"/>
                    <a:pt x="3806" y="1455"/>
                    <a:pt x="3813" y="1429"/>
                  </a:cubicBezTo>
                  <a:cubicBezTo>
                    <a:pt x="3819" y="1402"/>
                    <a:pt x="3839" y="1356"/>
                    <a:pt x="3839" y="1317"/>
                  </a:cubicBezTo>
                  <a:cubicBezTo>
                    <a:pt x="3839" y="1284"/>
                    <a:pt x="3859" y="1238"/>
                    <a:pt x="3813" y="1192"/>
                  </a:cubicBezTo>
                  <a:cubicBezTo>
                    <a:pt x="3767" y="1152"/>
                    <a:pt x="3688" y="1047"/>
                    <a:pt x="3661" y="1001"/>
                  </a:cubicBezTo>
                  <a:cubicBezTo>
                    <a:pt x="3635" y="961"/>
                    <a:pt x="3602" y="863"/>
                    <a:pt x="3602" y="823"/>
                  </a:cubicBezTo>
                  <a:cubicBezTo>
                    <a:pt x="3602" y="777"/>
                    <a:pt x="3635" y="659"/>
                    <a:pt x="3602" y="593"/>
                  </a:cubicBezTo>
                  <a:cubicBezTo>
                    <a:pt x="3563" y="527"/>
                    <a:pt x="3457" y="323"/>
                    <a:pt x="3418" y="310"/>
                  </a:cubicBezTo>
                  <a:cubicBezTo>
                    <a:pt x="3390" y="293"/>
                    <a:pt x="3284" y="244"/>
                    <a:pt x="3223" y="244"/>
                  </a:cubicBezTo>
                  <a:cubicBezTo>
                    <a:pt x="3212" y="244"/>
                    <a:pt x="3202" y="246"/>
                    <a:pt x="3194" y="251"/>
                  </a:cubicBezTo>
                  <a:cubicBezTo>
                    <a:pt x="3141" y="283"/>
                    <a:pt x="2970" y="323"/>
                    <a:pt x="2970" y="323"/>
                  </a:cubicBezTo>
                  <a:lnTo>
                    <a:pt x="2714" y="251"/>
                  </a:lnTo>
                  <a:cubicBezTo>
                    <a:pt x="2714" y="251"/>
                    <a:pt x="2654" y="158"/>
                    <a:pt x="2628" y="158"/>
                  </a:cubicBezTo>
                  <a:cubicBezTo>
                    <a:pt x="2602" y="158"/>
                    <a:pt x="2187" y="93"/>
                    <a:pt x="2187" y="93"/>
                  </a:cubicBezTo>
                  <a:lnTo>
                    <a:pt x="1990" y="33"/>
                  </a:lnTo>
                  <a:cubicBezTo>
                    <a:pt x="1990" y="33"/>
                    <a:pt x="1884" y="0"/>
                    <a:pt x="1838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E98AAC"/>
                </a:solidFill>
              </a:endParaRPr>
            </a:p>
          </p:txBody>
        </p:sp>
        <p:sp>
          <p:nvSpPr>
            <p:cNvPr id="7192" name="Google Shape;1572;p19">
              <a:extLst>
                <a:ext uri="{FF2B5EF4-FFF2-40B4-BE49-F238E27FC236}">
                  <a16:creationId xmlns:a16="http://schemas.microsoft.com/office/drawing/2014/main" id="{124794D6-70C0-FEEB-B927-EF2FA37352BC}"/>
                </a:ext>
              </a:extLst>
            </p:cNvPr>
            <p:cNvSpPr/>
            <p:nvPr/>
          </p:nvSpPr>
          <p:spPr>
            <a:xfrm>
              <a:off x="6841379" y="3789637"/>
              <a:ext cx="615673" cy="526722"/>
            </a:xfrm>
            <a:custGeom>
              <a:avLst/>
              <a:gdLst/>
              <a:ahLst/>
              <a:cxnLst/>
              <a:rect l="l" t="t" r="r" b="b"/>
              <a:pathLst>
                <a:path w="5641" h="4826" extrusionOk="0">
                  <a:moveTo>
                    <a:pt x="3104" y="0"/>
                  </a:moveTo>
                  <a:cubicBezTo>
                    <a:pt x="3038" y="0"/>
                    <a:pt x="2988" y="2"/>
                    <a:pt x="2975" y="4"/>
                  </a:cubicBezTo>
                  <a:cubicBezTo>
                    <a:pt x="2964" y="7"/>
                    <a:pt x="2934" y="7"/>
                    <a:pt x="2895" y="7"/>
                  </a:cubicBezTo>
                  <a:cubicBezTo>
                    <a:pt x="2816" y="7"/>
                    <a:pt x="2699" y="4"/>
                    <a:pt x="2620" y="4"/>
                  </a:cubicBezTo>
                  <a:lnTo>
                    <a:pt x="2606" y="11"/>
                  </a:lnTo>
                  <a:cubicBezTo>
                    <a:pt x="2560" y="37"/>
                    <a:pt x="2508" y="70"/>
                    <a:pt x="2475" y="97"/>
                  </a:cubicBezTo>
                  <a:cubicBezTo>
                    <a:pt x="2416" y="149"/>
                    <a:pt x="2205" y="189"/>
                    <a:pt x="2179" y="202"/>
                  </a:cubicBezTo>
                  <a:cubicBezTo>
                    <a:pt x="2159" y="215"/>
                    <a:pt x="2001" y="294"/>
                    <a:pt x="1817" y="426"/>
                  </a:cubicBezTo>
                  <a:cubicBezTo>
                    <a:pt x="1626" y="557"/>
                    <a:pt x="1461" y="669"/>
                    <a:pt x="1349" y="768"/>
                  </a:cubicBezTo>
                  <a:cubicBezTo>
                    <a:pt x="1244" y="873"/>
                    <a:pt x="1343" y="860"/>
                    <a:pt x="1316" y="893"/>
                  </a:cubicBezTo>
                  <a:cubicBezTo>
                    <a:pt x="1306" y="903"/>
                    <a:pt x="1294" y="906"/>
                    <a:pt x="1280" y="906"/>
                  </a:cubicBezTo>
                  <a:cubicBezTo>
                    <a:pt x="1264" y="906"/>
                    <a:pt x="1247" y="902"/>
                    <a:pt x="1229" y="902"/>
                  </a:cubicBezTo>
                  <a:cubicBezTo>
                    <a:pt x="1212" y="902"/>
                    <a:pt x="1194" y="906"/>
                    <a:pt x="1178" y="919"/>
                  </a:cubicBezTo>
                  <a:cubicBezTo>
                    <a:pt x="1132" y="959"/>
                    <a:pt x="1060" y="1044"/>
                    <a:pt x="1007" y="1090"/>
                  </a:cubicBezTo>
                  <a:cubicBezTo>
                    <a:pt x="955" y="1130"/>
                    <a:pt x="652" y="1492"/>
                    <a:pt x="546" y="1591"/>
                  </a:cubicBezTo>
                  <a:cubicBezTo>
                    <a:pt x="448" y="1696"/>
                    <a:pt x="92" y="2091"/>
                    <a:pt x="53" y="2150"/>
                  </a:cubicBezTo>
                  <a:cubicBezTo>
                    <a:pt x="13" y="2203"/>
                    <a:pt x="0" y="2222"/>
                    <a:pt x="53" y="2249"/>
                  </a:cubicBezTo>
                  <a:cubicBezTo>
                    <a:pt x="62" y="2254"/>
                    <a:pt x="75" y="2256"/>
                    <a:pt x="92" y="2256"/>
                  </a:cubicBezTo>
                  <a:cubicBezTo>
                    <a:pt x="163" y="2256"/>
                    <a:pt x="289" y="2216"/>
                    <a:pt x="316" y="2189"/>
                  </a:cubicBezTo>
                  <a:cubicBezTo>
                    <a:pt x="335" y="2165"/>
                    <a:pt x="376" y="2124"/>
                    <a:pt x="437" y="2124"/>
                  </a:cubicBezTo>
                  <a:cubicBezTo>
                    <a:pt x="460" y="2124"/>
                    <a:pt x="485" y="2129"/>
                    <a:pt x="514" y="2143"/>
                  </a:cubicBezTo>
                  <a:cubicBezTo>
                    <a:pt x="619" y="2196"/>
                    <a:pt x="744" y="2249"/>
                    <a:pt x="797" y="2328"/>
                  </a:cubicBezTo>
                  <a:cubicBezTo>
                    <a:pt x="856" y="2407"/>
                    <a:pt x="1007" y="2571"/>
                    <a:pt x="1047" y="2630"/>
                  </a:cubicBezTo>
                  <a:cubicBezTo>
                    <a:pt x="1086" y="2696"/>
                    <a:pt x="1099" y="2782"/>
                    <a:pt x="1132" y="2821"/>
                  </a:cubicBezTo>
                  <a:cubicBezTo>
                    <a:pt x="1142" y="2833"/>
                    <a:pt x="1165" y="2840"/>
                    <a:pt x="1191" y="2840"/>
                  </a:cubicBezTo>
                  <a:cubicBezTo>
                    <a:pt x="1236" y="2840"/>
                    <a:pt x="1288" y="2821"/>
                    <a:pt x="1297" y="2775"/>
                  </a:cubicBezTo>
                  <a:cubicBezTo>
                    <a:pt x="1307" y="2716"/>
                    <a:pt x="1314" y="2653"/>
                    <a:pt x="1348" y="2653"/>
                  </a:cubicBezTo>
                  <a:cubicBezTo>
                    <a:pt x="1356" y="2653"/>
                    <a:pt x="1365" y="2656"/>
                    <a:pt x="1376" y="2663"/>
                  </a:cubicBezTo>
                  <a:cubicBezTo>
                    <a:pt x="1435" y="2696"/>
                    <a:pt x="1474" y="2762"/>
                    <a:pt x="1573" y="2854"/>
                  </a:cubicBezTo>
                  <a:cubicBezTo>
                    <a:pt x="1665" y="2953"/>
                    <a:pt x="1659" y="2953"/>
                    <a:pt x="1771" y="2999"/>
                  </a:cubicBezTo>
                  <a:cubicBezTo>
                    <a:pt x="1882" y="3052"/>
                    <a:pt x="1889" y="3019"/>
                    <a:pt x="1955" y="3078"/>
                  </a:cubicBezTo>
                  <a:cubicBezTo>
                    <a:pt x="2027" y="3144"/>
                    <a:pt x="2152" y="3177"/>
                    <a:pt x="2179" y="3190"/>
                  </a:cubicBezTo>
                  <a:cubicBezTo>
                    <a:pt x="2205" y="3203"/>
                    <a:pt x="2205" y="3183"/>
                    <a:pt x="2291" y="3295"/>
                  </a:cubicBezTo>
                  <a:cubicBezTo>
                    <a:pt x="2376" y="3414"/>
                    <a:pt x="2547" y="3453"/>
                    <a:pt x="2547" y="3453"/>
                  </a:cubicBezTo>
                  <a:cubicBezTo>
                    <a:pt x="2547" y="3453"/>
                    <a:pt x="2620" y="3519"/>
                    <a:pt x="2679" y="3578"/>
                  </a:cubicBezTo>
                  <a:cubicBezTo>
                    <a:pt x="2738" y="3644"/>
                    <a:pt x="2817" y="3710"/>
                    <a:pt x="2817" y="3762"/>
                  </a:cubicBezTo>
                  <a:cubicBezTo>
                    <a:pt x="2817" y="3815"/>
                    <a:pt x="2857" y="3887"/>
                    <a:pt x="2903" y="3914"/>
                  </a:cubicBezTo>
                  <a:cubicBezTo>
                    <a:pt x="2949" y="3940"/>
                    <a:pt x="3061" y="3953"/>
                    <a:pt x="3093" y="3986"/>
                  </a:cubicBezTo>
                  <a:cubicBezTo>
                    <a:pt x="3120" y="4026"/>
                    <a:pt x="3192" y="4098"/>
                    <a:pt x="3159" y="4151"/>
                  </a:cubicBezTo>
                  <a:cubicBezTo>
                    <a:pt x="3120" y="4197"/>
                    <a:pt x="3041" y="4249"/>
                    <a:pt x="3021" y="4276"/>
                  </a:cubicBezTo>
                  <a:cubicBezTo>
                    <a:pt x="2995" y="4309"/>
                    <a:pt x="2936" y="4302"/>
                    <a:pt x="2903" y="4374"/>
                  </a:cubicBezTo>
                  <a:cubicBezTo>
                    <a:pt x="2870" y="4447"/>
                    <a:pt x="2857" y="4467"/>
                    <a:pt x="2870" y="4585"/>
                  </a:cubicBezTo>
                  <a:cubicBezTo>
                    <a:pt x="2883" y="4657"/>
                    <a:pt x="2863" y="4796"/>
                    <a:pt x="2968" y="4822"/>
                  </a:cubicBezTo>
                  <a:cubicBezTo>
                    <a:pt x="2976" y="4825"/>
                    <a:pt x="2984" y="4826"/>
                    <a:pt x="2992" y="4826"/>
                  </a:cubicBezTo>
                  <a:cubicBezTo>
                    <a:pt x="3087" y="4826"/>
                    <a:pt x="3204" y="4659"/>
                    <a:pt x="3271" y="4605"/>
                  </a:cubicBezTo>
                  <a:cubicBezTo>
                    <a:pt x="3317" y="4565"/>
                    <a:pt x="3376" y="4559"/>
                    <a:pt x="3416" y="4519"/>
                  </a:cubicBezTo>
                  <a:cubicBezTo>
                    <a:pt x="3515" y="4414"/>
                    <a:pt x="3574" y="4249"/>
                    <a:pt x="3620" y="4111"/>
                  </a:cubicBezTo>
                  <a:cubicBezTo>
                    <a:pt x="3653" y="4012"/>
                    <a:pt x="3679" y="3907"/>
                    <a:pt x="3752" y="3828"/>
                  </a:cubicBezTo>
                  <a:cubicBezTo>
                    <a:pt x="3791" y="3789"/>
                    <a:pt x="3850" y="3762"/>
                    <a:pt x="3896" y="3723"/>
                  </a:cubicBezTo>
                  <a:cubicBezTo>
                    <a:pt x="3982" y="3657"/>
                    <a:pt x="4002" y="3545"/>
                    <a:pt x="4087" y="3479"/>
                  </a:cubicBezTo>
                  <a:cubicBezTo>
                    <a:pt x="4173" y="3414"/>
                    <a:pt x="4272" y="3361"/>
                    <a:pt x="4364" y="3308"/>
                  </a:cubicBezTo>
                  <a:cubicBezTo>
                    <a:pt x="4502" y="3236"/>
                    <a:pt x="4805" y="2979"/>
                    <a:pt x="4857" y="2894"/>
                  </a:cubicBezTo>
                  <a:cubicBezTo>
                    <a:pt x="4910" y="2802"/>
                    <a:pt x="5318" y="2071"/>
                    <a:pt x="5417" y="1874"/>
                  </a:cubicBezTo>
                  <a:cubicBezTo>
                    <a:pt x="5436" y="1834"/>
                    <a:pt x="5469" y="1788"/>
                    <a:pt x="5509" y="1735"/>
                  </a:cubicBezTo>
                  <a:cubicBezTo>
                    <a:pt x="5515" y="1722"/>
                    <a:pt x="5522" y="1716"/>
                    <a:pt x="5529" y="1709"/>
                  </a:cubicBezTo>
                  <a:cubicBezTo>
                    <a:pt x="5548" y="1683"/>
                    <a:pt x="5568" y="1656"/>
                    <a:pt x="5588" y="1637"/>
                  </a:cubicBezTo>
                  <a:cubicBezTo>
                    <a:pt x="5561" y="1584"/>
                    <a:pt x="5542" y="1551"/>
                    <a:pt x="5542" y="1544"/>
                  </a:cubicBezTo>
                  <a:cubicBezTo>
                    <a:pt x="5522" y="1512"/>
                    <a:pt x="5496" y="1479"/>
                    <a:pt x="5496" y="1479"/>
                  </a:cubicBezTo>
                  <a:cubicBezTo>
                    <a:pt x="5496" y="1479"/>
                    <a:pt x="5459" y="1490"/>
                    <a:pt x="5432" y="1490"/>
                  </a:cubicBezTo>
                  <a:cubicBezTo>
                    <a:pt x="5423" y="1490"/>
                    <a:pt x="5415" y="1489"/>
                    <a:pt x="5410" y="1485"/>
                  </a:cubicBezTo>
                  <a:cubicBezTo>
                    <a:pt x="5408" y="1484"/>
                    <a:pt x="5406" y="1483"/>
                    <a:pt x="5403" y="1483"/>
                  </a:cubicBezTo>
                  <a:cubicBezTo>
                    <a:pt x="5389" y="1483"/>
                    <a:pt x="5368" y="1503"/>
                    <a:pt x="5343" y="1503"/>
                  </a:cubicBezTo>
                  <a:cubicBezTo>
                    <a:pt x="5331" y="1503"/>
                    <a:pt x="5318" y="1499"/>
                    <a:pt x="5305" y="1485"/>
                  </a:cubicBezTo>
                  <a:cubicBezTo>
                    <a:pt x="5285" y="1465"/>
                    <a:pt x="5280" y="1460"/>
                    <a:pt x="5283" y="1460"/>
                  </a:cubicBezTo>
                  <a:cubicBezTo>
                    <a:pt x="5285" y="1460"/>
                    <a:pt x="5293" y="1464"/>
                    <a:pt x="5301" y="1464"/>
                  </a:cubicBezTo>
                  <a:cubicBezTo>
                    <a:pt x="5308" y="1464"/>
                    <a:pt x="5314" y="1462"/>
                    <a:pt x="5318" y="1452"/>
                  </a:cubicBezTo>
                  <a:cubicBezTo>
                    <a:pt x="5338" y="1419"/>
                    <a:pt x="5410" y="1347"/>
                    <a:pt x="5436" y="1288"/>
                  </a:cubicBezTo>
                  <a:cubicBezTo>
                    <a:pt x="5463" y="1229"/>
                    <a:pt x="5436" y="1169"/>
                    <a:pt x="5456" y="1156"/>
                  </a:cubicBezTo>
                  <a:cubicBezTo>
                    <a:pt x="5476" y="1136"/>
                    <a:pt x="5555" y="1117"/>
                    <a:pt x="5608" y="1005"/>
                  </a:cubicBezTo>
                  <a:cubicBezTo>
                    <a:pt x="5640" y="943"/>
                    <a:pt x="5603" y="930"/>
                    <a:pt x="5560" y="930"/>
                  </a:cubicBezTo>
                  <a:cubicBezTo>
                    <a:pt x="5525" y="930"/>
                    <a:pt x="5485" y="939"/>
                    <a:pt x="5476" y="939"/>
                  </a:cubicBezTo>
                  <a:cubicBezTo>
                    <a:pt x="5456" y="939"/>
                    <a:pt x="5226" y="972"/>
                    <a:pt x="5153" y="972"/>
                  </a:cubicBezTo>
                  <a:cubicBezTo>
                    <a:pt x="5081" y="972"/>
                    <a:pt x="4910" y="880"/>
                    <a:pt x="4851" y="801"/>
                  </a:cubicBezTo>
                  <a:cubicBezTo>
                    <a:pt x="4798" y="722"/>
                    <a:pt x="4337" y="373"/>
                    <a:pt x="4324" y="334"/>
                  </a:cubicBezTo>
                  <a:cubicBezTo>
                    <a:pt x="4311" y="301"/>
                    <a:pt x="4239" y="287"/>
                    <a:pt x="4239" y="287"/>
                  </a:cubicBezTo>
                  <a:cubicBezTo>
                    <a:pt x="4239" y="287"/>
                    <a:pt x="3995" y="241"/>
                    <a:pt x="3923" y="222"/>
                  </a:cubicBezTo>
                  <a:cubicBezTo>
                    <a:pt x="3857" y="195"/>
                    <a:pt x="3673" y="90"/>
                    <a:pt x="3528" y="44"/>
                  </a:cubicBezTo>
                  <a:cubicBezTo>
                    <a:pt x="3431" y="9"/>
                    <a:pt x="3235" y="0"/>
                    <a:pt x="3104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E98AAC"/>
                </a:solidFill>
              </a:endParaRPr>
            </a:p>
          </p:txBody>
        </p:sp>
        <p:sp>
          <p:nvSpPr>
            <p:cNvPr id="7193" name="Google Shape;1586;p19">
              <a:extLst>
                <a:ext uri="{FF2B5EF4-FFF2-40B4-BE49-F238E27FC236}">
                  <a16:creationId xmlns:a16="http://schemas.microsoft.com/office/drawing/2014/main" id="{CC07746A-4708-7EC4-AC12-71F998EA7448}"/>
                </a:ext>
              </a:extLst>
            </p:cNvPr>
            <p:cNvSpPr/>
            <p:nvPr/>
          </p:nvSpPr>
          <p:spPr>
            <a:xfrm>
              <a:off x="6796849" y="2989624"/>
              <a:ext cx="560338" cy="547022"/>
            </a:xfrm>
            <a:custGeom>
              <a:avLst/>
              <a:gdLst/>
              <a:ahLst/>
              <a:cxnLst/>
              <a:rect l="l" t="t" r="r" b="b"/>
              <a:pathLst>
                <a:path w="5134" h="5012" extrusionOk="0">
                  <a:moveTo>
                    <a:pt x="1342" y="1"/>
                  </a:moveTo>
                  <a:cubicBezTo>
                    <a:pt x="1306" y="1"/>
                    <a:pt x="1277" y="5"/>
                    <a:pt x="1257" y="29"/>
                  </a:cubicBezTo>
                  <a:cubicBezTo>
                    <a:pt x="1231" y="75"/>
                    <a:pt x="1224" y="82"/>
                    <a:pt x="1165" y="82"/>
                  </a:cubicBezTo>
                  <a:cubicBezTo>
                    <a:pt x="1124" y="82"/>
                    <a:pt x="1055" y="46"/>
                    <a:pt x="995" y="46"/>
                  </a:cubicBezTo>
                  <a:cubicBezTo>
                    <a:pt x="958" y="46"/>
                    <a:pt x="924" y="59"/>
                    <a:pt x="902" y="102"/>
                  </a:cubicBezTo>
                  <a:cubicBezTo>
                    <a:pt x="836" y="220"/>
                    <a:pt x="665" y="358"/>
                    <a:pt x="599" y="391"/>
                  </a:cubicBezTo>
                  <a:cubicBezTo>
                    <a:pt x="540" y="424"/>
                    <a:pt x="500" y="417"/>
                    <a:pt x="408" y="424"/>
                  </a:cubicBezTo>
                  <a:lnTo>
                    <a:pt x="342" y="424"/>
                  </a:lnTo>
                  <a:cubicBezTo>
                    <a:pt x="342" y="464"/>
                    <a:pt x="349" y="523"/>
                    <a:pt x="369" y="556"/>
                  </a:cubicBezTo>
                  <a:cubicBezTo>
                    <a:pt x="408" y="615"/>
                    <a:pt x="474" y="661"/>
                    <a:pt x="481" y="700"/>
                  </a:cubicBezTo>
                  <a:cubicBezTo>
                    <a:pt x="481" y="740"/>
                    <a:pt x="428" y="766"/>
                    <a:pt x="408" y="786"/>
                  </a:cubicBezTo>
                  <a:cubicBezTo>
                    <a:pt x="388" y="806"/>
                    <a:pt x="362" y="799"/>
                    <a:pt x="349" y="898"/>
                  </a:cubicBezTo>
                  <a:cubicBezTo>
                    <a:pt x="329" y="990"/>
                    <a:pt x="303" y="1102"/>
                    <a:pt x="303" y="1122"/>
                  </a:cubicBezTo>
                  <a:cubicBezTo>
                    <a:pt x="296" y="1141"/>
                    <a:pt x="309" y="1128"/>
                    <a:pt x="323" y="1201"/>
                  </a:cubicBezTo>
                  <a:cubicBezTo>
                    <a:pt x="342" y="1273"/>
                    <a:pt x="356" y="1372"/>
                    <a:pt x="323" y="1378"/>
                  </a:cubicBezTo>
                  <a:cubicBezTo>
                    <a:pt x="321" y="1379"/>
                    <a:pt x="320" y="1379"/>
                    <a:pt x="318" y="1379"/>
                  </a:cubicBezTo>
                  <a:cubicBezTo>
                    <a:pt x="301" y="1379"/>
                    <a:pt x="279" y="1356"/>
                    <a:pt x="258" y="1356"/>
                  </a:cubicBezTo>
                  <a:cubicBezTo>
                    <a:pt x="248" y="1356"/>
                    <a:pt x="239" y="1362"/>
                    <a:pt x="231" y="1378"/>
                  </a:cubicBezTo>
                  <a:cubicBezTo>
                    <a:pt x="198" y="1431"/>
                    <a:pt x="66" y="1721"/>
                    <a:pt x="53" y="1753"/>
                  </a:cubicBezTo>
                  <a:cubicBezTo>
                    <a:pt x="33" y="1786"/>
                    <a:pt x="0" y="1832"/>
                    <a:pt x="40" y="1872"/>
                  </a:cubicBezTo>
                  <a:cubicBezTo>
                    <a:pt x="73" y="1905"/>
                    <a:pt x="132" y="1911"/>
                    <a:pt x="178" y="1957"/>
                  </a:cubicBezTo>
                  <a:cubicBezTo>
                    <a:pt x="217" y="2004"/>
                    <a:pt x="184" y="2050"/>
                    <a:pt x="184" y="2050"/>
                  </a:cubicBezTo>
                  <a:cubicBezTo>
                    <a:pt x="184" y="2050"/>
                    <a:pt x="20" y="2076"/>
                    <a:pt x="13" y="2096"/>
                  </a:cubicBezTo>
                  <a:cubicBezTo>
                    <a:pt x="7" y="2115"/>
                    <a:pt x="0" y="2300"/>
                    <a:pt x="59" y="2379"/>
                  </a:cubicBezTo>
                  <a:cubicBezTo>
                    <a:pt x="112" y="2451"/>
                    <a:pt x="152" y="2510"/>
                    <a:pt x="184" y="2570"/>
                  </a:cubicBezTo>
                  <a:cubicBezTo>
                    <a:pt x="211" y="2629"/>
                    <a:pt x="244" y="2734"/>
                    <a:pt x="224" y="2853"/>
                  </a:cubicBezTo>
                  <a:cubicBezTo>
                    <a:pt x="204" y="2978"/>
                    <a:pt x="152" y="3149"/>
                    <a:pt x="152" y="3149"/>
                  </a:cubicBezTo>
                  <a:cubicBezTo>
                    <a:pt x="152" y="3149"/>
                    <a:pt x="105" y="3188"/>
                    <a:pt x="125" y="3234"/>
                  </a:cubicBezTo>
                  <a:cubicBezTo>
                    <a:pt x="152" y="3280"/>
                    <a:pt x="178" y="3267"/>
                    <a:pt x="178" y="3320"/>
                  </a:cubicBezTo>
                  <a:cubicBezTo>
                    <a:pt x="178" y="3372"/>
                    <a:pt x="171" y="3478"/>
                    <a:pt x="132" y="3491"/>
                  </a:cubicBezTo>
                  <a:cubicBezTo>
                    <a:pt x="92" y="3504"/>
                    <a:pt x="86" y="3570"/>
                    <a:pt x="138" y="3570"/>
                  </a:cubicBezTo>
                  <a:cubicBezTo>
                    <a:pt x="158" y="3572"/>
                    <a:pt x="175" y="3573"/>
                    <a:pt x="191" y="3573"/>
                  </a:cubicBezTo>
                  <a:cubicBezTo>
                    <a:pt x="222" y="3573"/>
                    <a:pt x="250" y="3570"/>
                    <a:pt x="290" y="3570"/>
                  </a:cubicBezTo>
                  <a:cubicBezTo>
                    <a:pt x="293" y="3570"/>
                    <a:pt x="296" y="3570"/>
                    <a:pt x="299" y="3570"/>
                  </a:cubicBezTo>
                  <a:cubicBezTo>
                    <a:pt x="332" y="3570"/>
                    <a:pt x="342" y="3548"/>
                    <a:pt x="359" y="3548"/>
                  </a:cubicBezTo>
                  <a:cubicBezTo>
                    <a:pt x="368" y="3548"/>
                    <a:pt x="379" y="3553"/>
                    <a:pt x="395" y="3570"/>
                  </a:cubicBezTo>
                  <a:cubicBezTo>
                    <a:pt x="448" y="3629"/>
                    <a:pt x="514" y="3675"/>
                    <a:pt x="592" y="3675"/>
                  </a:cubicBezTo>
                  <a:cubicBezTo>
                    <a:pt x="641" y="3675"/>
                    <a:pt x="794" y="3687"/>
                    <a:pt x="919" y="3687"/>
                  </a:cubicBezTo>
                  <a:cubicBezTo>
                    <a:pt x="981" y="3687"/>
                    <a:pt x="1036" y="3684"/>
                    <a:pt x="1066" y="3675"/>
                  </a:cubicBezTo>
                  <a:cubicBezTo>
                    <a:pt x="1152" y="3655"/>
                    <a:pt x="1165" y="3563"/>
                    <a:pt x="1198" y="3563"/>
                  </a:cubicBezTo>
                  <a:cubicBezTo>
                    <a:pt x="1237" y="3563"/>
                    <a:pt x="1277" y="3590"/>
                    <a:pt x="1310" y="3629"/>
                  </a:cubicBezTo>
                  <a:cubicBezTo>
                    <a:pt x="1343" y="3675"/>
                    <a:pt x="1441" y="3708"/>
                    <a:pt x="1481" y="3708"/>
                  </a:cubicBezTo>
                  <a:cubicBezTo>
                    <a:pt x="1512" y="3708"/>
                    <a:pt x="1519" y="3691"/>
                    <a:pt x="1540" y="3691"/>
                  </a:cubicBezTo>
                  <a:cubicBezTo>
                    <a:pt x="1550" y="3691"/>
                    <a:pt x="1564" y="3695"/>
                    <a:pt x="1586" y="3708"/>
                  </a:cubicBezTo>
                  <a:cubicBezTo>
                    <a:pt x="1652" y="3741"/>
                    <a:pt x="1744" y="3794"/>
                    <a:pt x="1751" y="3840"/>
                  </a:cubicBezTo>
                  <a:cubicBezTo>
                    <a:pt x="1764" y="3892"/>
                    <a:pt x="1777" y="3958"/>
                    <a:pt x="1784" y="3978"/>
                  </a:cubicBezTo>
                  <a:cubicBezTo>
                    <a:pt x="1790" y="4004"/>
                    <a:pt x="1836" y="4004"/>
                    <a:pt x="1823" y="4077"/>
                  </a:cubicBezTo>
                  <a:cubicBezTo>
                    <a:pt x="1817" y="4149"/>
                    <a:pt x="1784" y="4182"/>
                    <a:pt x="1790" y="4254"/>
                  </a:cubicBezTo>
                  <a:cubicBezTo>
                    <a:pt x="1790" y="4320"/>
                    <a:pt x="1836" y="4347"/>
                    <a:pt x="1856" y="4399"/>
                  </a:cubicBezTo>
                  <a:cubicBezTo>
                    <a:pt x="1876" y="4452"/>
                    <a:pt x="1869" y="4498"/>
                    <a:pt x="1869" y="4531"/>
                  </a:cubicBezTo>
                  <a:cubicBezTo>
                    <a:pt x="1869" y="4564"/>
                    <a:pt x="1836" y="4616"/>
                    <a:pt x="1863" y="4682"/>
                  </a:cubicBezTo>
                  <a:cubicBezTo>
                    <a:pt x="1896" y="4741"/>
                    <a:pt x="1929" y="4787"/>
                    <a:pt x="1929" y="4834"/>
                  </a:cubicBezTo>
                  <a:cubicBezTo>
                    <a:pt x="1929" y="4880"/>
                    <a:pt x="1909" y="4919"/>
                    <a:pt x="2021" y="4939"/>
                  </a:cubicBezTo>
                  <a:cubicBezTo>
                    <a:pt x="2105" y="4954"/>
                    <a:pt x="2207" y="4972"/>
                    <a:pt x="2264" y="4972"/>
                  </a:cubicBezTo>
                  <a:cubicBezTo>
                    <a:pt x="2283" y="4972"/>
                    <a:pt x="2297" y="4970"/>
                    <a:pt x="2304" y="4965"/>
                  </a:cubicBezTo>
                  <a:cubicBezTo>
                    <a:pt x="2330" y="4945"/>
                    <a:pt x="2422" y="4899"/>
                    <a:pt x="2442" y="4886"/>
                  </a:cubicBezTo>
                  <a:cubicBezTo>
                    <a:pt x="2457" y="4882"/>
                    <a:pt x="2514" y="4879"/>
                    <a:pt x="2561" y="4879"/>
                  </a:cubicBezTo>
                  <a:cubicBezTo>
                    <a:pt x="2595" y="4879"/>
                    <a:pt x="2623" y="4881"/>
                    <a:pt x="2626" y="4886"/>
                  </a:cubicBezTo>
                  <a:cubicBezTo>
                    <a:pt x="2626" y="4893"/>
                    <a:pt x="2685" y="4985"/>
                    <a:pt x="2699" y="5011"/>
                  </a:cubicBezTo>
                  <a:cubicBezTo>
                    <a:pt x="2699" y="5011"/>
                    <a:pt x="2771" y="5005"/>
                    <a:pt x="2843" y="4965"/>
                  </a:cubicBezTo>
                  <a:cubicBezTo>
                    <a:pt x="2916" y="4926"/>
                    <a:pt x="2896" y="4906"/>
                    <a:pt x="2916" y="4840"/>
                  </a:cubicBezTo>
                  <a:cubicBezTo>
                    <a:pt x="2935" y="4781"/>
                    <a:pt x="2929" y="4735"/>
                    <a:pt x="2949" y="4656"/>
                  </a:cubicBezTo>
                  <a:cubicBezTo>
                    <a:pt x="2968" y="4577"/>
                    <a:pt x="3028" y="4590"/>
                    <a:pt x="3080" y="4551"/>
                  </a:cubicBezTo>
                  <a:cubicBezTo>
                    <a:pt x="3139" y="4511"/>
                    <a:pt x="3113" y="4478"/>
                    <a:pt x="3113" y="4452"/>
                  </a:cubicBezTo>
                  <a:cubicBezTo>
                    <a:pt x="3113" y="4425"/>
                    <a:pt x="3146" y="4294"/>
                    <a:pt x="3186" y="4254"/>
                  </a:cubicBezTo>
                  <a:cubicBezTo>
                    <a:pt x="3225" y="4208"/>
                    <a:pt x="3390" y="4083"/>
                    <a:pt x="3462" y="4037"/>
                  </a:cubicBezTo>
                  <a:cubicBezTo>
                    <a:pt x="3462" y="4037"/>
                    <a:pt x="3475" y="4031"/>
                    <a:pt x="3482" y="4024"/>
                  </a:cubicBezTo>
                  <a:cubicBezTo>
                    <a:pt x="3488" y="4017"/>
                    <a:pt x="3488" y="4017"/>
                    <a:pt x="3495" y="4011"/>
                  </a:cubicBezTo>
                  <a:cubicBezTo>
                    <a:pt x="3501" y="4004"/>
                    <a:pt x="3508" y="4004"/>
                    <a:pt x="3515" y="3998"/>
                  </a:cubicBezTo>
                  <a:cubicBezTo>
                    <a:pt x="3528" y="3991"/>
                    <a:pt x="3534" y="3978"/>
                    <a:pt x="3548" y="3971"/>
                  </a:cubicBezTo>
                  <a:cubicBezTo>
                    <a:pt x="3554" y="3971"/>
                    <a:pt x="3554" y="3965"/>
                    <a:pt x="3561" y="3958"/>
                  </a:cubicBezTo>
                  <a:cubicBezTo>
                    <a:pt x="3567" y="3952"/>
                    <a:pt x="3574" y="3952"/>
                    <a:pt x="3580" y="3945"/>
                  </a:cubicBezTo>
                  <a:cubicBezTo>
                    <a:pt x="3653" y="3879"/>
                    <a:pt x="3745" y="3807"/>
                    <a:pt x="3824" y="3741"/>
                  </a:cubicBezTo>
                  <a:cubicBezTo>
                    <a:pt x="3831" y="3734"/>
                    <a:pt x="3837" y="3728"/>
                    <a:pt x="3844" y="3721"/>
                  </a:cubicBezTo>
                  <a:cubicBezTo>
                    <a:pt x="3857" y="3708"/>
                    <a:pt x="3870" y="3695"/>
                    <a:pt x="3883" y="3688"/>
                  </a:cubicBezTo>
                  <a:cubicBezTo>
                    <a:pt x="3890" y="3682"/>
                    <a:pt x="3896" y="3675"/>
                    <a:pt x="3903" y="3669"/>
                  </a:cubicBezTo>
                  <a:cubicBezTo>
                    <a:pt x="3923" y="3649"/>
                    <a:pt x="3942" y="3636"/>
                    <a:pt x="3949" y="3623"/>
                  </a:cubicBezTo>
                  <a:lnTo>
                    <a:pt x="3956" y="3623"/>
                  </a:lnTo>
                  <a:cubicBezTo>
                    <a:pt x="3982" y="3590"/>
                    <a:pt x="4094" y="3537"/>
                    <a:pt x="4179" y="3471"/>
                  </a:cubicBezTo>
                  <a:cubicBezTo>
                    <a:pt x="4265" y="3405"/>
                    <a:pt x="4291" y="3405"/>
                    <a:pt x="4278" y="3372"/>
                  </a:cubicBezTo>
                  <a:cubicBezTo>
                    <a:pt x="4265" y="3333"/>
                    <a:pt x="4278" y="3267"/>
                    <a:pt x="4311" y="3241"/>
                  </a:cubicBezTo>
                  <a:cubicBezTo>
                    <a:pt x="4337" y="3221"/>
                    <a:pt x="4423" y="3188"/>
                    <a:pt x="4423" y="3188"/>
                  </a:cubicBezTo>
                  <a:cubicBezTo>
                    <a:pt x="4423" y="3188"/>
                    <a:pt x="4416" y="3063"/>
                    <a:pt x="4397" y="3030"/>
                  </a:cubicBezTo>
                  <a:cubicBezTo>
                    <a:pt x="4383" y="2997"/>
                    <a:pt x="4416" y="2964"/>
                    <a:pt x="4515" y="2833"/>
                  </a:cubicBezTo>
                  <a:cubicBezTo>
                    <a:pt x="4553" y="2785"/>
                    <a:pt x="4577" y="2772"/>
                    <a:pt x="4595" y="2772"/>
                  </a:cubicBezTo>
                  <a:cubicBezTo>
                    <a:pt x="4619" y="2772"/>
                    <a:pt x="4633" y="2793"/>
                    <a:pt x="4653" y="2793"/>
                  </a:cubicBezTo>
                  <a:cubicBezTo>
                    <a:pt x="4659" y="2793"/>
                    <a:pt x="4666" y="2791"/>
                    <a:pt x="4673" y="2787"/>
                  </a:cubicBezTo>
                  <a:cubicBezTo>
                    <a:pt x="4726" y="2754"/>
                    <a:pt x="4673" y="2701"/>
                    <a:pt x="4673" y="2635"/>
                  </a:cubicBezTo>
                  <a:cubicBezTo>
                    <a:pt x="4673" y="2570"/>
                    <a:pt x="4653" y="2438"/>
                    <a:pt x="4719" y="2359"/>
                  </a:cubicBezTo>
                  <a:cubicBezTo>
                    <a:pt x="4778" y="2280"/>
                    <a:pt x="4956" y="2273"/>
                    <a:pt x="4976" y="2273"/>
                  </a:cubicBezTo>
                  <a:cubicBezTo>
                    <a:pt x="4989" y="2273"/>
                    <a:pt x="5061" y="2122"/>
                    <a:pt x="5061" y="2122"/>
                  </a:cubicBezTo>
                  <a:cubicBezTo>
                    <a:pt x="5061" y="2122"/>
                    <a:pt x="5041" y="2017"/>
                    <a:pt x="5041" y="1997"/>
                  </a:cubicBezTo>
                  <a:cubicBezTo>
                    <a:pt x="5041" y="1971"/>
                    <a:pt x="5022" y="1865"/>
                    <a:pt x="5022" y="1826"/>
                  </a:cubicBezTo>
                  <a:cubicBezTo>
                    <a:pt x="5022" y="1786"/>
                    <a:pt x="5068" y="1767"/>
                    <a:pt x="5134" y="1714"/>
                  </a:cubicBezTo>
                  <a:cubicBezTo>
                    <a:pt x="5081" y="1655"/>
                    <a:pt x="5055" y="1576"/>
                    <a:pt x="4982" y="1536"/>
                  </a:cubicBezTo>
                  <a:cubicBezTo>
                    <a:pt x="4910" y="1497"/>
                    <a:pt x="4897" y="1477"/>
                    <a:pt x="4877" y="1444"/>
                  </a:cubicBezTo>
                  <a:cubicBezTo>
                    <a:pt x="4857" y="1418"/>
                    <a:pt x="4732" y="1365"/>
                    <a:pt x="4686" y="1359"/>
                  </a:cubicBezTo>
                  <a:cubicBezTo>
                    <a:pt x="4647" y="1352"/>
                    <a:pt x="4443" y="1332"/>
                    <a:pt x="4357" y="1266"/>
                  </a:cubicBezTo>
                  <a:cubicBezTo>
                    <a:pt x="4271" y="1201"/>
                    <a:pt x="4179" y="1155"/>
                    <a:pt x="4140" y="1089"/>
                  </a:cubicBezTo>
                  <a:cubicBezTo>
                    <a:pt x="4094" y="1030"/>
                    <a:pt x="4081" y="1049"/>
                    <a:pt x="3956" y="1036"/>
                  </a:cubicBezTo>
                  <a:cubicBezTo>
                    <a:pt x="3931" y="1033"/>
                    <a:pt x="3915" y="1032"/>
                    <a:pt x="3905" y="1032"/>
                  </a:cubicBezTo>
                  <a:cubicBezTo>
                    <a:pt x="3865" y="1032"/>
                    <a:pt x="3905" y="1051"/>
                    <a:pt x="3837" y="1082"/>
                  </a:cubicBezTo>
                  <a:cubicBezTo>
                    <a:pt x="3820" y="1089"/>
                    <a:pt x="3806" y="1093"/>
                    <a:pt x="3795" y="1093"/>
                  </a:cubicBezTo>
                  <a:cubicBezTo>
                    <a:pt x="3756" y="1093"/>
                    <a:pt x="3748" y="1055"/>
                    <a:pt x="3712" y="1030"/>
                  </a:cubicBezTo>
                  <a:cubicBezTo>
                    <a:pt x="3666" y="1003"/>
                    <a:pt x="3725" y="957"/>
                    <a:pt x="3752" y="937"/>
                  </a:cubicBezTo>
                  <a:cubicBezTo>
                    <a:pt x="3771" y="918"/>
                    <a:pt x="3804" y="799"/>
                    <a:pt x="3804" y="799"/>
                  </a:cubicBezTo>
                  <a:cubicBezTo>
                    <a:pt x="3804" y="799"/>
                    <a:pt x="3633" y="786"/>
                    <a:pt x="3567" y="733"/>
                  </a:cubicBezTo>
                  <a:cubicBezTo>
                    <a:pt x="3501" y="674"/>
                    <a:pt x="3567" y="621"/>
                    <a:pt x="3567" y="621"/>
                  </a:cubicBezTo>
                  <a:cubicBezTo>
                    <a:pt x="3501" y="621"/>
                    <a:pt x="3350" y="556"/>
                    <a:pt x="3324" y="556"/>
                  </a:cubicBezTo>
                  <a:cubicBezTo>
                    <a:pt x="3291" y="556"/>
                    <a:pt x="3166" y="569"/>
                    <a:pt x="3146" y="569"/>
                  </a:cubicBezTo>
                  <a:cubicBezTo>
                    <a:pt x="3126" y="569"/>
                    <a:pt x="3041" y="470"/>
                    <a:pt x="3041" y="450"/>
                  </a:cubicBezTo>
                  <a:cubicBezTo>
                    <a:pt x="3041" y="431"/>
                    <a:pt x="3061" y="385"/>
                    <a:pt x="3100" y="338"/>
                  </a:cubicBezTo>
                  <a:cubicBezTo>
                    <a:pt x="3146" y="286"/>
                    <a:pt x="3186" y="259"/>
                    <a:pt x="3186" y="207"/>
                  </a:cubicBezTo>
                  <a:cubicBezTo>
                    <a:pt x="3186" y="161"/>
                    <a:pt x="3146" y="3"/>
                    <a:pt x="3126" y="3"/>
                  </a:cubicBezTo>
                  <a:cubicBezTo>
                    <a:pt x="3107" y="3"/>
                    <a:pt x="2929" y="174"/>
                    <a:pt x="2929" y="174"/>
                  </a:cubicBezTo>
                  <a:cubicBezTo>
                    <a:pt x="2929" y="174"/>
                    <a:pt x="2903" y="174"/>
                    <a:pt x="2870" y="227"/>
                  </a:cubicBezTo>
                  <a:cubicBezTo>
                    <a:pt x="2837" y="279"/>
                    <a:pt x="2758" y="319"/>
                    <a:pt x="2758" y="319"/>
                  </a:cubicBezTo>
                  <a:cubicBezTo>
                    <a:pt x="2758" y="319"/>
                    <a:pt x="2705" y="292"/>
                    <a:pt x="2659" y="253"/>
                  </a:cubicBezTo>
                  <a:cubicBezTo>
                    <a:pt x="2612" y="223"/>
                    <a:pt x="2607" y="124"/>
                    <a:pt x="2529" y="124"/>
                  </a:cubicBezTo>
                  <a:cubicBezTo>
                    <a:pt x="2521" y="124"/>
                    <a:pt x="2511" y="125"/>
                    <a:pt x="2501" y="128"/>
                  </a:cubicBezTo>
                  <a:cubicBezTo>
                    <a:pt x="2402" y="154"/>
                    <a:pt x="2310" y="187"/>
                    <a:pt x="2290" y="213"/>
                  </a:cubicBezTo>
                  <a:cubicBezTo>
                    <a:pt x="2272" y="237"/>
                    <a:pt x="2282" y="267"/>
                    <a:pt x="2199" y="267"/>
                  </a:cubicBezTo>
                  <a:cubicBezTo>
                    <a:pt x="2191" y="267"/>
                    <a:pt x="2182" y="267"/>
                    <a:pt x="2172" y="266"/>
                  </a:cubicBezTo>
                  <a:cubicBezTo>
                    <a:pt x="2054" y="259"/>
                    <a:pt x="1843" y="115"/>
                    <a:pt x="1823" y="108"/>
                  </a:cubicBezTo>
                  <a:cubicBezTo>
                    <a:pt x="1797" y="102"/>
                    <a:pt x="1488" y="3"/>
                    <a:pt x="1422" y="3"/>
                  </a:cubicBezTo>
                  <a:cubicBezTo>
                    <a:pt x="1393" y="3"/>
                    <a:pt x="1366" y="1"/>
                    <a:pt x="1342" y="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CaixaDeTexto 35">
            <a:extLst>
              <a:ext uri="{FF2B5EF4-FFF2-40B4-BE49-F238E27FC236}">
                <a16:creationId xmlns:a16="http://schemas.microsoft.com/office/drawing/2014/main" id="{03635F1C-29F8-26CC-CA8C-0E6A2ADE6FB6}"/>
              </a:ext>
            </a:extLst>
          </p:cNvPr>
          <p:cNvSpPr txBox="1"/>
          <p:nvPr/>
        </p:nvSpPr>
        <p:spPr>
          <a:xfrm>
            <a:off x="5628318" y="5218845"/>
            <a:ext cx="354542" cy="6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>
              <a:latin typeface="Montserrat" panose="00000500000000000000" pitchFamily="2" charset="0"/>
            </a:endParaRPr>
          </a:p>
        </p:txBody>
      </p:sp>
      <p:pic>
        <p:nvPicPr>
          <p:cNvPr id="7195" name="Picture 6">
            <a:extLst>
              <a:ext uri="{FF2B5EF4-FFF2-40B4-BE49-F238E27FC236}">
                <a16:creationId xmlns:a16="http://schemas.microsoft.com/office/drawing/2014/main" id="{E3B5AAEE-5FDD-6E81-329E-69273D139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1354" y="1884730"/>
            <a:ext cx="1101503" cy="110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6" name="Picture 2" descr="Generated image">
            <a:extLst>
              <a:ext uri="{FF2B5EF4-FFF2-40B4-BE49-F238E27FC236}">
                <a16:creationId xmlns:a16="http://schemas.microsoft.com/office/drawing/2014/main" id="{8451CED2-58D2-938E-8F80-FA37D272D7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49" b="32756"/>
          <a:stretch>
            <a:fillRect/>
          </a:stretch>
        </p:blipFill>
        <p:spPr bwMode="auto">
          <a:xfrm>
            <a:off x="11960067" y="5421023"/>
            <a:ext cx="2202050" cy="55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359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1593-C7D0-52F9-74CA-054157DF9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C62B0BC-CDC9-E90B-1846-6944B5886FE9}"/>
              </a:ext>
            </a:extLst>
          </p:cNvPr>
          <p:cNvSpPr txBox="1">
            <a:spLocks/>
          </p:cNvSpPr>
          <p:nvPr/>
        </p:nvSpPr>
        <p:spPr>
          <a:xfrm>
            <a:off x="922918" y="399301"/>
            <a:ext cx="10349444" cy="565613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>
                <a:latin typeface="Montserrat" panose="00000500000000000000" pitchFamily="2" charset="0"/>
              </a:rPr>
              <a:t>Estrutura operacional atual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E6335453-E7E4-CCE5-8729-6FC34EC8E99A}"/>
              </a:ext>
            </a:extLst>
          </p:cNvPr>
          <p:cNvGrpSpPr/>
          <p:nvPr/>
        </p:nvGrpSpPr>
        <p:grpSpPr>
          <a:xfrm>
            <a:off x="10932847" y="1971290"/>
            <a:ext cx="3002346" cy="1193033"/>
            <a:chOff x="10950775" y="2243346"/>
            <a:chExt cx="3002346" cy="1193033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B34BC4E1-8B6E-DB56-BAF1-6DEE6EE25454}"/>
                </a:ext>
              </a:extLst>
            </p:cNvPr>
            <p:cNvSpPr/>
            <p:nvPr/>
          </p:nvSpPr>
          <p:spPr>
            <a:xfrm>
              <a:off x="10950776" y="2588184"/>
              <a:ext cx="3002345" cy="8481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92745"/>
              </a:solidFill>
              <a:prstDash val="dash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80" dirty="0">
                  <a:solidFill>
                    <a:srgbClr val="C00000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6</a:t>
              </a:r>
              <a:r>
                <a:rPr lang="en-US" sz="2880" dirty="0">
                  <a:solidFill>
                    <a:srgbClr val="C00000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8%</a:t>
              </a: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FF6FC8C9-2330-0857-30ED-DACF79351143}"/>
                </a:ext>
              </a:extLst>
            </p:cNvPr>
            <p:cNvSpPr/>
            <p:nvPr/>
          </p:nvSpPr>
          <p:spPr>
            <a:xfrm>
              <a:off x="10950775" y="2243346"/>
              <a:ext cx="3002345" cy="2528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59595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Eletrificação</a:t>
              </a:r>
            </a:p>
          </p:txBody>
        </p:sp>
      </p:grpSp>
      <p:sp>
        <p:nvSpPr>
          <p:cNvPr id="9" name="Espaço Reservado para Texto 15">
            <a:extLst>
              <a:ext uri="{FF2B5EF4-FFF2-40B4-BE49-F238E27FC236}">
                <a16:creationId xmlns:a16="http://schemas.microsoft.com/office/drawing/2014/main" id="{5D86B1B2-8854-777E-2733-3C2218011C84}"/>
              </a:ext>
            </a:extLst>
          </p:cNvPr>
          <p:cNvSpPr txBox="1">
            <a:spLocks/>
          </p:cNvSpPr>
          <p:nvPr/>
        </p:nvSpPr>
        <p:spPr>
          <a:xfrm>
            <a:off x="939433" y="965428"/>
            <a:ext cx="9922958" cy="7284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pt-BR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625D707-B89C-A9DE-84A8-C5C086FDFD0E}"/>
              </a:ext>
            </a:extLst>
          </p:cNvPr>
          <p:cNvSpPr/>
          <p:nvPr/>
        </p:nvSpPr>
        <p:spPr>
          <a:xfrm>
            <a:off x="1077904" y="5876305"/>
            <a:ext cx="3002345" cy="252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Número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máquinas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57407FD-B2AE-A608-059A-D7D393B31165}"/>
              </a:ext>
            </a:extLst>
          </p:cNvPr>
          <p:cNvSpPr/>
          <p:nvPr/>
        </p:nvSpPr>
        <p:spPr>
          <a:xfrm>
            <a:off x="1077904" y="6274973"/>
            <a:ext cx="3002345" cy="848195"/>
          </a:xfrm>
          <a:prstGeom prst="rect">
            <a:avLst/>
          </a:prstGeom>
          <a:solidFill>
            <a:schemeClr val="bg1"/>
          </a:solidFill>
          <a:ln w="12700">
            <a:solidFill>
              <a:srgbClr val="192745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80">
                <a:solidFill>
                  <a:srgbClr val="C00000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248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DE2B1137-DAF0-B73F-F952-9D44FD681730}"/>
              </a:ext>
            </a:extLst>
          </p:cNvPr>
          <p:cNvSpPr/>
          <p:nvPr/>
        </p:nvSpPr>
        <p:spPr>
          <a:xfrm>
            <a:off x="4328058" y="6274973"/>
            <a:ext cx="3002345" cy="848195"/>
          </a:xfrm>
          <a:prstGeom prst="rect">
            <a:avLst/>
          </a:prstGeom>
          <a:solidFill>
            <a:schemeClr val="bg1"/>
          </a:solidFill>
          <a:ln w="12700">
            <a:solidFill>
              <a:srgbClr val="192745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80" dirty="0">
                <a:solidFill>
                  <a:srgbClr val="C00000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</a:t>
            </a:r>
            <a:r>
              <a:rPr lang="en-US" sz="2880" dirty="0">
                <a:solidFill>
                  <a:srgbClr val="C00000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301F11D0-9DEE-F7A3-FB22-D7AC6FDA3A44}"/>
              </a:ext>
            </a:extLst>
          </p:cNvPr>
          <p:cNvSpPr/>
          <p:nvPr/>
        </p:nvSpPr>
        <p:spPr>
          <a:xfrm>
            <a:off x="7647017" y="6274973"/>
            <a:ext cx="3002345" cy="848195"/>
          </a:xfrm>
          <a:prstGeom prst="rect">
            <a:avLst/>
          </a:prstGeom>
          <a:solidFill>
            <a:schemeClr val="bg1"/>
          </a:solidFill>
          <a:ln w="12700">
            <a:solidFill>
              <a:srgbClr val="192745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80">
                <a:solidFill>
                  <a:srgbClr val="C00000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8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A95FB2A6-ED58-0F61-DA15-38CC27F8F28A}"/>
              </a:ext>
            </a:extLst>
          </p:cNvPr>
          <p:cNvSpPr/>
          <p:nvPr/>
        </p:nvSpPr>
        <p:spPr>
          <a:xfrm>
            <a:off x="4328055" y="5876305"/>
            <a:ext cx="3002345" cy="252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Número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600" b="1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colaboradores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0EFB197-DC90-BD92-B47B-66D835C322ED}"/>
              </a:ext>
            </a:extLst>
          </p:cNvPr>
          <p:cNvSpPr/>
          <p:nvPr/>
        </p:nvSpPr>
        <p:spPr>
          <a:xfrm>
            <a:off x="7570816" y="5865496"/>
            <a:ext cx="3002345" cy="252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Número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carros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5C58B07-1C82-B7F5-8EEF-C1699B8D76E7}"/>
              </a:ext>
            </a:extLst>
          </p:cNvPr>
          <p:cNvGrpSpPr/>
          <p:nvPr/>
        </p:nvGrpSpPr>
        <p:grpSpPr>
          <a:xfrm>
            <a:off x="10965977" y="5825996"/>
            <a:ext cx="3002345" cy="1285298"/>
            <a:chOff x="10950774" y="6187550"/>
            <a:chExt cx="3002345" cy="1285298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E6EAF8A7-690E-982C-4F4F-1F4ACE5089B0}"/>
                </a:ext>
              </a:extLst>
            </p:cNvPr>
            <p:cNvSpPr/>
            <p:nvPr/>
          </p:nvSpPr>
          <p:spPr>
            <a:xfrm>
              <a:off x="10950774" y="6624653"/>
              <a:ext cx="3002345" cy="8481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92745"/>
              </a:solidFill>
              <a:prstDash val="dash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80" dirty="0">
                  <a:solidFill>
                    <a:srgbClr val="C00000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600 m²</a:t>
              </a:r>
            </a:p>
          </p:txBody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69B06687-7432-4C50-4DC9-25B13D96947B}"/>
                </a:ext>
              </a:extLst>
            </p:cNvPr>
            <p:cNvSpPr/>
            <p:nvPr/>
          </p:nvSpPr>
          <p:spPr>
            <a:xfrm>
              <a:off x="10950774" y="6187550"/>
              <a:ext cx="3002345" cy="2528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err="1">
                  <a:solidFill>
                    <a:srgbClr val="59595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Tamanho</a:t>
              </a:r>
              <a:r>
                <a:rPr lang="en-US" sz="1600" b="1">
                  <a:solidFill>
                    <a:srgbClr val="59595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do </a:t>
              </a:r>
              <a:r>
                <a:rPr lang="en-US" sz="1600" b="1" err="1">
                  <a:solidFill>
                    <a:srgbClr val="59595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galpão</a:t>
              </a:r>
              <a:r>
                <a:rPr lang="en-US" sz="1600" b="1">
                  <a:solidFill>
                    <a:srgbClr val="59595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1600" b="1" err="1">
                  <a:solidFill>
                    <a:srgbClr val="59595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atual</a:t>
              </a:r>
              <a:endParaRPr lang="en-US" sz="1600" b="1">
                <a:solidFill>
                  <a:srgbClr val="595959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557070C0-CCCC-2D37-0962-0EF2C48A4EA4}"/>
              </a:ext>
            </a:extLst>
          </p:cNvPr>
          <p:cNvGrpSpPr/>
          <p:nvPr/>
        </p:nvGrpSpPr>
        <p:grpSpPr>
          <a:xfrm>
            <a:off x="10932846" y="3898643"/>
            <a:ext cx="3035476" cy="1282531"/>
            <a:chOff x="10950774" y="3908191"/>
            <a:chExt cx="3035476" cy="1282531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8B450535-E580-886A-EB03-D50F9371DAC3}"/>
                </a:ext>
              </a:extLst>
            </p:cNvPr>
            <p:cNvSpPr/>
            <p:nvPr/>
          </p:nvSpPr>
          <p:spPr>
            <a:xfrm>
              <a:off x="10950774" y="4342527"/>
              <a:ext cx="3002345" cy="8481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92745"/>
              </a:solidFill>
              <a:prstDash val="dash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80">
                  <a:solidFill>
                    <a:srgbClr val="C00000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9</a:t>
              </a:r>
              <a:r>
                <a:rPr lang="en-US" sz="2880">
                  <a:solidFill>
                    <a:srgbClr val="C00000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7%</a:t>
              </a:r>
            </a:p>
          </p:txBody>
        </p: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79EEE759-F2FA-3DBC-11AA-3470BBC46D46}"/>
                </a:ext>
              </a:extLst>
            </p:cNvPr>
            <p:cNvSpPr/>
            <p:nvPr/>
          </p:nvSpPr>
          <p:spPr>
            <a:xfrm>
              <a:off x="10983905" y="3908191"/>
              <a:ext cx="3002345" cy="2528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solidFill>
                    <a:srgbClr val="59595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</a:t>
              </a:r>
              <a:r>
                <a:rPr lang="en-US" sz="1600" b="1" dirty="0">
                  <a:solidFill>
                    <a:srgbClr val="59595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isponibilidade de frota</a:t>
              </a:r>
            </a:p>
          </p:txBody>
        </p:sp>
      </p:grpSp>
      <p:pic>
        <p:nvPicPr>
          <p:cNvPr id="38" name="Imagem 37" descr="Caminhão e carros na rua&#10;&#10;O conteúdo gerado por IA pode estar incorreto.">
            <a:extLst>
              <a:ext uri="{FF2B5EF4-FFF2-40B4-BE49-F238E27FC236}">
                <a16:creationId xmlns:a16="http://schemas.microsoft.com/office/drawing/2014/main" id="{01AC0BCC-3172-79B8-36E0-2AE88E863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26" y="2014679"/>
            <a:ext cx="4439587" cy="3329690"/>
          </a:xfrm>
          <a:prstGeom prst="rect">
            <a:avLst/>
          </a:prstGeom>
        </p:spPr>
      </p:pic>
      <p:pic>
        <p:nvPicPr>
          <p:cNvPr id="40" name="Imagem 39" descr="Grupo de pessoas em pé posando para foto&#10;&#10;O conteúdo gerado por IA pode estar incorreto.">
            <a:extLst>
              <a:ext uri="{FF2B5EF4-FFF2-40B4-BE49-F238E27FC236}">
                <a16:creationId xmlns:a16="http://schemas.microsoft.com/office/drawing/2014/main" id="{E89B8BC3-3BD9-DAF9-2A59-EEE1CE90D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701" y="1975122"/>
            <a:ext cx="4435891" cy="3329691"/>
          </a:xfrm>
          <a:prstGeom prst="rect">
            <a:avLst/>
          </a:prstGeom>
        </p:spPr>
      </p:pic>
      <p:sp>
        <p:nvSpPr>
          <p:cNvPr id="41" name="Rectangle 8">
            <a:extLst>
              <a:ext uri="{FF2B5EF4-FFF2-40B4-BE49-F238E27FC236}">
                <a16:creationId xmlns:a16="http://schemas.microsoft.com/office/drawing/2014/main" id="{C39B4385-0CBE-AC8F-AF28-098D1E07A34F}"/>
              </a:ext>
            </a:extLst>
          </p:cNvPr>
          <p:cNvSpPr/>
          <p:nvPr/>
        </p:nvSpPr>
        <p:spPr>
          <a:xfrm>
            <a:off x="1779473" y="1470707"/>
            <a:ext cx="3002345" cy="252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Time atual</a:t>
            </a:r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0887053F-FD05-B656-7063-2E68C77E58F7}"/>
              </a:ext>
            </a:extLst>
          </p:cNvPr>
          <p:cNvSpPr/>
          <p:nvPr/>
        </p:nvSpPr>
        <p:spPr>
          <a:xfrm>
            <a:off x="6530377" y="1529703"/>
            <a:ext cx="3002345" cy="252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Galpão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atual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62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D72C7-E45C-A10F-0BF6-E47AC3E1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68F6148-B5F6-567E-84BB-28D05689D886}"/>
              </a:ext>
            </a:extLst>
          </p:cNvPr>
          <p:cNvSpPr txBox="1">
            <a:spLocks/>
          </p:cNvSpPr>
          <p:nvPr/>
        </p:nvSpPr>
        <p:spPr>
          <a:xfrm>
            <a:off x="827668" y="189751"/>
            <a:ext cx="10349444" cy="565613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 dirty="0">
                <a:latin typeface="Montserrat" panose="00000500000000000000" pitchFamily="2" charset="0"/>
              </a:rPr>
              <a:t>Organograma Atual</a:t>
            </a:r>
          </a:p>
        </p:txBody>
      </p:sp>
      <p:grpSp>
        <p:nvGrpSpPr>
          <p:cNvPr id="435" name="Agrupar 434">
            <a:extLst>
              <a:ext uri="{FF2B5EF4-FFF2-40B4-BE49-F238E27FC236}">
                <a16:creationId xmlns:a16="http://schemas.microsoft.com/office/drawing/2014/main" id="{38304909-A4E9-D2C5-D266-71F9476C7E38}"/>
              </a:ext>
            </a:extLst>
          </p:cNvPr>
          <p:cNvGrpSpPr/>
          <p:nvPr/>
        </p:nvGrpSpPr>
        <p:grpSpPr>
          <a:xfrm>
            <a:off x="2514600" y="907764"/>
            <a:ext cx="10896600" cy="6731286"/>
            <a:chOff x="2514600" y="755364"/>
            <a:chExt cx="10896600" cy="6731286"/>
          </a:xfrm>
        </p:grpSpPr>
        <p:grpSp>
          <p:nvGrpSpPr>
            <p:cNvPr id="14" name="Group 2">
              <a:extLst>
                <a:ext uri="{FF2B5EF4-FFF2-40B4-BE49-F238E27FC236}">
                  <a16:creationId xmlns:a16="http://schemas.microsoft.com/office/drawing/2014/main" id="{284D9FF4-12B5-0976-7BBE-76CDD6FE8C72}"/>
                </a:ext>
              </a:extLst>
            </p:cNvPr>
            <p:cNvGrpSpPr/>
            <p:nvPr/>
          </p:nvGrpSpPr>
          <p:grpSpPr>
            <a:xfrm>
              <a:off x="5001064" y="1408948"/>
              <a:ext cx="1046231" cy="226126"/>
              <a:chOff x="0" y="0"/>
              <a:chExt cx="812800" cy="183420"/>
            </a:xfrm>
          </p:grpSpPr>
          <p:sp>
            <p:nvSpPr>
              <p:cNvPr id="15" name="Freeform 3">
                <a:extLst>
                  <a:ext uri="{FF2B5EF4-FFF2-40B4-BE49-F238E27FC236}">
                    <a16:creationId xmlns:a16="http://schemas.microsoft.com/office/drawing/2014/main" id="{2B768971-6A52-73A9-C5F7-6EDF6FFC0CE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TextBox 4">
                <a:extLst>
                  <a:ext uri="{FF2B5EF4-FFF2-40B4-BE49-F238E27FC236}">
                    <a16:creationId xmlns:a16="http://schemas.microsoft.com/office/drawing/2014/main" id="{513EAFA3-9C3F-29ED-16CA-CC0E8A33A98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9" name="Group 5">
              <a:extLst>
                <a:ext uri="{FF2B5EF4-FFF2-40B4-BE49-F238E27FC236}">
                  <a16:creationId xmlns:a16="http://schemas.microsoft.com/office/drawing/2014/main" id="{9ABD4A22-42CA-0D5B-0586-F4E70FB6C72A}"/>
                </a:ext>
              </a:extLst>
            </p:cNvPr>
            <p:cNvGrpSpPr/>
            <p:nvPr/>
          </p:nvGrpSpPr>
          <p:grpSpPr>
            <a:xfrm>
              <a:off x="5167192" y="759916"/>
              <a:ext cx="713977" cy="683824"/>
              <a:chOff x="0" y="0"/>
              <a:chExt cx="812800" cy="812800"/>
            </a:xfrm>
          </p:grpSpPr>
          <p:sp>
            <p:nvSpPr>
              <p:cNvPr id="20" name="Freeform 6">
                <a:extLst>
                  <a:ext uri="{FF2B5EF4-FFF2-40B4-BE49-F238E27FC236}">
                    <a16:creationId xmlns:a16="http://schemas.microsoft.com/office/drawing/2014/main" id="{132A7160-BAFD-ACF8-8425-BD7ABFC3478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0" name="TextBox 7">
                <a:extLst>
                  <a:ext uri="{FF2B5EF4-FFF2-40B4-BE49-F238E27FC236}">
                    <a16:creationId xmlns:a16="http://schemas.microsoft.com/office/drawing/2014/main" id="{B86695EF-5013-616A-1ADE-AC02722C5243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21" name="Group 8">
              <a:extLst>
                <a:ext uri="{FF2B5EF4-FFF2-40B4-BE49-F238E27FC236}">
                  <a16:creationId xmlns:a16="http://schemas.microsoft.com/office/drawing/2014/main" id="{479B75DF-9DBD-256B-E15F-00FEBF812C40}"/>
                </a:ext>
              </a:extLst>
            </p:cNvPr>
            <p:cNvGrpSpPr/>
            <p:nvPr/>
          </p:nvGrpSpPr>
          <p:grpSpPr>
            <a:xfrm>
              <a:off x="5026173" y="1630725"/>
              <a:ext cx="996014" cy="226126"/>
              <a:chOff x="0" y="0"/>
              <a:chExt cx="773787" cy="183420"/>
            </a:xfrm>
          </p:grpSpPr>
          <p:sp>
            <p:nvSpPr>
              <p:cNvPr id="122" name="Freeform 9">
                <a:extLst>
                  <a:ext uri="{FF2B5EF4-FFF2-40B4-BE49-F238E27FC236}">
                    <a16:creationId xmlns:a16="http://schemas.microsoft.com/office/drawing/2014/main" id="{76134EA7-0A8B-4C25-BE28-31F682AB4122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" name="TextBox 10">
                <a:extLst>
                  <a:ext uri="{FF2B5EF4-FFF2-40B4-BE49-F238E27FC236}">
                    <a16:creationId xmlns:a16="http://schemas.microsoft.com/office/drawing/2014/main" id="{3A081451-2EE6-5DCC-EAED-F9892F475FD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24" name="Group 11">
              <a:extLst>
                <a:ext uri="{FF2B5EF4-FFF2-40B4-BE49-F238E27FC236}">
                  <a16:creationId xmlns:a16="http://schemas.microsoft.com/office/drawing/2014/main" id="{34FEDE9F-EAEB-9CC1-9565-01345312C5B9}"/>
                </a:ext>
              </a:extLst>
            </p:cNvPr>
            <p:cNvGrpSpPr/>
            <p:nvPr/>
          </p:nvGrpSpPr>
          <p:grpSpPr>
            <a:xfrm>
              <a:off x="8079553" y="2946235"/>
              <a:ext cx="933935" cy="201854"/>
              <a:chOff x="0" y="0"/>
              <a:chExt cx="812800" cy="183420"/>
            </a:xfrm>
          </p:grpSpPr>
          <p:sp>
            <p:nvSpPr>
              <p:cNvPr id="125" name="Freeform 12">
                <a:extLst>
                  <a:ext uri="{FF2B5EF4-FFF2-40B4-BE49-F238E27FC236}">
                    <a16:creationId xmlns:a16="http://schemas.microsoft.com/office/drawing/2014/main" id="{57C38B1D-22A1-3E69-A959-F9298B2AD15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6" name="TextBox 13">
                <a:extLst>
                  <a:ext uri="{FF2B5EF4-FFF2-40B4-BE49-F238E27FC236}">
                    <a16:creationId xmlns:a16="http://schemas.microsoft.com/office/drawing/2014/main" id="{26972556-24ED-B992-8661-E3E122002EA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27" name="Group 14">
              <a:extLst>
                <a:ext uri="{FF2B5EF4-FFF2-40B4-BE49-F238E27FC236}">
                  <a16:creationId xmlns:a16="http://schemas.microsoft.com/office/drawing/2014/main" id="{1FA1EE0E-6698-07F6-2F71-2FBA487610D2}"/>
                </a:ext>
              </a:extLst>
            </p:cNvPr>
            <p:cNvGrpSpPr/>
            <p:nvPr/>
          </p:nvGrpSpPr>
          <p:grpSpPr>
            <a:xfrm>
              <a:off x="8227849" y="2366868"/>
              <a:ext cx="637343" cy="610427"/>
              <a:chOff x="0" y="0"/>
              <a:chExt cx="812800" cy="812800"/>
            </a:xfrm>
          </p:grpSpPr>
          <p:sp>
            <p:nvSpPr>
              <p:cNvPr id="128" name="Freeform 15">
                <a:extLst>
                  <a:ext uri="{FF2B5EF4-FFF2-40B4-BE49-F238E27FC236}">
                    <a16:creationId xmlns:a16="http://schemas.microsoft.com/office/drawing/2014/main" id="{DAB7FEE2-CD3B-9B46-3171-57774224969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9" name="TextBox 16">
                <a:extLst>
                  <a:ext uri="{FF2B5EF4-FFF2-40B4-BE49-F238E27FC236}">
                    <a16:creationId xmlns:a16="http://schemas.microsoft.com/office/drawing/2014/main" id="{60F7B0E1-7771-0C57-86CB-3C4547A03247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30" name="Group 17">
              <a:extLst>
                <a:ext uri="{FF2B5EF4-FFF2-40B4-BE49-F238E27FC236}">
                  <a16:creationId xmlns:a16="http://schemas.microsoft.com/office/drawing/2014/main" id="{C19525E4-8757-99F8-F9ED-345538F733B4}"/>
                </a:ext>
              </a:extLst>
            </p:cNvPr>
            <p:cNvGrpSpPr/>
            <p:nvPr/>
          </p:nvGrpSpPr>
          <p:grpSpPr>
            <a:xfrm>
              <a:off x="8101967" y="3144209"/>
              <a:ext cx="889108" cy="248494"/>
              <a:chOff x="0" y="0"/>
              <a:chExt cx="773787" cy="225799"/>
            </a:xfrm>
          </p:grpSpPr>
          <p:sp>
            <p:nvSpPr>
              <p:cNvPr id="131" name="Freeform 18">
                <a:extLst>
                  <a:ext uri="{FF2B5EF4-FFF2-40B4-BE49-F238E27FC236}">
                    <a16:creationId xmlns:a16="http://schemas.microsoft.com/office/drawing/2014/main" id="{C633BD5F-58D9-490F-2089-0284AC4E1FCC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225799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225799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225799"/>
                    </a:lnTo>
                    <a:lnTo>
                      <a:pt x="0" y="225799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2" name="TextBox 19">
                <a:extLst>
                  <a:ext uri="{FF2B5EF4-FFF2-40B4-BE49-F238E27FC236}">
                    <a16:creationId xmlns:a16="http://schemas.microsoft.com/office/drawing/2014/main" id="{B01ACBE3-BA5C-9DE8-FED8-234C13313D3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543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33" name="Group 20">
              <a:extLst>
                <a:ext uri="{FF2B5EF4-FFF2-40B4-BE49-F238E27FC236}">
                  <a16:creationId xmlns:a16="http://schemas.microsoft.com/office/drawing/2014/main" id="{46621284-7E23-9FCC-A8C7-151C5805382A}"/>
                </a:ext>
              </a:extLst>
            </p:cNvPr>
            <p:cNvGrpSpPr/>
            <p:nvPr/>
          </p:nvGrpSpPr>
          <p:grpSpPr>
            <a:xfrm>
              <a:off x="9980943" y="4133558"/>
              <a:ext cx="933935" cy="201854"/>
              <a:chOff x="0" y="0"/>
              <a:chExt cx="812800" cy="183420"/>
            </a:xfrm>
          </p:grpSpPr>
          <p:sp>
            <p:nvSpPr>
              <p:cNvPr id="134" name="Freeform 21">
                <a:extLst>
                  <a:ext uri="{FF2B5EF4-FFF2-40B4-BE49-F238E27FC236}">
                    <a16:creationId xmlns:a16="http://schemas.microsoft.com/office/drawing/2014/main" id="{1D43F24B-BD02-2322-5EAC-8662C8D9080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5" name="TextBox 22">
                <a:extLst>
                  <a:ext uri="{FF2B5EF4-FFF2-40B4-BE49-F238E27FC236}">
                    <a16:creationId xmlns:a16="http://schemas.microsoft.com/office/drawing/2014/main" id="{C9AAEF4B-220A-F0F2-4846-F8BDFF972CF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136" name="AutoShape 23">
              <a:extLst>
                <a:ext uri="{FF2B5EF4-FFF2-40B4-BE49-F238E27FC236}">
                  <a16:creationId xmlns:a16="http://schemas.microsoft.com/office/drawing/2014/main" id="{F677C79F-6FD9-0345-53DD-4B09AD84F85D}"/>
                </a:ext>
              </a:extLst>
            </p:cNvPr>
            <p:cNvSpPr/>
            <p:nvPr/>
          </p:nvSpPr>
          <p:spPr>
            <a:xfrm>
              <a:off x="10439869" y="2204333"/>
              <a:ext cx="8042" cy="1349857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137" name="Group 24">
              <a:extLst>
                <a:ext uri="{FF2B5EF4-FFF2-40B4-BE49-F238E27FC236}">
                  <a16:creationId xmlns:a16="http://schemas.microsoft.com/office/drawing/2014/main" id="{765D2F01-90FD-41D7-1190-8E78663ACD4F}"/>
                </a:ext>
              </a:extLst>
            </p:cNvPr>
            <p:cNvGrpSpPr/>
            <p:nvPr/>
          </p:nvGrpSpPr>
          <p:grpSpPr>
            <a:xfrm>
              <a:off x="10129239" y="3554189"/>
              <a:ext cx="637343" cy="610427"/>
              <a:chOff x="0" y="0"/>
              <a:chExt cx="812800" cy="812800"/>
            </a:xfrm>
          </p:grpSpPr>
          <p:sp>
            <p:nvSpPr>
              <p:cNvPr id="138" name="Freeform 25">
                <a:extLst>
                  <a:ext uri="{FF2B5EF4-FFF2-40B4-BE49-F238E27FC236}">
                    <a16:creationId xmlns:a16="http://schemas.microsoft.com/office/drawing/2014/main" id="{695B8A68-CD89-243C-E231-327076EB186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9" name="TextBox 26">
                <a:extLst>
                  <a:ext uri="{FF2B5EF4-FFF2-40B4-BE49-F238E27FC236}">
                    <a16:creationId xmlns:a16="http://schemas.microsoft.com/office/drawing/2014/main" id="{3E1076B3-0D95-4F5D-DF91-2930BD2FF636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40" name="Group 27">
              <a:extLst>
                <a:ext uri="{FF2B5EF4-FFF2-40B4-BE49-F238E27FC236}">
                  <a16:creationId xmlns:a16="http://schemas.microsoft.com/office/drawing/2014/main" id="{1772E898-2187-B14D-A4A7-B5DBB2918738}"/>
                </a:ext>
              </a:extLst>
            </p:cNvPr>
            <p:cNvGrpSpPr/>
            <p:nvPr/>
          </p:nvGrpSpPr>
          <p:grpSpPr>
            <a:xfrm>
              <a:off x="10003357" y="4331530"/>
              <a:ext cx="889108" cy="201854"/>
              <a:chOff x="0" y="0"/>
              <a:chExt cx="773787" cy="183420"/>
            </a:xfrm>
          </p:grpSpPr>
          <p:sp>
            <p:nvSpPr>
              <p:cNvPr id="141" name="Freeform 28">
                <a:extLst>
                  <a:ext uri="{FF2B5EF4-FFF2-40B4-BE49-F238E27FC236}">
                    <a16:creationId xmlns:a16="http://schemas.microsoft.com/office/drawing/2014/main" id="{733477DA-6BB4-8E4F-58D8-0FBF3E8CE6C7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2" name="TextBox 29">
                <a:extLst>
                  <a:ext uri="{FF2B5EF4-FFF2-40B4-BE49-F238E27FC236}">
                    <a16:creationId xmlns:a16="http://schemas.microsoft.com/office/drawing/2014/main" id="{22F0BCB6-2953-6F59-1BF0-276A439A298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43" name="Group 30">
              <a:extLst>
                <a:ext uri="{FF2B5EF4-FFF2-40B4-BE49-F238E27FC236}">
                  <a16:creationId xmlns:a16="http://schemas.microsoft.com/office/drawing/2014/main" id="{1FAD7638-F16E-F871-E0E2-DB66918C3D46}"/>
                </a:ext>
              </a:extLst>
            </p:cNvPr>
            <p:cNvGrpSpPr/>
            <p:nvPr/>
          </p:nvGrpSpPr>
          <p:grpSpPr>
            <a:xfrm>
              <a:off x="5825733" y="2952302"/>
              <a:ext cx="933935" cy="201854"/>
              <a:chOff x="0" y="0"/>
              <a:chExt cx="812800" cy="183420"/>
            </a:xfrm>
          </p:grpSpPr>
          <p:sp>
            <p:nvSpPr>
              <p:cNvPr id="144" name="Freeform 31">
                <a:extLst>
                  <a:ext uri="{FF2B5EF4-FFF2-40B4-BE49-F238E27FC236}">
                    <a16:creationId xmlns:a16="http://schemas.microsoft.com/office/drawing/2014/main" id="{96DEE5E1-D865-3EB8-3A0F-71DC38798C8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5" name="TextBox 32">
                <a:extLst>
                  <a:ext uri="{FF2B5EF4-FFF2-40B4-BE49-F238E27FC236}">
                    <a16:creationId xmlns:a16="http://schemas.microsoft.com/office/drawing/2014/main" id="{E8B2D0E3-EA3A-B9A1-F50C-28F60F14604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146" name="AutoShape 33">
              <a:extLst>
                <a:ext uri="{FF2B5EF4-FFF2-40B4-BE49-F238E27FC236}">
                  <a16:creationId xmlns:a16="http://schemas.microsoft.com/office/drawing/2014/main" id="{E72841A4-A35A-2008-9359-56D38E25EB26}"/>
                </a:ext>
              </a:extLst>
            </p:cNvPr>
            <p:cNvSpPr/>
            <p:nvPr/>
          </p:nvSpPr>
          <p:spPr>
            <a:xfrm>
              <a:off x="6315000" y="2183477"/>
              <a:ext cx="0" cy="196443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147" name="Group 34">
              <a:extLst>
                <a:ext uri="{FF2B5EF4-FFF2-40B4-BE49-F238E27FC236}">
                  <a16:creationId xmlns:a16="http://schemas.microsoft.com/office/drawing/2014/main" id="{306D3D75-CBD8-25CB-BAB6-79DFAEF58A64}"/>
                </a:ext>
              </a:extLst>
            </p:cNvPr>
            <p:cNvGrpSpPr/>
            <p:nvPr/>
          </p:nvGrpSpPr>
          <p:grpSpPr>
            <a:xfrm>
              <a:off x="5974029" y="2372934"/>
              <a:ext cx="637343" cy="610427"/>
              <a:chOff x="0" y="0"/>
              <a:chExt cx="812800" cy="812800"/>
            </a:xfrm>
          </p:grpSpPr>
          <p:sp>
            <p:nvSpPr>
              <p:cNvPr id="148" name="Freeform 35">
                <a:extLst>
                  <a:ext uri="{FF2B5EF4-FFF2-40B4-BE49-F238E27FC236}">
                    <a16:creationId xmlns:a16="http://schemas.microsoft.com/office/drawing/2014/main" id="{9B7CD9C9-4844-DCF8-644B-A34626A4F8A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9" name="TextBox 36">
                <a:extLst>
                  <a:ext uri="{FF2B5EF4-FFF2-40B4-BE49-F238E27FC236}">
                    <a16:creationId xmlns:a16="http://schemas.microsoft.com/office/drawing/2014/main" id="{780C3362-68C5-47BE-8FB0-BD503FDB5B9D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50" name="Group 37">
              <a:extLst>
                <a:ext uri="{FF2B5EF4-FFF2-40B4-BE49-F238E27FC236}">
                  <a16:creationId xmlns:a16="http://schemas.microsoft.com/office/drawing/2014/main" id="{32F1F789-1FA4-5833-7EC2-FB20B1E505EC}"/>
                </a:ext>
              </a:extLst>
            </p:cNvPr>
            <p:cNvGrpSpPr/>
            <p:nvPr/>
          </p:nvGrpSpPr>
          <p:grpSpPr>
            <a:xfrm>
              <a:off x="5848146" y="3112825"/>
              <a:ext cx="889108" cy="326149"/>
              <a:chOff x="0" y="-28575"/>
              <a:chExt cx="773787" cy="248862"/>
            </a:xfrm>
          </p:grpSpPr>
          <p:sp>
            <p:nvSpPr>
              <p:cNvPr id="151" name="Freeform 38">
                <a:extLst>
                  <a:ext uri="{FF2B5EF4-FFF2-40B4-BE49-F238E27FC236}">
                    <a16:creationId xmlns:a16="http://schemas.microsoft.com/office/drawing/2014/main" id="{FB5B0B67-83BB-0F25-9C9D-F82BE0BC1D79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60127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220287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220287"/>
                    </a:lnTo>
                    <a:lnTo>
                      <a:pt x="0" y="220287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2" name="TextBox 39">
                <a:extLst>
                  <a:ext uri="{FF2B5EF4-FFF2-40B4-BE49-F238E27FC236}">
                    <a16:creationId xmlns:a16="http://schemas.microsoft.com/office/drawing/2014/main" id="{E680C023-0B2B-A615-8733-93A74F4B5A9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488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53" name="Group 40">
              <a:extLst>
                <a:ext uri="{FF2B5EF4-FFF2-40B4-BE49-F238E27FC236}">
                  <a16:creationId xmlns:a16="http://schemas.microsoft.com/office/drawing/2014/main" id="{1D75C48B-84FB-F278-1E16-9443389DB267}"/>
                </a:ext>
              </a:extLst>
            </p:cNvPr>
            <p:cNvGrpSpPr/>
            <p:nvPr/>
          </p:nvGrpSpPr>
          <p:grpSpPr>
            <a:xfrm>
              <a:off x="4322638" y="3234221"/>
              <a:ext cx="933935" cy="201854"/>
              <a:chOff x="0" y="0"/>
              <a:chExt cx="812800" cy="183420"/>
            </a:xfrm>
          </p:grpSpPr>
          <p:sp>
            <p:nvSpPr>
              <p:cNvPr id="154" name="Freeform 41">
                <a:extLst>
                  <a:ext uri="{FF2B5EF4-FFF2-40B4-BE49-F238E27FC236}">
                    <a16:creationId xmlns:a16="http://schemas.microsoft.com/office/drawing/2014/main" id="{6182DEE4-5B77-90D7-BE46-2602F2C5C60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" name="TextBox 42">
                <a:extLst>
                  <a:ext uri="{FF2B5EF4-FFF2-40B4-BE49-F238E27FC236}">
                    <a16:creationId xmlns:a16="http://schemas.microsoft.com/office/drawing/2014/main" id="{2D142680-B07B-E05D-63C4-BDD3B02C74D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156" name="AutoShape 43">
              <a:extLst>
                <a:ext uri="{FF2B5EF4-FFF2-40B4-BE49-F238E27FC236}">
                  <a16:creationId xmlns:a16="http://schemas.microsoft.com/office/drawing/2014/main" id="{7F589826-962B-6E45-6A29-265B4E611235}"/>
                </a:ext>
              </a:extLst>
            </p:cNvPr>
            <p:cNvSpPr/>
            <p:nvPr/>
          </p:nvSpPr>
          <p:spPr>
            <a:xfrm>
              <a:off x="4789605" y="2187623"/>
              <a:ext cx="6612" cy="474217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157" name="Group 44">
              <a:extLst>
                <a:ext uri="{FF2B5EF4-FFF2-40B4-BE49-F238E27FC236}">
                  <a16:creationId xmlns:a16="http://schemas.microsoft.com/office/drawing/2014/main" id="{F982F5F6-B831-C987-B7CD-5138B2AAF9AB}"/>
                </a:ext>
              </a:extLst>
            </p:cNvPr>
            <p:cNvGrpSpPr/>
            <p:nvPr/>
          </p:nvGrpSpPr>
          <p:grpSpPr>
            <a:xfrm>
              <a:off x="4470934" y="2654853"/>
              <a:ext cx="637343" cy="610427"/>
              <a:chOff x="0" y="0"/>
              <a:chExt cx="812800" cy="812800"/>
            </a:xfrm>
          </p:grpSpPr>
          <p:sp>
            <p:nvSpPr>
              <p:cNvPr id="158" name="Freeform 45">
                <a:extLst>
                  <a:ext uri="{FF2B5EF4-FFF2-40B4-BE49-F238E27FC236}">
                    <a16:creationId xmlns:a16="http://schemas.microsoft.com/office/drawing/2014/main" id="{E3F4530C-544F-0DBD-CEB3-0E3F908F247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9" name="TextBox 46">
                <a:extLst>
                  <a:ext uri="{FF2B5EF4-FFF2-40B4-BE49-F238E27FC236}">
                    <a16:creationId xmlns:a16="http://schemas.microsoft.com/office/drawing/2014/main" id="{2A82674A-3890-AD41-E56A-9CB6C8843A39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60" name="Group 47">
              <a:extLst>
                <a:ext uri="{FF2B5EF4-FFF2-40B4-BE49-F238E27FC236}">
                  <a16:creationId xmlns:a16="http://schemas.microsoft.com/office/drawing/2014/main" id="{4EA9EDC4-DAAE-40E2-686C-B3AF85ABA62F}"/>
                </a:ext>
              </a:extLst>
            </p:cNvPr>
            <p:cNvGrpSpPr/>
            <p:nvPr/>
          </p:nvGrpSpPr>
          <p:grpSpPr>
            <a:xfrm>
              <a:off x="4345051" y="3432193"/>
              <a:ext cx="889108" cy="201854"/>
              <a:chOff x="0" y="0"/>
              <a:chExt cx="773787" cy="183420"/>
            </a:xfrm>
          </p:grpSpPr>
          <p:sp>
            <p:nvSpPr>
              <p:cNvPr id="161" name="Freeform 48">
                <a:extLst>
                  <a:ext uri="{FF2B5EF4-FFF2-40B4-BE49-F238E27FC236}">
                    <a16:creationId xmlns:a16="http://schemas.microsoft.com/office/drawing/2014/main" id="{2E9C0CB0-450F-4DFF-A09C-C1D7EB19A5AB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2" name="TextBox 49">
                <a:extLst>
                  <a:ext uri="{FF2B5EF4-FFF2-40B4-BE49-F238E27FC236}">
                    <a16:creationId xmlns:a16="http://schemas.microsoft.com/office/drawing/2014/main" id="{7328D908-A4CE-6EFD-7112-C2D0CAEE4078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63" name="Group 50">
              <a:extLst>
                <a:ext uri="{FF2B5EF4-FFF2-40B4-BE49-F238E27FC236}">
                  <a16:creationId xmlns:a16="http://schemas.microsoft.com/office/drawing/2014/main" id="{C86A8432-DFAC-64E9-93F5-C9260DFED38E}"/>
                </a:ext>
              </a:extLst>
            </p:cNvPr>
            <p:cNvGrpSpPr/>
            <p:nvPr/>
          </p:nvGrpSpPr>
          <p:grpSpPr>
            <a:xfrm>
              <a:off x="9118778" y="5144372"/>
              <a:ext cx="817217" cy="176629"/>
              <a:chOff x="0" y="0"/>
              <a:chExt cx="812800" cy="183420"/>
            </a:xfrm>
          </p:grpSpPr>
          <p:sp>
            <p:nvSpPr>
              <p:cNvPr id="164" name="Freeform 51">
                <a:extLst>
                  <a:ext uri="{FF2B5EF4-FFF2-40B4-BE49-F238E27FC236}">
                    <a16:creationId xmlns:a16="http://schemas.microsoft.com/office/drawing/2014/main" id="{F25CF5B8-E9E3-CEC3-0858-B5367AFBA01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" name="TextBox 52">
                <a:extLst>
                  <a:ext uri="{FF2B5EF4-FFF2-40B4-BE49-F238E27FC236}">
                    <a16:creationId xmlns:a16="http://schemas.microsoft.com/office/drawing/2014/main" id="{1F332934-55AB-CDDA-F153-35325C65764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166" name="AutoShape 53">
              <a:extLst>
                <a:ext uri="{FF2B5EF4-FFF2-40B4-BE49-F238E27FC236}">
                  <a16:creationId xmlns:a16="http://schemas.microsoft.com/office/drawing/2014/main" id="{4727097C-CE2E-3E55-03FF-0EF58352A9DE}"/>
                </a:ext>
              </a:extLst>
            </p:cNvPr>
            <p:cNvSpPr/>
            <p:nvPr/>
          </p:nvSpPr>
          <p:spPr>
            <a:xfrm flipH="1">
              <a:off x="9527386" y="4093242"/>
              <a:ext cx="0" cy="618532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167" name="Group 54">
              <a:extLst>
                <a:ext uri="{FF2B5EF4-FFF2-40B4-BE49-F238E27FC236}">
                  <a16:creationId xmlns:a16="http://schemas.microsoft.com/office/drawing/2014/main" id="{7417793A-BE39-FD4A-DA3F-5E6BCC129421}"/>
                </a:ext>
              </a:extLst>
            </p:cNvPr>
            <p:cNvGrpSpPr/>
            <p:nvPr/>
          </p:nvGrpSpPr>
          <p:grpSpPr>
            <a:xfrm>
              <a:off x="9248541" y="4637410"/>
              <a:ext cx="557692" cy="534140"/>
              <a:chOff x="0" y="0"/>
              <a:chExt cx="812800" cy="812800"/>
            </a:xfrm>
          </p:grpSpPr>
          <p:sp>
            <p:nvSpPr>
              <p:cNvPr id="168" name="Freeform 55">
                <a:extLst>
                  <a:ext uri="{FF2B5EF4-FFF2-40B4-BE49-F238E27FC236}">
                    <a16:creationId xmlns:a16="http://schemas.microsoft.com/office/drawing/2014/main" id="{29CD6253-1D17-F2D8-610F-4B0C2DE0E6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9" name="TextBox 56">
                <a:extLst>
                  <a:ext uri="{FF2B5EF4-FFF2-40B4-BE49-F238E27FC236}">
                    <a16:creationId xmlns:a16="http://schemas.microsoft.com/office/drawing/2014/main" id="{C4160791-0F29-EAFC-0EF3-D0E62BAB606C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70" name="Group 57">
              <a:extLst>
                <a:ext uri="{FF2B5EF4-FFF2-40B4-BE49-F238E27FC236}">
                  <a16:creationId xmlns:a16="http://schemas.microsoft.com/office/drawing/2014/main" id="{F52C6A38-DCE4-F4AE-33BF-E28A0249AA83}"/>
                </a:ext>
              </a:extLst>
            </p:cNvPr>
            <p:cNvGrpSpPr/>
            <p:nvPr/>
          </p:nvGrpSpPr>
          <p:grpSpPr>
            <a:xfrm>
              <a:off x="9138390" y="5317604"/>
              <a:ext cx="777993" cy="176629"/>
              <a:chOff x="0" y="0"/>
              <a:chExt cx="773787" cy="183420"/>
            </a:xfrm>
          </p:grpSpPr>
          <p:sp>
            <p:nvSpPr>
              <p:cNvPr id="171" name="Freeform 58">
                <a:extLst>
                  <a:ext uri="{FF2B5EF4-FFF2-40B4-BE49-F238E27FC236}">
                    <a16:creationId xmlns:a16="http://schemas.microsoft.com/office/drawing/2014/main" id="{7A0C8273-5C0B-EDC0-BA96-A795FE12EFFE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2" name="TextBox 59">
                <a:extLst>
                  <a:ext uri="{FF2B5EF4-FFF2-40B4-BE49-F238E27FC236}">
                    <a16:creationId xmlns:a16="http://schemas.microsoft.com/office/drawing/2014/main" id="{798E5E89-ECA8-919D-EFAE-A10C031A7B8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73" name="Group 60">
              <a:extLst>
                <a:ext uri="{FF2B5EF4-FFF2-40B4-BE49-F238E27FC236}">
                  <a16:creationId xmlns:a16="http://schemas.microsoft.com/office/drawing/2014/main" id="{8A2C7051-FC3F-7B72-3800-334ADF27A492}"/>
                </a:ext>
              </a:extLst>
            </p:cNvPr>
            <p:cNvGrpSpPr/>
            <p:nvPr/>
          </p:nvGrpSpPr>
          <p:grpSpPr>
            <a:xfrm>
              <a:off x="6981412" y="4729302"/>
              <a:ext cx="817217" cy="176629"/>
              <a:chOff x="0" y="0"/>
              <a:chExt cx="812800" cy="183420"/>
            </a:xfrm>
          </p:grpSpPr>
          <p:sp>
            <p:nvSpPr>
              <p:cNvPr id="174" name="Freeform 61">
                <a:extLst>
                  <a:ext uri="{FF2B5EF4-FFF2-40B4-BE49-F238E27FC236}">
                    <a16:creationId xmlns:a16="http://schemas.microsoft.com/office/drawing/2014/main" id="{C28FF297-C0B2-CE01-15A1-965ED7A942A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5" name="TextBox 62">
                <a:extLst>
                  <a:ext uri="{FF2B5EF4-FFF2-40B4-BE49-F238E27FC236}">
                    <a16:creationId xmlns:a16="http://schemas.microsoft.com/office/drawing/2014/main" id="{0633FD72-95A3-A7BC-738C-4B5D3E3D8AE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176" name="AutoShape 63">
              <a:extLst>
                <a:ext uri="{FF2B5EF4-FFF2-40B4-BE49-F238E27FC236}">
                  <a16:creationId xmlns:a16="http://schemas.microsoft.com/office/drawing/2014/main" id="{98CBEE5E-48AE-410D-9DAC-EDFBF6C2D850}"/>
                </a:ext>
              </a:extLst>
            </p:cNvPr>
            <p:cNvSpPr/>
            <p:nvPr/>
          </p:nvSpPr>
          <p:spPr>
            <a:xfrm>
              <a:off x="7395473" y="4093242"/>
              <a:ext cx="0" cy="203462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7" name="Group 64">
              <a:extLst>
                <a:ext uri="{FF2B5EF4-FFF2-40B4-BE49-F238E27FC236}">
                  <a16:creationId xmlns:a16="http://schemas.microsoft.com/office/drawing/2014/main" id="{5E02A312-6831-E37A-2173-B4D740C84F5E}"/>
                </a:ext>
              </a:extLst>
            </p:cNvPr>
            <p:cNvGrpSpPr/>
            <p:nvPr/>
          </p:nvGrpSpPr>
          <p:grpSpPr>
            <a:xfrm>
              <a:off x="7111174" y="4222340"/>
              <a:ext cx="557692" cy="534140"/>
              <a:chOff x="0" y="0"/>
              <a:chExt cx="812800" cy="812800"/>
            </a:xfrm>
          </p:grpSpPr>
          <p:sp>
            <p:nvSpPr>
              <p:cNvPr id="178" name="Freeform 65">
                <a:extLst>
                  <a:ext uri="{FF2B5EF4-FFF2-40B4-BE49-F238E27FC236}">
                    <a16:creationId xmlns:a16="http://schemas.microsoft.com/office/drawing/2014/main" id="{4FC504E7-D57E-BEE6-6502-C3062907117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9" name="TextBox 66">
                <a:extLst>
                  <a:ext uri="{FF2B5EF4-FFF2-40B4-BE49-F238E27FC236}">
                    <a16:creationId xmlns:a16="http://schemas.microsoft.com/office/drawing/2014/main" id="{7DFCD211-C51B-4749-E82A-D6B51A62822C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80" name="Group 67">
              <a:extLst>
                <a:ext uri="{FF2B5EF4-FFF2-40B4-BE49-F238E27FC236}">
                  <a16:creationId xmlns:a16="http://schemas.microsoft.com/office/drawing/2014/main" id="{E3C982AB-7212-2B7C-C51F-D5F221A2B01D}"/>
                </a:ext>
              </a:extLst>
            </p:cNvPr>
            <p:cNvGrpSpPr/>
            <p:nvPr/>
          </p:nvGrpSpPr>
          <p:grpSpPr>
            <a:xfrm>
              <a:off x="7001024" y="4902533"/>
              <a:ext cx="777993" cy="176629"/>
              <a:chOff x="0" y="0"/>
              <a:chExt cx="773787" cy="183420"/>
            </a:xfrm>
          </p:grpSpPr>
          <p:sp>
            <p:nvSpPr>
              <p:cNvPr id="181" name="Freeform 68">
                <a:extLst>
                  <a:ext uri="{FF2B5EF4-FFF2-40B4-BE49-F238E27FC236}">
                    <a16:creationId xmlns:a16="http://schemas.microsoft.com/office/drawing/2014/main" id="{05393C68-6D89-D522-AEA7-5849E42B36A2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2" name="TextBox 69">
                <a:extLst>
                  <a:ext uri="{FF2B5EF4-FFF2-40B4-BE49-F238E27FC236}">
                    <a16:creationId xmlns:a16="http://schemas.microsoft.com/office/drawing/2014/main" id="{2EC6485A-7030-ABE5-CA2F-6743A7CAF0E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83" name="Group 70">
              <a:extLst>
                <a:ext uri="{FF2B5EF4-FFF2-40B4-BE49-F238E27FC236}">
                  <a16:creationId xmlns:a16="http://schemas.microsoft.com/office/drawing/2014/main" id="{8F7636DF-F6C1-10AF-44B8-EC32C6C891F9}"/>
                </a:ext>
              </a:extLst>
            </p:cNvPr>
            <p:cNvGrpSpPr/>
            <p:nvPr/>
          </p:nvGrpSpPr>
          <p:grpSpPr>
            <a:xfrm>
              <a:off x="5890179" y="4090241"/>
              <a:ext cx="817217" cy="176629"/>
              <a:chOff x="0" y="0"/>
              <a:chExt cx="812800" cy="183420"/>
            </a:xfrm>
          </p:grpSpPr>
          <p:sp>
            <p:nvSpPr>
              <p:cNvPr id="184" name="Freeform 71">
                <a:extLst>
                  <a:ext uri="{FF2B5EF4-FFF2-40B4-BE49-F238E27FC236}">
                    <a16:creationId xmlns:a16="http://schemas.microsoft.com/office/drawing/2014/main" id="{CF3B603A-2140-90F8-B17A-CAD8B4CCDE5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5" name="TextBox 72">
                <a:extLst>
                  <a:ext uri="{FF2B5EF4-FFF2-40B4-BE49-F238E27FC236}">
                    <a16:creationId xmlns:a16="http://schemas.microsoft.com/office/drawing/2014/main" id="{5497C552-883E-EEB9-251C-323124845FA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86" name="Group 73">
              <a:extLst>
                <a:ext uri="{FF2B5EF4-FFF2-40B4-BE49-F238E27FC236}">
                  <a16:creationId xmlns:a16="http://schemas.microsoft.com/office/drawing/2014/main" id="{E64D15F8-172D-44F1-9CB2-74D9B1D42472}"/>
                </a:ext>
              </a:extLst>
            </p:cNvPr>
            <p:cNvGrpSpPr/>
            <p:nvPr/>
          </p:nvGrpSpPr>
          <p:grpSpPr>
            <a:xfrm>
              <a:off x="6019942" y="3583279"/>
              <a:ext cx="557692" cy="534140"/>
              <a:chOff x="0" y="0"/>
              <a:chExt cx="812800" cy="812800"/>
            </a:xfrm>
          </p:grpSpPr>
          <p:sp>
            <p:nvSpPr>
              <p:cNvPr id="187" name="Freeform 74">
                <a:extLst>
                  <a:ext uri="{FF2B5EF4-FFF2-40B4-BE49-F238E27FC236}">
                    <a16:creationId xmlns:a16="http://schemas.microsoft.com/office/drawing/2014/main" id="{D81C184D-7200-53AB-5AE3-282A6384E9F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8" name="TextBox 75">
                <a:extLst>
                  <a:ext uri="{FF2B5EF4-FFF2-40B4-BE49-F238E27FC236}">
                    <a16:creationId xmlns:a16="http://schemas.microsoft.com/office/drawing/2014/main" id="{EEDF99BB-1570-361F-2BB7-DEB1EF77F405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89" name="Group 76">
              <a:extLst>
                <a:ext uri="{FF2B5EF4-FFF2-40B4-BE49-F238E27FC236}">
                  <a16:creationId xmlns:a16="http://schemas.microsoft.com/office/drawing/2014/main" id="{FC9C0C92-73A9-3959-0249-167FBC7DEBD7}"/>
                </a:ext>
              </a:extLst>
            </p:cNvPr>
            <p:cNvGrpSpPr/>
            <p:nvPr/>
          </p:nvGrpSpPr>
          <p:grpSpPr>
            <a:xfrm>
              <a:off x="5909792" y="4235956"/>
              <a:ext cx="777993" cy="297429"/>
              <a:chOff x="0" y="-28575"/>
              <a:chExt cx="773787" cy="308865"/>
            </a:xfrm>
          </p:grpSpPr>
          <p:sp>
            <p:nvSpPr>
              <p:cNvPr id="190" name="Freeform 77">
                <a:extLst>
                  <a:ext uri="{FF2B5EF4-FFF2-40B4-BE49-F238E27FC236}">
                    <a16:creationId xmlns:a16="http://schemas.microsoft.com/office/drawing/2014/main" id="{E2E2D2DB-B898-B5A2-D6DD-EB1C85337E65}"/>
                  </a:ext>
                </a:extLst>
              </p:cNvPr>
              <p:cNvSpPr/>
              <p:nvPr/>
            </p:nvSpPr>
            <p:spPr>
              <a:xfrm>
                <a:off x="0" y="1"/>
                <a:ext cx="773787" cy="211284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28029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280290"/>
                    </a:lnTo>
                    <a:lnTo>
                      <a:pt x="0" y="28029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1" name="TextBox 78">
                <a:extLst>
                  <a:ext uri="{FF2B5EF4-FFF2-40B4-BE49-F238E27FC236}">
                    <a16:creationId xmlns:a16="http://schemas.microsoft.com/office/drawing/2014/main" id="{696FF49F-3A23-97AE-B2EA-20D466DE9D6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3088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92" name="Group 79">
              <a:extLst>
                <a:ext uri="{FF2B5EF4-FFF2-40B4-BE49-F238E27FC236}">
                  <a16:creationId xmlns:a16="http://schemas.microsoft.com/office/drawing/2014/main" id="{A59697AA-B291-B645-E2DB-6EB05E242DB9}"/>
                </a:ext>
              </a:extLst>
            </p:cNvPr>
            <p:cNvGrpSpPr/>
            <p:nvPr/>
          </p:nvGrpSpPr>
          <p:grpSpPr>
            <a:xfrm>
              <a:off x="5202408" y="793646"/>
              <a:ext cx="643545" cy="616367"/>
              <a:chOff x="0" y="0"/>
              <a:chExt cx="812800" cy="812800"/>
            </a:xfrm>
          </p:grpSpPr>
          <p:sp>
            <p:nvSpPr>
              <p:cNvPr id="193" name="Freeform 80">
                <a:extLst>
                  <a:ext uri="{FF2B5EF4-FFF2-40B4-BE49-F238E27FC236}">
                    <a16:creationId xmlns:a16="http://schemas.microsoft.com/office/drawing/2014/main" id="{06D94537-CEE5-B567-6161-F976762B1C2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2150" r="-2150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94" name="Group 81">
              <a:extLst>
                <a:ext uri="{FF2B5EF4-FFF2-40B4-BE49-F238E27FC236}">
                  <a16:creationId xmlns:a16="http://schemas.microsoft.com/office/drawing/2014/main" id="{E955C2F8-91AD-DA8F-ACEA-5698A0B457A3}"/>
                </a:ext>
              </a:extLst>
            </p:cNvPr>
            <p:cNvGrpSpPr/>
            <p:nvPr/>
          </p:nvGrpSpPr>
          <p:grpSpPr>
            <a:xfrm>
              <a:off x="10160831" y="3583645"/>
              <a:ext cx="574160" cy="549912"/>
              <a:chOff x="0" y="0"/>
              <a:chExt cx="812800" cy="812800"/>
            </a:xfrm>
          </p:grpSpPr>
          <p:sp>
            <p:nvSpPr>
              <p:cNvPr id="195" name="Freeform 82">
                <a:extLst>
                  <a:ext uri="{FF2B5EF4-FFF2-40B4-BE49-F238E27FC236}">
                    <a16:creationId xmlns:a16="http://schemas.microsoft.com/office/drawing/2014/main" id="{D9356F66-E2C0-E7F6-7283-9A7229E9AD8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568" b="-568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96" name="Group 83">
              <a:extLst>
                <a:ext uri="{FF2B5EF4-FFF2-40B4-BE49-F238E27FC236}">
                  <a16:creationId xmlns:a16="http://schemas.microsoft.com/office/drawing/2014/main" id="{196B838B-8B6C-60D5-E992-68C9DF9D5C9B}"/>
                </a:ext>
              </a:extLst>
            </p:cNvPr>
            <p:cNvGrpSpPr/>
            <p:nvPr/>
          </p:nvGrpSpPr>
          <p:grpSpPr>
            <a:xfrm>
              <a:off x="4502525" y="2684309"/>
              <a:ext cx="574160" cy="549912"/>
              <a:chOff x="0" y="0"/>
              <a:chExt cx="812800" cy="812800"/>
            </a:xfrm>
          </p:grpSpPr>
          <p:sp>
            <p:nvSpPr>
              <p:cNvPr id="197" name="Freeform 84">
                <a:extLst>
                  <a:ext uri="{FF2B5EF4-FFF2-40B4-BE49-F238E27FC236}">
                    <a16:creationId xmlns:a16="http://schemas.microsoft.com/office/drawing/2014/main" id="{3E483A9B-C56D-B12F-427F-2612F1F4E7A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296" r="-3296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98" name="Group 85">
              <a:extLst>
                <a:ext uri="{FF2B5EF4-FFF2-40B4-BE49-F238E27FC236}">
                  <a16:creationId xmlns:a16="http://schemas.microsoft.com/office/drawing/2014/main" id="{590D0DF5-6330-C5F2-6000-512AE3929887}"/>
                </a:ext>
              </a:extLst>
            </p:cNvPr>
            <p:cNvGrpSpPr/>
            <p:nvPr/>
          </p:nvGrpSpPr>
          <p:grpSpPr>
            <a:xfrm>
              <a:off x="7139906" y="4249857"/>
              <a:ext cx="500229" cy="479103"/>
              <a:chOff x="0" y="0"/>
              <a:chExt cx="812800" cy="812800"/>
            </a:xfrm>
          </p:grpSpPr>
          <p:sp>
            <p:nvSpPr>
              <p:cNvPr id="199" name="Freeform 86">
                <a:extLst>
                  <a:ext uri="{FF2B5EF4-FFF2-40B4-BE49-F238E27FC236}">
                    <a16:creationId xmlns:a16="http://schemas.microsoft.com/office/drawing/2014/main" id="{DF381107-F0CC-BD5C-71A4-1FC657CFD91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1724" r="-1724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0" name="Group 87">
              <a:extLst>
                <a:ext uri="{FF2B5EF4-FFF2-40B4-BE49-F238E27FC236}">
                  <a16:creationId xmlns:a16="http://schemas.microsoft.com/office/drawing/2014/main" id="{5E550241-F1C4-CB49-FD45-A0C83FF852BD}"/>
                </a:ext>
              </a:extLst>
            </p:cNvPr>
            <p:cNvGrpSpPr/>
            <p:nvPr/>
          </p:nvGrpSpPr>
          <p:grpSpPr>
            <a:xfrm>
              <a:off x="9280849" y="4667786"/>
              <a:ext cx="493075" cy="472251"/>
              <a:chOff x="0" y="0"/>
              <a:chExt cx="812800" cy="812800"/>
            </a:xfrm>
          </p:grpSpPr>
          <p:sp>
            <p:nvSpPr>
              <p:cNvPr id="201" name="Freeform 88">
                <a:extLst>
                  <a:ext uri="{FF2B5EF4-FFF2-40B4-BE49-F238E27FC236}">
                    <a16:creationId xmlns:a16="http://schemas.microsoft.com/office/drawing/2014/main" id="{D1667463-7B99-AD7C-08B8-8B91223101D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7926" r="-7926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02" name="AutoShape 89">
              <a:extLst>
                <a:ext uri="{FF2B5EF4-FFF2-40B4-BE49-F238E27FC236}">
                  <a16:creationId xmlns:a16="http://schemas.microsoft.com/office/drawing/2014/main" id="{D7E83B94-BC31-9915-58CA-5D47E75BE64F}"/>
                </a:ext>
              </a:extLst>
            </p:cNvPr>
            <p:cNvSpPr/>
            <p:nvPr/>
          </p:nvSpPr>
          <p:spPr>
            <a:xfrm>
              <a:off x="7395381" y="4089331"/>
              <a:ext cx="2132005" cy="0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3" name="AutoShape 90">
              <a:extLst>
                <a:ext uri="{FF2B5EF4-FFF2-40B4-BE49-F238E27FC236}">
                  <a16:creationId xmlns:a16="http://schemas.microsoft.com/office/drawing/2014/main" id="{7A55540D-2FB5-4E9F-9A80-0C4CB04F95CA}"/>
                </a:ext>
              </a:extLst>
            </p:cNvPr>
            <p:cNvSpPr/>
            <p:nvPr/>
          </p:nvSpPr>
          <p:spPr>
            <a:xfrm flipH="1">
              <a:off x="8546521" y="3289207"/>
              <a:ext cx="6087" cy="800124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4" name="AutoShape 91">
              <a:extLst>
                <a:ext uri="{FF2B5EF4-FFF2-40B4-BE49-F238E27FC236}">
                  <a16:creationId xmlns:a16="http://schemas.microsoft.com/office/drawing/2014/main" id="{5C1DE7A4-DE24-72E6-14D9-B4D1C8FDF72F}"/>
                </a:ext>
              </a:extLst>
            </p:cNvPr>
            <p:cNvSpPr/>
            <p:nvPr/>
          </p:nvSpPr>
          <p:spPr>
            <a:xfrm>
              <a:off x="6505886" y="3140993"/>
              <a:ext cx="0" cy="196443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5" name="AutoShape 92">
              <a:extLst>
                <a:ext uri="{FF2B5EF4-FFF2-40B4-BE49-F238E27FC236}">
                  <a16:creationId xmlns:a16="http://schemas.microsoft.com/office/drawing/2014/main" id="{44DE57EA-44A0-B22F-E38E-BA4E0CAF39E7}"/>
                </a:ext>
              </a:extLst>
            </p:cNvPr>
            <p:cNvSpPr/>
            <p:nvPr/>
          </p:nvSpPr>
          <p:spPr>
            <a:xfrm flipH="1">
              <a:off x="6292175" y="3380653"/>
              <a:ext cx="526" cy="247983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6" name="AutoShape 93">
              <a:extLst>
                <a:ext uri="{FF2B5EF4-FFF2-40B4-BE49-F238E27FC236}">
                  <a16:creationId xmlns:a16="http://schemas.microsoft.com/office/drawing/2014/main" id="{9C2B2692-D213-4659-2EA9-605C9694A7D4}"/>
                </a:ext>
              </a:extLst>
            </p:cNvPr>
            <p:cNvSpPr/>
            <p:nvPr/>
          </p:nvSpPr>
          <p:spPr>
            <a:xfrm>
              <a:off x="4788555" y="2181792"/>
              <a:ext cx="1526423" cy="5830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7" name="AutoShape 94">
              <a:extLst>
                <a:ext uri="{FF2B5EF4-FFF2-40B4-BE49-F238E27FC236}">
                  <a16:creationId xmlns:a16="http://schemas.microsoft.com/office/drawing/2014/main" id="{72E4DEA5-3E33-AE47-C547-2530D0250F93}"/>
                </a:ext>
              </a:extLst>
            </p:cNvPr>
            <p:cNvSpPr/>
            <p:nvPr/>
          </p:nvSpPr>
          <p:spPr>
            <a:xfrm>
              <a:off x="5520438" y="1848613"/>
              <a:ext cx="0" cy="334890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8" name="AutoShape 95">
              <a:extLst>
                <a:ext uri="{FF2B5EF4-FFF2-40B4-BE49-F238E27FC236}">
                  <a16:creationId xmlns:a16="http://schemas.microsoft.com/office/drawing/2014/main" id="{1C564F20-EFFC-5D52-522E-E18C8B3427F5}"/>
                </a:ext>
              </a:extLst>
            </p:cNvPr>
            <p:cNvSpPr/>
            <p:nvPr/>
          </p:nvSpPr>
          <p:spPr>
            <a:xfrm>
              <a:off x="8513865" y="2204333"/>
              <a:ext cx="0" cy="196443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9" name="AutoShape 96">
              <a:extLst>
                <a:ext uri="{FF2B5EF4-FFF2-40B4-BE49-F238E27FC236}">
                  <a16:creationId xmlns:a16="http://schemas.microsoft.com/office/drawing/2014/main" id="{5518E199-E526-09EB-B2CE-8059B6C4B5A3}"/>
                </a:ext>
              </a:extLst>
            </p:cNvPr>
            <p:cNvSpPr/>
            <p:nvPr/>
          </p:nvSpPr>
          <p:spPr>
            <a:xfrm flipV="1">
              <a:off x="8507755" y="2204333"/>
              <a:ext cx="1925222" cy="2224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0" name="AutoShape 97">
              <a:extLst>
                <a:ext uri="{FF2B5EF4-FFF2-40B4-BE49-F238E27FC236}">
                  <a16:creationId xmlns:a16="http://schemas.microsoft.com/office/drawing/2014/main" id="{2AEB2487-6327-DEF4-31C8-D057B0B0FCD4}"/>
                </a:ext>
              </a:extLst>
            </p:cNvPr>
            <p:cNvSpPr/>
            <p:nvPr/>
          </p:nvSpPr>
          <p:spPr>
            <a:xfrm>
              <a:off x="9373634" y="1860006"/>
              <a:ext cx="0" cy="352380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1" name="Group 98">
              <a:extLst>
                <a:ext uri="{FF2B5EF4-FFF2-40B4-BE49-F238E27FC236}">
                  <a16:creationId xmlns:a16="http://schemas.microsoft.com/office/drawing/2014/main" id="{342DE6AE-2F4A-9F2E-B1BE-A9F043F3D71A}"/>
                </a:ext>
              </a:extLst>
            </p:cNvPr>
            <p:cNvGrpSpPr/>
            <p:nvPr/>
          </p:nvGrpSpPr>
          <p:grpSpPr>
            <a:xfrm>
              <a:off x="6007490" y="2402390"/>
              <a:ext cx="574160" cy="549912"/>
              <a:chOff x="0" y="0"/>
              <a:chExt cx="812800" cy="812800"/>
            </a:xfrm>
          </p:grpSpPr>
          <p:sp>
            <p:nvSpPr>
              <p:cNvPr id="212" name="Freeform 99">
                <a:extLst>
                  <a:ext uri="{FF2B5EF4-FFF2-40B4-BE49-F238E27FC236}">
                    <a16:creationId xmlns:a16="http://schemas.microsoft.com/office/drawing/2014/main" id="{AA3567C1-BB69-B3DC-CC4B-D8CAF66E33D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t="-10869" b="-10869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3" name="Group 100">
              <a:extLst>
                <a:ext uri="{FF2B5EF4-FFF2-40B4-BE49-F238E27FC236}">
                  <a16:creationId xmlns:a16="http://schemas.microsoft.com/office/drawing/2014/main" id="{2961A0C2-5173-9AD8-3E84-3CFCD608596D}"/>
                </a:ext>
              </a:extLst>
            </p:cNvPr>
            <p:cNvGrpSpPr/>
            <p:nvPr/>
          </p:nvGrpSpPr>
          <p:grpSpPr>
            <a:xfrm>
              <a:off x="8259441" y="2396324"/>
              <a:ext cx="574160" cy="549912"/>
              <a:chOff x="0" y="0"/>
              <a:chExt cx="812800" cy="812800"/>
            </a:xfrm>
          </p:grpSpPr>
          <p:sp>
            <p:nvSpPr>
              <p:cNvPr id="214" name="Freeform 101">
                <a:extLst>
                  <a:ext uri="{FF2B5EF4-FFF2-40B4-BE49-F238E27FC236}">
                    <a16:creationId xmlns:a16="http://schemas.microsoft.com/office/drawing/2014/main" id="{1C242140-8278-1F13-8AD6-A1481B4CB1D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1098" r="-1098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" name="Group 102">
              <a:extLst>
                <a:ext uri="{FF2B5EF4-FFF2-40B4-BE49-F238E27FC236}">
                  <a16:creationId xmlns:a16="http://schemas.microsoft.com/office/drawing/2014/main" id="{60CFBCEF-5704-DC54-DA4D-CD40C1D37736}"/>
                </a:ext>
              </a:extLst>
            </p:cNvPr>
            <p:cNvGrpSpPr/>
            <p:nvPr/>
          </p:nvGrpSpPr>
          <p:grpSpPr>
            <a:xfrm>
              <a:off x="6048850" y="3610227"/>
              <a:ext cx="500229" cy="479103"/>
              <a:chOff x="0" y="0"/>
              <a:chExt cx="812800" cy="812800"/>
            </a:xfrm>
          </p:grpSpPr>
          <p:sp>
            <p:nvSpPr>
              <p:cNvPr id="216" name="Freeform 103">
                <a:extLst>
                  <a:ext uri="{FF2B5EF4-FFF2-40B4-BE49-F238E27FC236}">
                    <a16:creationId xmlns:a16="http://schemas.microsoft.com/office/drawing/2014/main" id="{C1A3CA0A-6CA1-17FB-6952-CDB544BE8CA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t="-11194" b="-11194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18" name="AutoShape 105">
              <a:extLst>
                <a:ext uri="{FF2B5EF4-FFF2-40B4-BE49-F238E27FC236}">
                  <a16:creationId xmlns:a16="http://schemas.microsoft.com/office/drawing/2014/main" id="{5E98F314-A381-84B5-D725-2E7261732750}"/>
                </a:ext>
              </a:extLst>
            </p:cNvPr>
            <p:cNvSpPr/>
            <p:nvPr/>
          </p:nvSpPr>
          <p:spPr>
            <a:xfrm flipV="1">
              <a:off x="5879096" y="1074525"/>
              <a:ext cx="3184627" cy="8239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9" name="Group 106">
              <a:extLst>
                <a:ext uri="{FF2B5EF4-FFF2-40B4-BE49-F238E27FC236}">
                  <a16:creationId xmlns:a16="http://schemas.microsoft.com/office/drawing/2014/main" id="{00DBF51F-5756-6C6D-87B7-CCEC4C010DAF}"/>
                </a:ext>
              </a:extLst>
            </p:cNvPr>
            <p:cNvGrpSpPr/>
            <p:nvPr/>
          </p:nvGrpSpPr>
          <p:grpSpPr>
            <a:xfrm>
              <a:off x="8852740" y="1404395"/>
              <a:ext cx="1046231" cy="226126"/>
              <a:chOff x="0" y="0"/>
              <a:chExt cx="812800" cy="183420"/>
            </a:xfrm>
          </p:grpSpPr>
          <p:sp>
            <p:nvSpPr>
              <p:cNvPr id="220" name="Freeform 107">
                <a:extLst>
                  <a:ext uri="{FF2B5EF4-FFF2-40B4-BE49-F238E27FC236}">
                    <a16:creationId xmlns:a16="http://schemas.microsoft.com/office/drawing/2014/main" id="{022DE654-FCC5-AD44-4BDD-2DE4CC89956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1" name="TextBox 108">
                <a:extLst>
                  <a:ext uri="{FF2B5EF4-FFF2-40B4-BE49-F238E27FC236}">
                    <a16:creationId xmlns:a16="http://schemas.microsoft.com/office/drawing/2014/main" id="{25CB6673-ADD3-EDCB-C525-0AB143C9232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22" name="Group 109">
              <a:extLst>
                <a:ext uri="{FF2B5EF4-FFF2-40B4-BE49-F238E27FC236}">
                  <a16:creationId xmlns:a16="http://schemas.microsoft.com/office/drawing/2014/main" id="{547C4F8F-B093-FE76-9EEC-36021F5FB8F7}"/>
                </a:ext>
              </a:extLst>
            </p:cNvPr>
            <p:cNvGrpSpPr/>
            <p:nvPr/>
          </p:nvGrpSpPr>
          <p:grpSpPr>
            <a:xfrm>
              <a:off x="9018868" y="755364"/>
              <a:ext cx="713977" cy="683824"/>
              <a:chOff x="0" y="0"/>
              <a:chExt cx="812800" cy="812800"/>
            </a:xfrm>
          </p:grpSpPr>
          <p:sp>
            <p:nvSpPr>
              <p:cNvPr id="223" name="Freeform 110">
                <a:extLst>
                  <a:ext uri="{FF2B5EF4-FFF2-40B4-BE49-F238E27FC236}">
                    <a16:creationId xmlns:a16="http://schemas.microsoft.com/office/drawing/2014/main" id="{32AAC2D2-F509-3EFB-0034-116D3C4382F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4" name="TextBox 111">
                <a:extLst>
                  <a:ext uri="{FF2B5EF4-FFF2-40B4-BE49-F238E27FC236}">
                    <a16:creationId xmlns:a16="http://schemas.microsoft.com/office/drawing/2014/main" id="{7D46588F-87EE-B51F-172C-8852F01DD601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25" name="Group 112">
              <a:extLst>
                <a:ext uri="{FF2B5EF4-FFF2-40B4-BE49-F238E27FC236}">
                  <a16:creationId xmlns:a16="http://schemas.microsoft.com/office/drawing/2014/main" id="{97DCE8F6-4E65-DC9A-267C-60C2A96E372F}"/>
                </a:ext>
              </a:extLst>
            </p:cNvPr>
            <p:cNvGrpSpPr/>
            <p:nvPr/>
          </p:nvGrpSpPr>
          <p:grpSpPr>
            <a:xfrm>
              <a:off x="8877849" y="1626171"/>
              <a:ext cx="996014" cy="226126"/>
              <a:chOff x="0" y="0"/>
              <a:chExt cx="773787" cy="183420"/>
            </a:xfrm>
          </p:grpSpPr>
          <p:sp>
            <p:nvSpPr>
              <p:cNvPr id="226" name="Freeform 113">
                <a:extLst>
                  <a:ext uri="{FF2B5EF4-FFF2-40B4-BE49-F238E27FC236}">
                    <a16:creationId xmlns:a16="http://schemas.microsoft.com/office/drawing/2014/main" id="{407727E7-B1E4-36EC-2675-C581DE22D506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7" name="TextBox 114">
                <a:extLst>
                  <a:ext uri="{FF2B5EF4-FFF2-40B4-BE49-F238E27FC236}">
                    <a16:creationId xmlns:a16="http://schemas.microsoft.com/office/drawing/2014/main" id="{2E508DA8-86D7-B7E3-90CB-9B2F6F2AD90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28" name="Group 115">
              <a:extLst>
                <a:ext uri="{FF2B5EF4-FFF2-40B4-BE49-F238E27FC236}">
                  <a16:creationId xmlns:a16="http://schemas.microsoft.com/office/drawing/2014/main" id="{C846D238-CC8F-F7E0-445D-054254D7AC82}"/>
                </a:ext>
              </a:extLst>
            </p:cNvPr>
            <p:cNvGrpSpPr/>
            <p:nvPr/>
          </p:nvGrpSpPr>
          <p:grpSpPr>
            <a:xfrm>
              <a:off x="9054084" y="789093"/>
              <a:ext cx="643545" cy="616367"/>
              <a:chOff x="0" y="0"/>
              <a:chExt cx="812800" cy="812800"/>
            </a:xfrm>
          </p:grpSpPr>
          <p:sp>
            <p:nvSpPr>
              <p:cNvPr id="229" name="Freeform 116">
                <a:extLst>
                  <a:ext uri="{FF2B5EF4-FFF2-40B4-BE49-F238E27FC236}">
                    <a16:creationId xmlns:a16="http://schemas.microsoft.com/office/drawing/2014/main" id="{5F2C2910-BD9F-FEF2-98FC-1BBB539BBA0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 l="-5747" r="-5747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30" name="Group 117">
              <a:extLst>
                <a:ext uri="{FF2B5EF4-FFF2-40B4-BE49-F238E27FC236}">
                  <a16:creationId xmlns:a16="http://schemas.microsoft.com/office/drawing/2014/main" id="{695BEC65-BA42-144A-4EE6-8B6F7625E082}"/>
                </a:ext>
              </a:extLst>
            </p:cNvPr>
            <p:cNvGrpSpPr/>
            <p:nvPr/>
          </p:nvGrpSpPr>
          <p:grpSpPr>
            <a:xfrm>
              <a:off x="8229653" y="5144372"/>
              <a:ext cx="817217" cy="176629"/>
              <a:chOff x="0" y="0"/>
              <a:chExt cx="812800" cy="183420"/>
            </a:xfrm>
          </p:grpSpPr>
          <p:sp>
            <p:nvSpPr>
              <p:cNvPr id="231" name="Freeform 118">
                <a:extLst>
                  <a:ext uri="{FF2B5EF4-FFF2-40B4-BE49-F238E27FC236}">
                    <a16:creationId xmlns:a16="http://schemas.microsoft.com/office/drawing/2014/main" id="{1115732C-9766-3B8C-8233-317DEB6F51B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2" name="TextBox 119">
                <a:extLst>
                  <a:ext uri="{FF2B5EF4-FFF2-40B4-BE49-F238E27FC236}">
                    <a16:creationId xmlns:a16="http://schemas.microsoft.com/office/drawing/2014/main" id="{8795F613-B0C6-29D6-06D4-C6FF0BE68198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33" name="AutoShape 120">
              <a:extLst>
                <a:ext uri="{FF2B5EF4-FFF2-40B4-BE49-F238E27FC236}">
                  <a16:creationId xmlns:a16="http://schemas.microsoft.com/office/drawing/2014/main" id="{C9E8EAFF-8EEC-A03F-5C7A-5EF707C211D4}"/>
                </a:ext>
              </a:extLst>
            </p:cNvPr>
            <p:cNvSpPr/>
            <p:nvPr/>
          </p:nvSpPr>
          <p:spPr>
            <a:xfrm flipH="1">
              <a:off x="8638262" y="4093242"/>
              <a:ext cx="0" cy="618532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34" name="Group 121">
              <a:extLst>
                <a:ext uri="{FF2B5EF4-FFF2-40B4-BE49-F238E27FC236}">
                  <a16:creationId xmlns:a16="http://schemas.microsoft.com/office/drawing/2014/main" id="{64765DA0-560D-ABD3-FF01-F9E4D49101B5}"/>
                </a:ext>
              </a:extLst>
            </p:cNvPr>
            <p:cNvGrpSpPr/>
            <p:nvPr/>
          </p:nvGrpSpPr>
          <p:grpSpPr>
            <a:xfrm>
              <a:off x="8359416" y="4637410"/>
              <a:ext cx="557692" cy="534140"/>
              <a:chOff x="0" y="0"/>
              <a:chExt cx="812800" cy="812800"/>
            </a:xfrm>
          </p:grpSpPr>
          <p:sp>
            <p:nvSpPr>
              <p:cNvPr id="235" name="Freeform 122">
                <a:extLst>
                  <a:ext uri="{FF2B5EF4-FFF2-40B4-BE49-F238E27FC236}">
                    <a16:creationId xmlns:a16="http://schemas.microsoft.com/office/drawing/2014/main" id="{9A3D3BB1-8C3F-3948-C8B6-E28D5A152B3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6" name="TextBox 123">
                <a:extLst>
                  <a:ext uri="{FF2B5EF4-FFF2-40B4-BE49-F238E27FC236}">
                    <a16:creationId xmlns:a16="http://schemas.microsoft.com/office/drawing/2014/main" id="{39BFF97D-F802-0831-3C75-34B140F7000B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37" name="Group 124">
              <a:extLst>
                <a:ext uri="{FF2B5EF4-FFF2-40B4-BE49-F238E27FC236}">
                  <a16:creationId xmlns:a16="http://schemas.microsoft.com/office/drawing/2014/main" id="{2355BDD1-C9BE-BA27-ED44-4B588CC82276}"/>
                </a:ext>
              </a:extLst>
            </p:cNvPr>
            <p:cNvGrpSpPr/>
            <p:nvPr/>
          </p:nvGrpSpPr>
          <p:grpSpPr>
            <a:xfrm>
              <a:off x="8249266" y="5317604"/>
              <a:ext cx="777993" cy="176629"/>
              <a:chOff x="0" y="0"/>
              <a:chExt cx="773787" cy="183420"/>
            </a:xfrm>
          </p:grpSpPr>
          <p:sp>
            <p:nvSpPr>
              <p:cNvPr id="238" name="Freeform 125">
                <a:extLst>
                  <a:ext uri="{FF2B5EF4-FFF2-40B4-BE49-F238E27FC236}">
                    <a16:creationId xmlns:a16="http://schemas.microsoft.com/office/drawing/2014/main" id="{6E60903F-B659-ABBB-5971-73F08551F665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9" name="TextBox 126">
                <a:extLst>
                  <a:ext uri="{FF2B5EF4-FFF2-40B4-BE49-F238E27FC236}">
                    <a16:creationId xmlns:a16="http://schemas.microsoft.com/office/drawing/2014/main" id="{FF3D58AD-B1B5-E00E-99DD-49666553FF4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40" name="Group 127">
              <a:extLst>
                <a:ext uri="{FF2B5EF4-FFF2-40B4-BE49-F238E27FC236}">
                  <a16:creationId xmlns:a16="http://schemas.microsoft.com/office/drawing/2014/main" id="{5112B29B-8FC3-3741-D723-F3501A3D7E03}"/>
                </a:ext>
              </a:extLst>
            </p:cNvPr>
            <p:cNvGrpSpPr/>
            <p:nvPr/>
          </p:nvGrpSpPr>
          <p:grpSpPr>
            <a:xfrm>
              <a:off x="8391725" y="4667786"/>
              <a:ext cx="493075" cy="472251"/>
              <a:chOff x="0" y="0"/>
              <a:chExt cx="812800" cy="812800"/>
            </a:xfrm>
          </p:grpSpPr>
          <p:sp>
            <p:nvSpPr>
              <p:cNvPr id="241" name="Freeform 128">
                <a:extLst>
                  <a:ext uri="{FF2B5EF4-FFF2-40B4-BE49-F238E27FC236}">
                    <a16:creationId xmlns:a16="http://schemas.microsoft.com/office/drawing/2014/main" id="{8493B67A-BE67-BBBC-DB79-9346B6D717C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2941" r="-2941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42" name="AutoShape 129">
              <a:extLst>
                <a:ext uri="{FF2B5EF4-FFF2-40B4-BE49-F238E27FC236}">
                  <a16:creationId xmlns:a16="http://schemas.microsoft.com/office/drawing/2014/main" id="{DE2406A3-E328-E40F-BA11-EAB69F687797}"/>
                </a:ext>
              </a:extLst>
            </p:cNvPr>
            <p:cNvSpPr/>
            <p:nvPr/>
          </p:nvSpPr>
          <p:spPr>
            <a:xfrm>
              <a:off x="8043574" y="4089348"/>
              <a:ext cx="5561" cy="1749137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43" name="Group 130">
              <a:extLst>
                <a:ext uri="{FF2B5EF4-FFF2-40B4-BE49-F238E27FC236}">
                  <a16:creationId xmlns:a16="http://schemas.microsoft.com/office/drawing/2014/main" id="{6A0FEB8C-4E1D-A534-6837-F7EBACB1B519}"/>
                </a:ext>
              </a:extLst>
            </p:cNvPr>
            <p:cNvGrpSpPr/>
            <p:nvPr/>
          </p:nvGrpSpPr>
          <p:grpSpPr>
            <a:xfrm>
              <a:off x="4355688" y="6889615"/>
              <a:ext cx="817217" cy="176629"/>
              <a:chOff x="0" y="0"/>
              <a:chExt cx="812800" cy="183420"/>
            </a:xfrm>
          </p:grpSpPr>
          <p:sp>
            <p:nvSpPr>
              <p:cNvPr id="244" name="Freeform 131">
                <a:extLst>
                  <a:ext uri="{FF2B5EF4-FFF2-40B4-BE49-F238E27FC236}">
                    <a16:creationId xmlns:a16="http://schemas.microsoft.com/office/drawing/2014/main" id="{8FCEB3D6-C3C4-6582-5F0A-36E814ACE79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5" name="TextBox 132">
                <a:extLst>
                  <a:ext uri="{FF2B5EF4-FFF2-40B4-BE49-F238E27FC236}">
                    <a16:creationId xmlns:a16="http://schemas.microsoft.com/office/drawing/2014/main" id="{B5FFE865-587B-3FBF-D6F5-997486F543B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46" name="AutoShape 133">
              <a:extLst>
                <a:ext uri="{FF2B5EF4-FFF2-40B4-BE49-F238E27FC236}">
                  <a16:creationId xmlns:a16="http://schemas.microsoft.com/office/drawing/2014/main" id="{A77330BE-09A0-1423-FC47-B0D1B3CC191B}"/>
                </a:ext>
              </a:extLst>
            </p:cNvPr>
            <p:cNvSpPr/>
            <p:nvPr/>
          </p:nvSpPr>
          <p:spPr>
            <a:xfrm flipH="1">
              <a:off x="4764297" y="5838484"/>
              <a:ext cx="0" cy="618532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47" name="Group 134">
              <a:extLst>
                <a:ext uri="{FF2B5EF4-FFF2-40B4-BE49-F238E27FC236}">
                  <a16:creationId xmlns:a16="http://schemas.microsoft.com/office/drawing/2014/main" id="{A6F7A455-E822-8E0B-8AAF-4E9E93DC80B2}"/>
                </a:ext>
              </a:extLst>
            </p:cNvPr>
            <p:cNvGrpSpPr/>
            <p:nvPr/>
          </p:nvGrpSpPr>
          <p:grpSpPr>
            <a:xfrm>
              <a:off x="4485450" y="6382653"/>
              <a:ext cx="557692" cy="534140"/>
              <a:chOff x="0" y="0"/>
              <a:chExt cx="812800" cy="812800"/>
            </a:xfrm>
          </p:grpSpPr>
          <p:sp>
            <p:nvSpPr>
              <p:cNvPr id="248" name="Freeform 135">
                <a:extLst>
                  <a:ext uri="{FF2B5EF4-FFF2-40B4-BE49-F238E27FC236}">
                    <a16:creationId xmlns:a16="http://schemas.microsoft.com/office/drawing/2014/main" id="{1E38B224-FCA5-82A5-8D95-E854045D7C4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9" name="TextBox 136">
                <a:extLst>
                  <a:ext uri="{FF2B5EF4-FFF2-40B4-BE49-F238E27FC236}">
                    <a16:creationId xmlns:a16="http://schemas.microsoft.com/office/drawing/2014/main" id="{4939D7A0-3928-6ECB-BADA-79679FF97405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50" name="Group 137">
              <a:extLst>
                <a:ext uri="{FF2B5EF4-FFF2-40B4-BE49-F238E27FC236}">
                  <a16:creationId xmlns:a16="http://schemas.microsoft.com/office/drawing/2014/main" id="{68A5A693-F369-F0FA-0F7F-BBB0838D9035}"/>
                </a:ext>
              </a:extLst>
            </p:cNvPr>
            <p:cNvGrpSpPr/>
            <p:nvPr/>
          </p:nvGrpSpPr>
          <p:grpSpPr>
            <a:xfrm>
              <a:off x="4375300" y="7062847"/>
              <a:ext cx="777993" cy="176629"/>
              <a:chOff x="0" y="0"/>
              <a:chExt cx="773787" cy="183420"/>
            </a:xfrm>
          </p:grpSpPr>
          <p:sp>
            <p:nvSpPr>
              <p:cNvPr id="251" name="Freeform 138">
                <a:extLst>
                  <a:ext uri="{FF2B5EF4-FFF2-40B4-BE49-F238E27FC236}">
                    <a16:creationId xmlns:a16="http://schemas.microsoft.com/office/drawing/2014/main" id="{0C291B35-D4E4-B9B8-7BFD-EDC14D984EEA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2" name="TextBox 139">
                <a:extLst>
                  <a:ext uri="{FF2B5EF4-FFF2-40B4-BE49-F238E27FC236}">
                    <a16:creationId xmlns:a16="http://schemas.microsoft.com/office/drawing/2014/main" id="{3AC5616C-F157-02FB-2444-FE672325251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53" name="Group 140">
              <a:extLst>
                <a:ext uri="{FF2B5EF4-FFF2-40B4-BE49-F238E27FC236}">
                  <a16:creationId xmlns:a16="http://schemas.microsoft.com/office/drawing/2014/main" id="{04855A14-2A4B-3DD8-73E3-DF98D6C0E9A7}"/>
                </a:ext>
              </a:extLst>
            </p:cNvPr>
            <p:cNvGrpSpPr/>
            <p:nvPr/>
          </p:nvGrpSpPr>
          <p:grpSpPr>
            <a:xfrm>
              <a:off x="2592964" y="6474545"/>
              <a:ext cx="817217" cy="176629"/>
              <a:chOff x="0" y="0"/>
              <a:chExt cx="812800" cy="183420"/>
            </a:xfrm>
          </p:grpSpPr>
          <p:sp>
            <p:nvSpPr>
              <p:cNvPr id="254" name="Freeform 141">
                <a:extLst>
                  <a:ext uri="{FF2B5EF4-FFF2-40B4-BE49-F238E27FC236}">
                    <a16:creationId xmlns:a16="http://schemas.microsoft.com/office/drawing/2014/main" id="{B825E6FA-3B75-D38C-DE05-67EB9BE5F68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5" name="TextBox 142">
                <a:extLst>
                  <a:ext uri="{FF2B5EF4-FFF2-40B4-BE49-F238E27FC236}">
                    <a16:creationId xmlns:a16="http://schemas.microsoft.com/office/drawing/2014/main" id="{B02AB409-793C-0037-3DA5-C5EE1D9A284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56" name="AutoShape 143">
              <a:extLst>
                <a:ext uri="{FF2B5EF4-FFF2-40B4-BE49-F238E27FC236}">
                  <a16:creationId xmlns:a16="http://schemas.microsoft.com/office/drawing/2014/main" id="{E0AD9B24-D12B-8BCE-0E54-39885A4EA5B8}"/>
                </a:ext>
              </a:extLst>
            </p:cNvPr>
            <p:cNvSpPr/>
            <p:nvPr/>
          </p:nvSpPr>
          <p:spPr>
            <a:xfrm>
              <a:off x="3007026" y="5838484"/>
              <a:ext cx="0" cy="203462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57" name="Group 144">
              <a:extLst>
                <a:ext uri="{FF2B5EF4-FFF2-40B4-BE49-F238E27FC236}">
                  <a16:creationId xmlns:a16="http://schemas.microsoft.com/office/drawing/2014/main" id="{BD879342-A65E-BE1F-B453-7C5CB5D6139C}"/>
                </a:ext>
              </a:extLst>
            </p:cNvPr>
            <p:cNvGrpSpPr/>
            <p:nvPr/>
          </p:nvGrpSpPr>
          <p:grpSpPr>
            <a:xfrm>
              <a:off x="2722727" y="5967583"/>
              <a:ext cx="557692" cy="534140"/>
              <a:chOff x="0" y="0"/>
              <a:chExt cx="812800" cy="812800"/>
            </a:xfrm>
          </p:grpSpPr>
          <p:sp>
            <p:nvSpPr>
              <p:cNvPr id="258" name="Freeform 145">
                <a:extLst>
                  <a:ext uri="{FF2B5EF4-FFF2-40B4-BE49-F238E27FC236}">
                    <a16:creationId xmlns:a16="http://schemas.microsoft.com/office/drawing/2014/main" id="{1162B8D8-1B9B-4AF7-0C0B-230998AC972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9" name="TextBox 146">
                <a:extLst>
                  <a:ext uri="{FF2B5EF4-FFF2-40B4-BE49-F238E27FC236}">
                    <a16:creationId xmlns:a16="http://schemas.microsoft.com/office/drawing/2014/main" id="{4D2DDC38-CD2E-F7AA-D603-A6A10263E127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60" name="Group 147">
              <a:extLst>
                <a:ext uri="{FF2B5EF4-FFF2-40B4-BE49-F238E27FC236}">
                  <a16:creationId xmlns:a16="http://schemas.microsoft.com/office/drawing/2014/main" id="{2DD8C722-7742-9385-6FA3-4223ECA2CC1C}"/>
                </a:ext>
              </a:extLst>
            </p:cNvPr>
            <p:cNvGrpSpPr/>
            <p:nvPr/>
          </p:nvGrpSpPr>
          <p:grpSpPr>
            <a:xfrm>
              <a:off x="2612576" y="6647776"/>
              <a:ext cx="777993" cy="176629"/>
              <a:chOff x="0" y="0"/>
              <a:chExt cx="773787" cy="183420"/>
            </a:xfrm>
          </p:grpSpPr>
          <p:sp>
            <p:nvSpPr>
              <p:cNvPr id="261" name="Freeform 148">
                <a:extLst>
                  <a:ext uri="{FF2B5EF4-FFF2-40B4-BE49-F238E27FC236}">
                    <a16:creationId xmlns:a16="http://schemas.microsoft.com/office/drawing/2014/main" id="{A3229FFB-AA2C-E013-44D6-0B55FDB14AD7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2" name="TextBox 149">
                <a:extLst>
                  <a:ext uri="{FF2B5EF4-FFF2-40B4-BE49-F238E27FC236}">
                    <a16:creationId xmlns:a16="http://schemas.microsoft.com/office/drawing/2014/main" id="{34479D1F-34FA-9D00-A9CF-E103DAEB8E3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63" name="Group 150">
              <a:extLst>
                <a:ext uri="{FF2B5EF4-FFF2-40B4-BE49-F238E27FC236}">
                  <a16:creationId xmlns:a16="http://schemas.microsoft.com/office/drawing/2014/main" id="{652B717D-F13F-70A4-42E6-E41E6D10CB2A}"/>
                </a:ext>
              </a:extLst>
            </p:cNvPr>
            <p:cNvGrpSpPr/>
            <p:nvPr/>
          </p:nvGrpSpPr>
          <p:grpSpPr>
            <a:xfrm>
              <a:off x="2751458" y="5995100"/>
              <a:ext cx="500229" cy="479103"/>
              <a:chOff x="0" y="0"/>
              <a:chExt cx="812800" cy="812800"/>
            </a:xfrm>
          </p:grpSpPr>
          <p:sp>
            <p:nvSpPr>
              <p:cNvPr id="264" name="Freeform 151">
                <a:extLst>
                  <a:ext uri="{FF2B5EF4-FFF2-40B4-BE49-F238E27FC236}">
                    <a16:creationId xmlns:a16="http://schemas.microsoft.com/office/drawing/2014/main" id="{6DC6959E-A8FC-5050-9C82-5E522ACCA00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3"/>
                <a:stretch>
                  <a:fillRect l="-1075" r="-1075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65" name="Group 152">
              <a:extLst>
                <a:ext uri="{FF2B5EF4-FFF2-40B4-BE49-F238E27FC236}">
                  <a16:creationId xmlns:a16="http://schemas.microsoft.com/office/drawing/2014/main" id="{9ED184DF-E0F5-9BBD-04A9-EBD6F1E2B874}"/>
                </a:ext>
              </a:extLst>
            </p:cNvPr>
            <p:cNvGrpSpPr/>
            <p:nvPr/>
          </p:nvGrpSpPr>
          <p:grpSpPr>
            <a:xfrm>
              <a:off x="4517760" y="6413028"/>
              <a:ext cx="493075" cy="472251"/>
              <a:chOff x="0" y="0"/>
              <a:chExt cx="812800" cy="812800"/>
            </a:xfrm>
          </p:grpSpPr>
          <p:sp>
            <p:nvSpPr>
              <p:cNvPr id="266" name="Freeform 153">
                <a:extLst>
                  <a:ext uri="{FF2B5EF4-FFF2-40B4-BE49-F238E27FC236}">
                    <a16:creationId xmlns:a16="http://schemas.microsoft.com/office/drawing/2014/main" id="{CD2C7801-1812-FE7E-201D-D037A075BEB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4"/>
                <a:stretch>
                  <a:fillRect l="-574" r="-574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67" name="AutoShape 154">
              <a:extLst>
                <a:ext uri="{FF2B5EF4-FFF2-40B4-BE49-F238E27FC236}">
                  <a16:creationId xmlns:a16="http://schemas.microsoft.com/office/drawing/2014/main" id="{A25538E3-A7CE-58DA-88E4-7125C5435BBF}"/>
                </a:ext>
              </a:extLst>
            </p:cNvPr>
            <p:cNvSpPr/>
            <p:nvPr/>
          </p:nvSpPr>
          <p:spPr>
            <a:xfrm>
              <a:off x="3011985" y="5838484"/>
              <a:ext cx="9920614" cy="0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68" name="Group 155">
              <a:extLst>
                <a:ext uri="{FF2B5EF4-FFF2-40B4-BE49-F238E27FC236}">
                  <a16:creationId xmlns:a16="http://schemas.microsoft.com/office/drawing/2014/main" id="{C4E42635-F833-9C02-B703-4749926F0982}"/>
                </a:ext>
              </a:extLst>
            </p:cNvPr>
            <p:cNvGrpSpPr/>
            <p:nvPr/>
          </p:nvGrpSpPr>
          <p:grpSpPr>
            <a:xfrm>
              <a:off x="3466564" y="6889615"/>
              <a:ext cx="817217" cy="176629"/>
              <a:chOff x="0" y="0"/>
              <a:chExt cx="812800" cy="183420"/>
            </a:xfrm>
          </p:grpSpPr>
          <p:sp>
            <p:nvSpPr>
              <p:cNvPr id="269" name="Freeform 156">
                <a:extLst>
                  <a:ext uri="{FF2B5EF4-FFF2-40B4-BE49-F238E27FC236}">
                    <a16:creationId xmlns:a16="http://schemas.microsoft.com/office/drawing/2014/main" id="{CD6B80FE-702D-FDE7-76BA-AE4B7B0BCEF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0" name="TextBox 157">
                <a:extLst>
                  <a:ext uri="{FF2B5EF4-FFF2-40B4-BE49-F238E27FC236}">
                    <a16:creationId xmlns:a16="http://schemas.microsoft.com/office/drawing/2014/main" id="{0DA89E23-4E19-0764-9B52-BFF864E1327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71" name="AutoShape 158">
              <a:extLst>
                <a:ext uri="{FF2B5EF4-FFF2-40B4-BE49-F238E27FC236}">
                  <a16:creationId xmlns:a16="http://schemas.microsoft.com/office/drawing/2014/main" id="{C2D227ED-33FB-6317-8FF2-39A7CD69EFC2}"/>
                </a:ext>
              </a:extLst>
            </p:cNvPr>
            <p:cNvSpPr/>
            <p:nvPr/>
          </p:nvSpPr>
          <p:spPr>
            <a:xfrm flipH="1">
              <a:off x="3875172" y="5838484"/>
              <a:ext cx="0" cy="618532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72" name="Group 159">
              <a:extLst>
                <a:ext uri="{FF2B5EF4-FFF2-40B4-BE49-F238E27FC236}">
                  <a16:creationId xmlns:a16="http://schemas.microsoft.com/office/drawing/2014/main" id="{1ED32A60-AC24-4082-D742-965286E03F78}"/>
                </a:ext>
              </a:extLst>
            </p:cNvPr>
            <p:cNvGrpSpPr/>
            <p:nvPr/>
          </p:nvGrpSpPr>
          <p:grpSpPr>
            <a:xfrm>
              <a:off x="3596326" y="6382653"/>
              <a:ext cx="557692" cy="534140"/>
              <a:chOff x="0" y="0"/>
              <a:chExt cx="812800" cy="812800"/>
            </a:xfrm>
          </p:grpSpPr>
          <p:sp>
            <p:nvSpPr>
              <p:cNvPr id="273" name="Freeform 160">
                <a:extLst>
                  <a:ext uri="{FF2B5EF4-FFF2-40B4-BE49-F238E27FC236}">
                    <a16:creationId xmlns:a16="http://schemas.microsoft.com/office/drawing/2014/main" id="{CA78A657-E0A9-C4E4-1487-4B5ABF1D8BC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4" name="TextBox 161">
                <a:extLst>
                  <a:ext uri="{FF2B5EF4-FFF2-40B4-BE49-F238E27FC236}">
                    <a16:creationId xmlns:a16="http://schemas.microsoft.com/office/drawing/2014/main" id="{DAD2FDD0-6F1C-9698-F099-C577B8A45EF0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75" name="Group 162">
              <a:extLst>
                <a:ext uri="{FF2B5EF4-FFF2-40B4-BE49-F238E27FC236}">
                  <a16:creationId xmlns:a16="http://schemas.microsoft.com/office/drawing/2014/main" id="{F78D1AB4-7A52-129E-67E0-655638817EB7}"/>
                </a:ext>
              </a:extLst>
            </p:cNvPr>
            <p:cNvGrpSpPr/>
            <p:nvPr/>
          </p:nvGrpSpPr>
          <p:grpSpPr>
            <a:xfrm>
              <a:off x="3486175" y="7062847"/>
              <a:ext cx="777993" cy="176629"/>
              <a:chOff x="0" y="0"/>
              <a:chExt cx="773787" cy="183420"/>
            </a:xfrm>
          </p:grpSpPr>
          <p:sp>
            <p:nvSpPr>
              <p:cNvPr id="276" name="Freeform 163">
                <a:extLst>
                  <a:ext uri="{FF2B5EF4-FFF2-40B4-BE49-F238E27FC236}">
                    <a16:creationId xmlns:a16="http://schemas.microsoft.com/office/drawing/2014/main" id="{8702D78E-BC89-2C8A-0C76-CA36E2FB3A82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7" name="TextBox 164">
                <a:extLst>
                  <a:ext uri="{FF2B5EF4-FFF2-40B4-BE49-F238E27FC236}">
                    <a16:creationId xmlns:a16="http://schemas.microsoft.com/office/drawing/2014/main" id="{FF4F5C3D-A4DF-45D8-250B-44AE8FD5DBA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78" name="Group 165">
              <a:extLst>
                <a:ext uri="{FF2B5EF4-FFF2-40B4-BE49-F238E27FC236}">
                  <a16:creationId xmlns:a16="http://schemas.microsoft.com/office/drawing/2014/main" id="{7E60CD51-7E1D-F1B5-2E21-10BD7096EAD1}"/>
                </a:ext>
              </a:extLst>
            </p:cNvPr>
            <p:cNvGrpSpPr/>
            <p:nvPr/>
          </p:nvGrpSpPr>
          <p:grpSpPr>
            <a:xfrm>
              <a:off x="3628634" y="6413028"/>
              <a:ext cx="493075" cy="472251"/>
              <a:chOff x="0" y="0"/>
              <a:chExt cx="812800" cy="812800"/>
            </a:xfrm>
          </p:grpSpPr>
          <p:sp>
            <p:nvSpPr>
              <p:cNvPr id="279" name="Freeform 166">
                <a:extLst>
                  <a:ext uri="{FF2B5EF4-FFF2-40B4-BE49-F238E27FC236}">
                    <a16:creationId xmlns:a16="http://schemas.microsoft.com/office/drawing/2014/main" id="{64920A67-3AAB-7AF8-8923-E8C3DEE4224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5"/>
                <a:stretch>
                  <a:fillRect t="-3529" b="-3529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80" name="TextBox 167">
              <a:extLst>
                <a:ext uri="{FF2B5EF4-FFF2-40B4-BE49-F238E27FC236}">
                  <a16:creationId xmlns:a16="http://schemas.microsoft.com/office/drawing/2014/main" id="{69F6627F-2D6A-7710-43F2-826E17800D21}"/>
                </a:ext>
              </a:extLst>
            </p:cNvPr>
            <p:cNvSpPr txBox="1"/>
            <p:nvPr/>
          </p:nvSpPr>
          <p:spPr>
            <a:xfrm>
              <a:off x="4247206" y="6943368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Abner</a:t>
              </a:r>
            </a:p>
          </p:txBody>
        </p:sp>
        <p:grpSp>
          <p:nvGrpSpPr>
            <p:cNvPr id="281" name="Group 168">
              <a:extLst>
                <a:ext uri="{FF2B5EF4-FFF2-40B4-BE49-F238E27FC236}">
                  <a16:creationId xmlns:a16="http://schemas.microsoft.com/office/drawing/2014/main" id="{74899FCB-E755-0718-6A69-27B292D99606}"/>
                </a:ext>
              </a:extLst>
            </p:cNvPr>
            <p:cNvGrpSpPr/>
            <p:nvPr/>
          </p:nvGrpSpPr>
          <p:grpSpPr>
            <a:xfrm>
              <a:off x="5237029" y="6889615"/>
              <a:ext cx="817217" cy="176629"/>
              <a:chOff x="0" y="0"/>
              <a:chExt cx="812800" cy="183420"/>
            </a:xfrm>
          </p:grpSpPr>
          <p:sp>
            <p:nvSpPr>
              <p:cNvPr id="282" name="Freeform 169">
                <a:extLst>
                  <a:ext uri="{FF2B5EF4-FFF2-40B4-BE49-F238E27FC236}">
                    <a16:creationId xmlns:a16="http://schemas.microsoft.com/office/drawing/2014/main" id="{F3AE5EB6-4EBB-4E41-2EC5-1B20345F01B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3" name="TextBox 170">
                <a:extLst>
                  <a:ext uri="{FF2B5EF4-FFF2-40B4-BE49-F238E27FC236}">
                    <a16:creationId xmlns:a16="http://schemas.microsoft.com/office/drawing/2014/main" id="{AD251572-FC17-7554-3DED-83443817425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84" name="AutoShape 171">
              <a:extLst>
                <a:ext uri="{FF2B5EF4-FFF2-40B4-BE49-F238E27FC236}">
                  <a16:creationId xmlns:a16="http://schemas.microsoft.com/office/drawing/2014/main" id="{88A9A161-7EE7-3EA6-5E08-C29470F4136C}"/>
                </a:ext>
              </a:extLst>
            </p:cNvPr>
            <p:cNvSpPr/>
            <p:nvPr/>
          </p:nvSpPr>
          <p:spPr>
            <a:xfrm flipH="1">
              <a:off x="5645639" y="5838484"/>
              <a:ext cx="0" cy="618532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85" name="Group 172">
              <a:extLst>
                <a:ext uri="{FF2B5EF4-FFF2-40B4-BE49-F238E27FC236}">
                  <a16:creationId xmlns:a16="http://schemas.microsoft.com/office/drawing/2014/main" id="{A73E8183-78C6-B275-E9ED-4EF1A752CC45}"/>
                </a:ext>
              </a:extLst>
            </p:cNvPr>
            <p:cNvGrpSpPr/>
            <p:nvPr/>
          </p:nvGrpSpPr>
          <p:grpSpPr>
            <a:xfrm>
              <a:off x="5366793" y="6382653"/>
              <a:ext cx="557692" cy="534140"/>
              <a:chOff x="0" y="0"/>
              <a:chExt cx="812800" cy="812800"/>
            </a:xfrm>
          </p:grpSpPr>
          <p:sp>
            <p:nvSpPr>
              <p:cNvPr id="286" name="Freeform 173">
                <a:extLst>
                  <a:ext uri="{FF2B5EF4-FFF2-40B4-BE49-F238E27FC236}">
                    <a16:creationId xmlns:a16="http://schemas.microsoft.com/office/drawing/2014/main" id="{8738A52B-4AB8-571A-7D8A-BE773F158A8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7" name="TextBox 174">
                <a:extLst>
                  <a:ext uri="{FF2B5EF4-FFF2-40B4-BE49-F238E27FC236}">
                    <a16:creationId xmlns:a16="http://schemas.microsoft.com/office/drawing/2014/main" id="{8DA578BF-3446-E03B-ECCE-8EFCC459EED2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88" name="Group 175">
              <a:extLst>
                <a:ext uri="{FF2B5EF4-FFF2-40B4-BE49-F238E27FC236}">
                  <a16:creationId xmlns:a16="http://schemas.microsoft.com/office/drawing/2014/main" id="{46ECD4C9-66D0-C68D-71AE-482A06463CA9}"/>
                </a:ext>
              </a:extLst>
            </p:cNvPr>
            <p:cNvGrpSpPr/>
            <p:nvPr/>
          </p:nvGrpSpPr>
          <p:grpSpPr>
            <a:xfrm>
              <a:off x="5256642" y="7062847"/>
              <a:ext cx="777993" cy="176629"/>
              <a:chOff x="0" y="0"/>
              <a:chExt cx="773787" cy="183420"/>
            </a:xfrm>
          </p:grpSpPr>
          <p:sp>
            <p:nvSpPr>
              <p:cNvPr id="289" name="Freeform 176">
                <a:extLst>
                  <a:ext uri="{FF2B5EF4-FFF2-40B4-BE49-F238E27FC236}">
                    <a16:creationId xmlns:a16="http://schemas.microsoft.com/office/drawing/2014/main" id="{ECD4348E-CC8D-94F4-9169-BA4AAE2DEF6C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0" name="TextBox 177">
                <a:extLst>
                  <a:ext uri="{FF2B5EF4-FFF2-40B4-BE49-F238E27FC236}">
                    <a16:creationId xmlns:a16="http://schemas.microsoft.com/office/drawing/2014/main" id="{014A12AD-4CAD-D793-0E85-40888B86D8B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91" name="Group 178">
              <a:extLst>
                <a:ext uri="{FF2B5EF4-FFF2-40B4-BE49-F238E27FC236}">
                  <a16:creationId xmlns:a16="http://schemas.microsoft.com/office/drawing/2014/main" id="{658F55D9-4874-4150-4676-61108623131C}"/>
                </a:ext>
              </a:extLst>
            </p:cNvPr>
            <p:cNvGrpSpPr/>
            <p:nvPr/>
          </p:nvGrpSpPr>
          <p:grpSpPr>
            <a:xfrm>
              <a:off x="5399101" y="6413028"/>
              <a:ext cx="493075" cy="472251"/>
              <a:chOff x="0" y="0"/>
              <a:chExt cx="812800" cy="812800"/>
            </a:xfrm>
          </p:grpSpPr>
          <p:sp>
            <p:nvSpPr>
              <p:cNvPr id="292" name="Freeform 179">
                <a:extLst>
                  <a:ext uri="{FF2B5EF4-FFF2-40B4-BE49-F238E27FC236}">
                    <a16:creationId xmlns:a16="http://schemas.microsoft.com/office/drawing/2014/main" id="{0173953E-0D95-F178-4C7F-B93BFE62D28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 t="-1764" b="-1764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93" name="TextBox 180">
              <a:extLst>
                <a:ext uri="{FF2B5EF4-FFF2-40B4-BE49-F238E27FC236}">
                  <a16:creationId xmlns:a16="http://schemas.microsoft.com/office/drawing/2014/main" id="{4E7B0659-6D62-294A-4CDC-3F9395745EA5}"/>
                </a:ext>
              </a:extLst>
            </p:cNvPr>
            <p:cNvSpPr txBox="1"/>
            <p:nvPr/>
          </p:nvSpPr>
          <p:spPr>
            <a:xfrm>
              <a:off x="5161036" y="6943368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Hugo</a:t>
              </a:r>
            </a:p>
          </p:txBody>
        </p:sp>
        <p:grpSp>
          <p:nvGrpSpPr>
            <p:cNvPr id="294" name="Group 181">
              <a:extLst>
                <a:ext uri="{FF2B5EF4-FFF2-40B4-BE49-F238E27FC236}">
                  <a16:creationId xmlns:a16="http://schemas.microsoft.com/office/drawing/2014/main" id="{E02C826F-00DB-6A20-49AE-9C367827A860}"/>
                </a:ext>
              </a:extLst>
            </p:cNvPr>
            <p:cNvGrpSpPr/>
            <p:nvPr/>
          </p:nvGrpSpPr>
          <p:grpSpPr>
            <a:xfrm>
              <a:off x="6138879" y="6894943"/>
              <a:ext cx="817217" cy="176629"/>
              <a:chOff x="0" y="0"/>
              <a:chExt cx="812800" cy="183420"/>
            </a:xfrm>
          </p:grpSpPr>
          <p:sp>
            <p:nvSpPr>
              <p:cNvPr id="295" name="Freeform 182">
                <a:extLst>
                  <a:ext uri="{FF2B5EF4-FFF2-40B4-BE49-F238E27FC236}">
                    <a16:creationId xmlns:a16="http://schemas.microsoft.com/office/drawing/2014/main" id="{7C2853D3-C3BF-5EB9-D33D-F883EECDF84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6" name="TextBox 183">
                <a:extLst>
                  <a:ext uri="{FF2B5EF4-FFF2-40B4-BE49-F238E27FC236}">
                    <a16:creationId xmlns:a16="http://schemas.microsoft.com/office/drawing/2014/main" id="{49DD69A2-3FC1-9823-04C6-300D6B340D0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97" name="AutoShape 184">
              <a:extLst>
                <a:ext uri="{FF2B5EF4-FFF2-40B4-BE49-F238E27FC236}">
                  <a16:creationId xmlns:a16="http://schemas.microsoft.com/office/drawing/2014/main" id="{7322E53A-4910-8200-D936-9EC296EF0FA4}"/>
                </a:ext>
              </a:extLst>
            </p:cNvPr>
            <p:cNvSpPr/>
            <p:nvPr/>
          </p:nvSpPr>
          <p:spPr>
            <a:xfrm flipH="1">
              <a:off x="6547487" y="5843811"/>
              <a:ext cx="0" cy="618532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98" name="Group 185">
              <a:extLst>
                <a:ext uri="{FF2B5EF4-FFF2-40B4-BE49-F238E27FC236}">
                  <a16:creationId xmlns:a16="http://schemas.microsoft.com/office/drawing/2014/main" id="{C908B56E-F57B-805E-787E-9EE8C14823CF}"/>
                </a:ext>
              </a:extLst>
            </p:cNvPr>
            <p:cNvGrpSpPr/>
            <p:nvPr/>
          </p:nvGrpSpPr>
          <p:grpSpPr>
            <a:xfrm>
              <a:off x="6268642" y="6387980"/>
              <a:ext cx="557692" cy="534140"/>
              <a:chOff x="0" y="0"/>
              <a:chExt cx="812800" cy="812800"/>
            </a:xfrm>
          </p:grpSpPr>
          <p:sp>
            <p:nvSpPr>
              <p:cNvPr id="299" name="Freeform 186">
                <a:extLst>
                  <a:ext uri="{FF2B5EF4-FFF2-40B4-BE49-F238E27FC236}">
                    <a16:creationId xmlns:a16="http://schemas.microsoft.com/office/drawing/2014/main" id="{5198BFCF-4954-1A97-9106-10B54E0F3F5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0" name="TextBox 187">
                <a:extLst>
                  <a:ext uri="{FF2B5EF4-FFF2-40B4-BE49-F238E27FC236}">
                    <a16:creationId xmlns:a16="http://schemas.microsoft.com/office/drawing/2014/main" id="{5C363F07-F79B-6E34-3B0D-9D16B5306868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01" name="Group 188">
              <a:extLst>
                <a:ext uri="{FF2B5EF4-FFF2-40B4-BE49-F238E27FC236}">
                  <a16:creationId xmlns:a16="http://schemas.microsoft.com/office/drawing/2014/main" id="{06B64182-D7E7-DDF3-B591-7429702F9055}"/>
                </a:ext>
              </a:extLst>
            </p:cNvPr>
            <p:cNvGrpSpPr/>
            <p:nvPr/>
          </p:nvGrpSpPr>
          <p:grpSpPr>
            <a:xfrm>
              <a:off x="6158492" y="7068173"/>
              <a:ext cx="777993" cy="176629"/>
              <a:chOff x="0" y="0"/>
              <a:chExt cx="773787" cy="183420"/>
            </a:xfrm>
          </p:grpSpPr>
          <p:sp>
            <p:nvSpPr>
              <p:cNvPr id="302" name="Freeform 189">
                <a:extLst>
                  <a:ext uri="{FF2B5EF4-FFF2-40B4-BE49-F238E27FC236}">
                    <a16:creationId xmlns:a16="http://schemas.microsoft.com/office/drawing/2014/main" id="{E60F7A45-B1FF-40B8-654F-6BFF08FAC970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3" name="TextBox 190">
                <a:extLst>
                  <a:ext uri="{FF2B5EF4-FFF2-40B4-BE49-F238E27FC236}">
                    <a16:creationId xmlns:a16="http://schemas.microsoft.com/office/drawing/2014/main" id="{575C4576-1CB2-8968-74C7-B8E935B4979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04" name="Group 191">
              <a:extLst>
                <a:ext uri="{FF2B5EF4-FFF2-40B4-BE49-F238E27FC236}">
                  <a16:creationId xmlns:a16="http://schemas.microsoft.com/office/drawing/2014/main" id="{D53D1116-2E5A-4887-9D99-3FCC4A5EC8BD}"/>
                </a:ext>
              </a:extLst>
            </p:cNvPr>
            <p:cNvGrpSpPr/>
            <p:nvPr/>
          </p:nvGrpSpPr>
          <p:grpSpPr>
            <a:xfrm>
              <a:off x="6300950" y="6418355"/>
              <a:ext cx="493075" cy="472251"/>
              <a:chOff x="0" y="0"/>
              <a:chExt cx="812800" cy="812800"/>
            </a:xfrm>
          </p:grpSpPr>
          <p:sp>
            <p:nvSpPr>
              <p:cNvPr id="305" name="Freeform 192">
                <a:extLst>
                  <a:ext uri="{FF2B5EF4-FFF2-40B4-BE49-F238E27FC236}">
                    <a16:creationId xmlns:a16="http://schemas.microsoft.com/office/drawing/2014/main" id="{FDE272F8-EE33-CF66-C069-6DBABCCE5B9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7"/>
                <a:stretch>
                  <a:fillRect t="-2409" b="-2409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306" name="Group 193">
              <a:extLst>
                <a:ext uri="{FF2B5EF4-FFF2-40B4-BE49-F238E27FC236}">
                  <a16:creationId xmlns:a16="http://schemas.microsoft.com/office/drawing/2014/main" id="{7A5E1C6E-FF56-B0C4-9D1F-4120CE5D7CEA}"/>
                </a:ext>
              </a:extLst>
            </p:cNvPr>
            <p:cNvGrpSpPr/>
            <p:nvPr/>
          </p:nvGrpSpPr>
          <p:grpSpPr>
            <a:xfrm>
              <a:off x="7032091" y="6894943"/>
              <a:ext cx="817217" cy="176629"/>
              <a:chOff x="0" y="0"/>
              <a:chExt cx="812800" cy="183420"/>
            </a:xfrm>
          </p:grpSpPr>
          <p:sp>
            <p:nvSpPr>
              <p:cNvPr id="307" name="Freeform 194">
                <a:extLst>
                  <a:ext uri="{FF2B5EF4-FFF2-40B4-BE49-F238E27FC236}">
                    <a16:creationId xmlns:a16="http://schemas.microsoft.com/office/drawing/2014/main" id="{B9FAE3FA-7EF2-9966-747B-5B67270B1F8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8" name="TextBox 195">
                <a:extLst>
                  <a:ext uri="{FF2B5EF4-FFF2-40B4-BE49-F238E27FC236}">
                    <a16:creationId xmlns:a16="http://schemas.microsoft.com/office/drawing/2014/main" id="{DB3A3A1D-8BC4-115D-74E2-2F02B53C6FD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309" name="AutoShape 196">
              <a:extLst>
                <a:ext uri="{FF2B5EF4-FFF2-40B4-BE49-F238E27FC236}">
                  <a16:creationId xmlns:a16="http://schemas.microsoft.com/office/drawing/2014/main" id="{2E02DDE6-444B-3C11-0BD9-FF26C274235F}"/>
                </a:ext>
              </a:extLst>
            </p:cNvPr>
            <p:cNvSpPr/>
            <p:nvPr/>
          </p:nvSpPr>
          <p:spPr>
            <a:xfrm flipH="1">
              <a:off x="7440700" y="5843811"/>
              <a:ext cx="0" cy="618532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310" name="Group 197">
              <a:extLst>
                <a:ext uri="{FF2B5EF4-FFF2-40B4-BE49-F238E27FC236}">
                  <a16:creationId xmlns:a16="http://schemas.microsoft.com/office/drawing/2014/main" id="{D52DEC8A-7E22-BED9-1194-C9FF73FA5020}"/>
                </a:ext>
              </a:extLst>
            </p:cNvPr>
            <p:cNvGrpSpPr/>
            <p:nvPr/>
          </p:nvGrpSpPr>
          <p:grpSpPr>
            <a:xfrm>
              <a:off x="7161853" y="6387980"/>
              <a:ext cx="557692" cy="534140"/>
              <a:chOff x="0" y="0"/>
              <a:chExt cx="812800" cy="812800"/>
            </a:xfrm>
          </p:grpSpPr>
          <p:sp>
            <p:nvSpPr>
              <p:cNvPr id="311" name="Freeform 198">
                <a:extLst>
                  <a:ext uri="{FF2B5EF4-FFF2-40B4-BE49-F238E27FC236}">
                    <a16:creationId xmlns:a16="http://schemas.microsoft.com/office/drawing/2014/main" id="{2969359E-A8B8-043C-75EA-28AE1A2E8CA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2" name="TextBox 199">
                <a:extLst>
                  <a:ext uri="{FF2B5EF4-FFF2-40B4-BE49-F238E27FC236}">
                    <a16:creationId xmlns:a16="http://schemas.microsoft.com/office/drawing/2014/main" id="{11777DB5-5EB8-CFAE-742F-9B7C3559311D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13" name="Group 200">
              <a:extLst>
                <a:ext uri="{FF2B5EF4-FFF2-40B4-BE49-F238E27FC236}">
                  <a16:creationId xmlns:a16="http://schemas.microsoft.com/office/drawing/2014/main" id="{5809AF0D-B609-78C8-3EA1-599A965807CC}"/>
                </a:ext>
              </a:extLst>
            </p:cNvPr>
            <p:cNvGrpSpPr/>
            <p:nvPr/>
          </p:nvGrpSpPr>
          <p:grpSpPr>
            <a:xfrm>
              <a:off x="7051703" y="7068173"/>
              <a:ext cx="777993" cy="176629"/>
              <a:chOff x="0" y="0"/>
              <a:chExt cx="773787" cy="183420"/>
            </a:xfrm>
          </p:grpSpPr>
          <p:sp>
            <p:nvSpPr>
              <p:cNvPr id="314" name="Freeform 201">
                <a:extLst>
                  <a:ext uri="{FF2B5EF4-FFF2-40B4-BE49-F238E27FC236}">
                    <a16:creationId xmlns:a16="http://schemas.microsoft.com/office/drawing/2014/main" id="{A1412110-5CA7-FB8D-1A61-A36F3FA12BE5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5" name="TextBox 202">
                <a:extLst>
                  <a:ext uri="{FF2B5EF4-FFF2-40B4-BE49-F238E27FC236}">
                    <a16:creationId xmlns:a16="http://schemas.microsoft.com/office/drawing/2014/main" id="{0720ED36-5266-E22E-54B6-7826D8698AA8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16" name="Group 203">
              <a:extLst>
                <a:ext uri="{FF2B5EF4-FFF2-40B4-BE49-F238E27FC236}">
                  <a16:creationId xmlns:a16="http://schemas.microsoft.com/office/drawing/2014/main" id="{79AFDD0B-F7FD-F9C5-B762-9B5DFFE110D1}"/>
                </a:ext>
              </a:extLst>
            </p:cNvPr>
            <p:cNvGrpSpPr/>
            <p:nvPr/>
          </p:nvGrpSpPr>
          <p:grpSpPr>
            <a:xfrm>
              <a:off x="7194162" y="6418355"/>
              <a:ext cx="493075" cy="472251"/>
              <a:chOff x="0" y="0"/>
              <a:chExt cx="812800" cy="812800"/>
            </a:xfrm>
          </p:grpSpPr>
          <p:sp>
            <p:nvSpPr>
              <p:cNvPr id="317" name="Freeform 204">
                <a:extLst>
                  <a:ext uri="{FF2B5EF4-FFF2-40B4-BE49-F238E27FC236}">
                    <a16:creationId xmlns:a16="http://schemas.microsoft.com/office/drawing/2014/main" id="{A335AA3F-82BC-D80C-90CA-4EF90F55141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318" name="Group 205">
              <a:extLst>
                <a:ext uri="{FF2B5EF4-FFF2-40B4-BE49-F238E27FC236}">
                  <a16:creationId xmlns:a16="http://schemas.microsoft.com/office/drawing/2014/main" id="{0C49B8C0-39D6-CB32-2766-CC584D5DB699}"/>
                </a:ext>
              </a:extLst>
            </p:cNvPr>
            <p:cNvGrpSpPr/>
            <p:nvPr/>
          </p:nvGrpSpPr>
          <p:grpSpPr>
            <a:xfrm>
              <a:off x="7967925" y="7032684"/>
              <a:ext cx="817217" cy="176629"/>
              <a:chOff x="0" y="0"/>
              <a:chExt cx="812800" cy="183420"/>
            </a:xfrm>
          </p:grpSpPr>
          <p:sp>
            <p:nvSpPr>
              <p:cNvPr id="319" name="Freeform 206">
                <a:extLst>
                  <a:ext uri="{FF2B5EF4-FFF2-40B4-BE49-F238E27FC236}">
                    <a16:creationId xmlns:a16="http://schemas.microsoft.com/office/drawing/2014/main" id="{AC0C5747-2C9F-D0B5-CB0C-81324B99F8A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0" name="TextBox 207">
                <a:extLst>
                  <a:ext uri="{FF2B5EF4-FFF2-40B4-BE49-F238E27FC236}">
                    <a16:creationId xmlns:a16="http://schemas.microsoft.com/office/drawing/2014/main" id="{27DF5BD5-4ADB-69B0-004E-7078541121B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321" name="AutoShape 208">
              <a:extLst>
                <a:ext uri="{FF2B5EF4-FFF2-40B4-BE49-F238E27FC236}">
                  <a16:creationId xmlns:a16="http://schemas.microsoft.com/office/drawing/2014/main" id="{C5DFA86E-D773-B998-84F7-7010C4AB7FFA}"/>
                </a:ext>
              </a:extLst>
            </p:cNvPr>
            <p:cNvSpPr/>
            <p:nvPr/>
          </p:nvSpPr>
          <p:spPr>
            <a:xfrm flipH="1">
              <a:off x="8360092" y="5843811"/>
              <a:ext cx="5561" cy="672802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322" name="Group 209">
              <a:extLst>
                <a:ext uri="{FF2B5EF4-FFF2-40B4-BE49-F238E27FC236}">
                  <a16:creationId xmlns:a16="http://schemas.microsoft.com/office/drawing/2014/main" id="{17926FA1-0C4E-664A-6B2E-9FB93CF87D67}"/>
                </a:ext>
              </a:extLst>
            </p:cNvPr>
            <p:cNvGrpSpPr/>
            <p:nvPr/>
          </p:nvGrpSpPr>
          <p:grpSpPr>
            <a:xfrm>
              <a:off x="8097689" y="6525722"/>
              <a:ext cx="557692" cy="534140"/>
              <a:chOff x="0" y="0"/>
              <a:chExt cx="812800" cy="812800"/>
            </a:xfrm>
          </p:grpSpPr>
          <p:sp>
            <p:nvSpPr>
              <p:cNvPr id="323" name="Freeform 210">
                <a:extLst>
                  <a:ext uri="{FF2B5EF4-FFF2-40B4-BE49-F238E27FC236}">
                    <a16:creationId xmlns:a16="http://schemas.microsoft.com/office/drawing/2014/main" id="{BF119642-83AD-5BDE-8431-9D34876D74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4" name="TextBox 211">
                <a:extLst>
                  <a:ext uri="{FF2B5EF4-FFF2-40B4-BE49-F238E27FC236}">
                    <a16:creationId xmlns:a16="http://schemas.microsoft.com/office/drawing/2014/main" id="{AA42110F-CCD0-CA85-DDF4-FC785573A606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25" name="Group 212">
              <a:extLst>
                <a:ext uri="{FF2B5EF4-FFF2-40B4-BE49-F238E27FC236}">
                  <a16:creationId xmlns:a16="http://schemas.microsoft.com/office/drawing/2014/main" id="{95F887A3-96E9-6FC7-F066-56D57EB2A5B5}"/>
                </a:ext>
              </a:extLst>
            </p:cNvPr>
            <p:cNvGrpSpPr/>
            <p:nvPr/>
          </p:nvGrpSpPr>
          <p:grpSpPr>
            <a:xfrm>
              <a:off x="7987537" y="7205914"/>
              <a:ext cx="777993" cy="176629"/>
              <a:chOff x="0" y="0"/>
              <a:chExt cx="773787" cy="183420"/>
            </a:xfrm>
          </p:grpSpPr>
          <p:sp>
            <p:nvSpPr>
              <p:cNvPr id="326" name="Freeform 213">
                <a:extLst>
                  <a:ext uri="{FF2B5EF4-FFF2-40B4-BE49-F238E27FC236}">
                    <a16:creationId xmlns:a16="http://schemas.microsoft.com/office/drawing/2014/main" id="{1C6E5050-6079-C87F-6FA6-3656796D0BF2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7" name="TextBox 214">
                <a:extLst>
                  <a:ext uri="{FF2B5EF4-FFF2-40B4-BE49-F238E27FC236}">
                    <a16:creationId xmlns:a16="http://schemas.microsoft.com/office/drawing/2014/main" id="{4D569FD0-9151-F0A3-AB48-650EAC49944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28" name="Group 215">
              <a:extLst>
                <a:ext uri="{FF2B5EF4-FFF2-40B4-BE49-F238E27FC236}">
                  <a16:creationId xmlns:a16="http://schemas.microsoft.com/office/drawing/2014/main" id="{D69CDBCE-E833-9626-B17A-E4E7CE91DEA4}"/>
                </a:ext>
              </a:extLst>
            </p:cNvPr>
            <p:cNvGrpSpPr/>
            <p:nvPr/>
          </p:nvGrpSpPr>
          <p:grpSpPr>
            <a:xfrm>
              <a:off x="8129997" y="6556096"/>
              <a:ext cx="493075" cy="472251"/>
              <a:chOff x="0" y="0"/>
              <a:chExt cx="812800" cy="812800"/>
            </a:xfrm>
          </p:grpSpPr>
          <p:sp>
            <p:nvSpPr>
              <p:cNvPr id="329" name="Freeform 216">
                <a:extLst>
                  <a:ext uri="{FF2B5EF4-FFF2-40B4-BE49-F238E27FC236}">
                    <a16:creationId xmlns:a16="http://schemas.microsoft.com/office/drawing/2014/main" id="{8293AF7A-5855-4E81-6B50-5F1CD03D6EE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9"/>
                <a:stretch>
                  <a:fillRect l="-1176" r="-1176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30" name="TextBox 217">
              <a:extLst>
                <a:ext uri="{FF2B5EF4-FFF2-40B4-BE49-F238E27FC236}">
                  <a16:creationId xmlns:a16="http://schemas.microsoft.com/office/drawing/2014/main" id="{26B670A5-AFAB-7CC8-8E58-ED1CD3B7FDBA}"/>
                </a:ext>
              </a:extLst>
            </p:cNvPr>
            <p:cNvSpPr txBox="1"/>
            <p:nvPr/>
          </p:nvSpPr>
          <p:spPr>
            <a:xfrm>
              <a:off x="7855487" y="7192062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 dirty="0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Felipe</a:t>
              </a:r>
            </a:p>
          </p:txBody>
        </p:sp>
        <p:grpSp>
          <p:nvGrpSpPr>
            <p:cNvPr id="331" name="Group 218">
              <a:extLst>
                <a:ext uri="{FF2B5EF4-FFF2-40B4-BE49-F238E27FC236}">
                  <a16:creationId xmlns:a16="http://schemas.microsoft.com/office/drawing/2014/main" id="{CA84E2CA-C302-B44E-7C2C-2D19159373AC}"/>
                </a:ext>
              </a:extLst>
            </p:cNvPr>
            <p:cNvGrpSpPr/>
            <p:nvPr/>
          </p:nvGrpSpPr>
          <p:grpSpPr>
            <a:xfrm>
              <a:off x="8879019" y="7032684"/>
              <a:ext cx="817217" cy="176629"/>
              <a:chOff x="0" y="0"/>
              <a:chExt cx="812800" cy="183420"/>
            </a:xfrm>
          </p:grpSpPr>
          <p:sp>
            <p:nvSpPr>
              <p:cNvPr id="332" name="Freeform 219">
                <a:extLst>
                  <a:ext uri="{FF2B5EF4-FFF2-40B4-BE49-F238E27FC236}">
                    <a16:creationId xmlns:a16="http://schemas.microsoft.com/office/drawing/2014/main" id="{01EE62FB-9522-A304-4924-959A4C6AED4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3" name="TextBox 220">
                <a:extLst>
                  <a:ext uri="{FF2B5EF4-FFF2-40B4-BE49-F238E27FC236}">
                    <a16:creationId xmlns:a16="http://schemas.microsoft.com/office/drawing/2014/main" id="{1629AF98-602C-7692-959F-9F9DBA2A59F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35" name="Group 222">
              <a:extLst>
                <a:ext uri="{FF2B5EF4-FFF2-40B4-BE49-F238E27FC236}">
                  <a16:creationId xmlns:a16="http://schemas.microsoft.com/office/drawing/2014/main" id="{31FD9AA3-4952-C9BD-15F8-4F303A1B1BBC}"/>
                </a:ext>
              </a:extLst>
            </p:cNvPr>
            <p:cNvGrpSpPr/>
            <p:nvPr/>
          </p:nvGrpSpPr>
          <p:grpSpPr>
            <a:xfrm>
              <a:off x="9008783" y="6525722"/>
              <a:ext cx="557692" cy="534140"/>
              <a:chOff x="0" y="0"/>
              <a:chExt cx="812800" cy="812800"/>
            </a:xfrm>
          </p:grpSpPr>
          <p:sp>
            <p:nvSpPr>
              <p:cNvPr id="336" name="Freeform 223">
                <a:extLst>
                  <a:ext uri="{FF2B5EF4-FFF2-40B4-BE49-F238E27FC236}">
                    <a16:creationId xmlns:a16="http://schemas.microsoft.com/office/drawing/2014/main" id="{8B64A5DC-28A1-6D0F-017C-8539CEEC719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7" name="TextBox 224">
                <a:extLst>
                  <a:ext uri="{FF2B5EF4-FFF2-40B4-BE49-F238E27FC236}">
                    <a16:creationId xmlns:a16="http://schemas.microsoft.com/office/drawing/2014/main" id="{D7A93693-3653-05E5-B0DF-8218FB9EDEFD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38" name="Group 225">
              <a:extLst>
                <a:ext uri="{FF2B5EF4-FFF2-40B4-BE49-F238E27FC236}">
                  <a16:creationId xmlns:a16="http://schemas.microsoft.com/office/drawing/2014/main" id="{9DC29FD4-328A-2B6F-FCCF-62F93859442C}"/>
                </a:ext>
              </a:extLst>
            </p:cNvPr>
            <p:cNvGrpSpPr/>
            <p:nvPr/>
          </p:nvGrpSpPr>
          <p:grpSpPr>
            <a:xfrm>
              <a:off x="8898632" y="7205914"/>
              <a:ext cx="777993" cy="176629"/>
              <a:chOff x="0" y="0"/>
              <a:chExt cx="773787" cy="183420"/>
            </a:xfrm>
          </p:grpSpPr>
          <p:sp>
            <p:nvSpPr>
              <p:cNvPr id="339" name="Freeform 226">
                <a:extLst>
                  <a:ext uri="{FF2B5EF4-FFF2-40B4-BE49-F238E27FC236}">
                    <a16:creationId xmlns:a16="http://schemas.microsoft.com/office/drawing/2014/main" id="{3E72044F-01EC-8169-CDEC-65E9DA7D4100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0" name="TextBox 227">
                <a:extLst>
                  <a:ext uri="{FF2B5EF4-FFF2-40B4-BE49-F238E27FC236}">
                    <a16:creationId xmlns:a16="http://schemas.microsoft.com/office/drawing/2014/main" id="{213D6C9B-D964-75AB-6A7B-40D0745846A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41" name="Group 228">
              <a:extLst>
                <a:ext uri="{FF2B5EF4-FFF2-40B4-BE49-F238E27FC236}">
                  <a16:creationId xmlns:a16="http://schemas.microsoft.com/office/drawing/2014/main" id="{74CBB8E1-5EEE-F2C2-4F3E-8FC16AF34F30}"/>
                </a:ext>
              </a:extLst>
            </p:cNvPr>
            <p:cNvGrpSpPr/>
            <p:nvPr/>
          </p:nvGrpSpPr>
          <p:grpSpPr>
            <a:xfrm>
              <a:off x="9041091" y="6556096"/>
              <a:ext cx="493075" cy="472251"/>
              <a:chOff x="0" y="0"/>
              <a:chExt cx="812800" cy="812800"/>
            </a:xfrm>
          </p:grpSpPr>
          <p:sp>
            <p:nvSpPr>
              <p:cNvPr id="342" name="Freeform 229">
                <a:extLst>
                  <a:ext uri="{FF2B5EF4-FFF2-40B4-BE49-F238E27FC236}">
                    <a16:creationId xmlns:a16="http://schemas.microsoft.com/office/drawing/2014/main" id="{4A337A3F-D915-5CDB-BAC1-624279478B4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0"/>
                <a:stretch>
                  <a:fillRect t="-1162" b="-1162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43" name="TextBox 230">
              <a:extLst>
                <a:ext uri="{FF2B5EF4-FFF2-40B4-BE49-F238E27FC236}">
                  <a16:creationId xmlns:a16="http://schemas.microsoft.com/office/drawing/2014/main" id="{70A12583-6143-0155-2B17-8F82C6E3DF39}"/>
                </a:ext>
              </a:extLst>
            </p:cNvPr>
            <p:cNvSpPr txBox="1"/>
            <p:nvPr/>
          </p:nvSpPr>
          <p:spPr>
            <a:xfrm>
              <a:off x="8777464" y="7087955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Fábio</a:t>
              </a:r>
            </a:p>
          </p:txBody>
        </p:sp>
        <p:grpSp>
          <p:nvGrpSpPr>
            <p:cNvPr id="344" name="Group 231">
              <a:extLst>
                <a:ext uri="{FF2B5EF4-FFF2-40B4-BE49-F238E27FC236}">
                  <a16:creationId xmlns:a16="http://schemas.microsoft.com/office/drawing/2014/main" id="{D9E163E3-5717-B628-ED7C-3DB6662AEE7F}"/>
                </a:ext>
              </a:extLst>
            </p:cNvPr>
            <p:cNvGrpSpPr/>
            <p:nvPr/>
          </p:nvGrpSpPr>
          <p:grpSpPr>
            <a:xfrm>
              <a:off x="9781969" y="7136791"/>
              <a:ext cx="817217" cy="176629"/>
              <a:chOff x="0" y="0"/>
              <a:chExt cx="812800" cy="183420"/>
            </a:xfrm>
          </p:grpSpPr>
          <p:sp>
            <p:nvSpPr>
              <p:cNvPr id="345" name="Freeform 232">
                <a:extLst>
                  <a:ext uri="{FF2B5EF4-FFF2-40B4-BE49-F238E27FC236}">
                    <a16:creationId xmlns:a16="http://schemas.microsoft.com/office/drawing/2014/main" id="{DF3C813F-9015-C239-61C7-511C509C667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6" name="TextBox 233">
                <a:extLst>
                  <a:ext uri="{FF2B5EF4-FFF2-40B4-BE49-F238E27FC236}">
                    <a16:creationId xmlns:a16="http://schemas.microsoft.com/office/drawing/2014/main" id="{1DD1BAFF-3FA4-0355-CD0C-613F7470E68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347" name="AutoShape 234">
              <a:extLst>
                <a:ext uri="{FF2B5EF4-FFF2-40B4-BE49-F238E27FC236}">
                  <a16:creationId xmlns:a16="http://schemas.microsoft.com/office/drawing/2014/main" id="{270DEC5D-6894-A6BD-2802-BA5AE0246D91}"/>
                </a:ext>
              </a:extLst>
            </p:cNvPr>
            <p:cNvSpPr/>
            <p:nvPr/>
          </p:nvSpPr>
          <p:spPr>
            <a:xfrm>
              <a:off x="10190578" y="5843811"/>
              <a:ext cx="0" cy="860380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348" name="Group 235">
              <a:extLst>
                <a:ext uri="{FF2B5EF4-FFF2-40B4-BE49-F238E27FC236}">
                  <a16:creationId xmlns:a16="http://schemas.microsoft.com/office/drawing/2014/main" id="{DFD9E23D-EB44-6A7B-5B10-B61A142FE600}"/>
                </a:ext>
              </a:extLst>
            </p:cNvPr>
            <p:cNvGrpSpPr/>
            <p:nvPr/>
          </p:nvGrpSpPr>
          <p:grpSpPr>
            <a:xfrm>
              <a:off x="9911731" y="6629829"/>
              <a:ext cx="557692" cy="534140"/>
              <a:chOff x="0" y="0"/>
              <a:chExt cx="812800" cy="812800"/>
            </a:xfrm>
          </p:grpSpPr>
          <p:sp>
            <p:nvSpPr>
              <p:cNvPr id="349" name="Freeform 236">
                <a:extLst>
                  <a:ext uri="{FF2B5EF4-FFF2-40B4-BE49-F238E27FC236}">
                    <a16:creationId xmlns:a16="http://schemas.microsoft.com/office/drawing/2014/main" id="{435208CC-1CFB-D07D-E737-4ECA24F04EE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0" name="TextBox 237">
                <a:extLst>
                  <a:ext uri="{FF2B5EF4-FFF2-40B4-BE49-F238E27FC236}">
                    <a16:creationId xmlns:a16="http://schemas.microsoft.com/office/drawing/2014/main" id="{B9E88FD5-A632-C280-F59D-C51D49B8D6BE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51" name="Group 238">
              <a:extLst>
                <a:ext uri="{FF2B5EF4-FFF2-40B4-BE49-F238E27FC236}">
                  <a16:creationId xmlns:a16="http://schemas.microsoft.com/office/drawing/2014/main" id="{F89E2C91-4215-E331-8F7B-111AF195C4FE}"/>
                </a:ext>
              </a:extLst>
            </p:cNvPr>
            <p:cNvGrpSpPr/>
            <p:nvPr/>
          </p:nvGrpSpPr>
          <p:grpSpPr>
            <a:xfrm>
              <a:off x="9801582" y="7310021"/>
              <a:ext cx="777993" cy="176629"/>
              <a:chOff x="0" y="0"/>
              <a:chExt cx="773787" cy="183420"/>
            </a:xfrm>
          </p:grpSpPr>
          <p:sp>
            <p:nvSpPr>
              <p:cNvPr id="352" name="Freeform 239">
                <a:extLst>
                  <a:ext uri="{FF2B5EF4-FFF2-40B4-BE49-F238E27FC236}">
                    <a16:creationId xmlns:a16="http://schemas.microsoft.com/office/drawing/2014/main" id="{E84C84C0-CA05-1D94-8B4D-D5F70FE5EA64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3" name="TextBox 240">
                <a:extLst>
                  <a:ext uri="{FF2B5EF4-FFF2-40B4-BE49-F238E27FC236}">
                    <a16:creationId xmlns:a16="http://schemas.microsoft.com/office/drawing/2014/main" id="{C81F390B-5D3D-BB19-9794-786A5413655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54" name="Group 241">
              <a:extLst>
                <a:ext uri="{FF2B5EF4-FFF2-40B4-BE49-F238E27FC236}">
                  <a16:creationId xmlns:a16="http://schemas.microsoft.com/office/drawing/2014/main" id="{DEB8922B-4900-E44A-EFEA-B42BD3166823}"/>
                </a:ext>
              </a:extLst>
            </p:cNvPr>
            <p:cNvGrpSpPr/>
            <p:nvPr/>
          </p:nvGrpSpPr>
          <p:grpSpPr>
            <a:xfrm>
              <a:off x="9944040" y="6660203"/>
              <a:ext cx="493075" cy="472251"/>
              <a:chOff x="0" y="0"/>
              <a:chExt cx="812800" cy="812800"/>
            </a:xfrm>
          </p:grpSpPr>
          <p:sp>
            <p:nvSpPr>
              <p:cNvPr id="355" name="Freeform 242">
                <a:extLst>
                  <a:ext uri="{FF2B5EF4-FFF2-40B4-BE49-F238E27FC236}">
                    <a16:creationId xmlns:a16="http://schemas.microsoft.com/office/drawing/2014/main" id="{E9654857-BCD1-D42F-EDB8-F34155FCE61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1"/>
                <a:stretch>
                  <a:fillRect t="-3048" b="-3048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56" name="TextBox 243">
              <a:extLst>
                <a:ext uri="{FF2B5EF4-FFF2-40B4-BE49-F238E27FC236}">
                  <a16:creationId xmlns:a16="http://schemas.microsoft.com/office/drawing/2014/main" id="{5DEAB3E5-4868-AAC5-B4E8-D1C5BBFAB837}"/>
                </a:ext>
              </a:extLst>
            </p:cNvPr>
            <p:cNvSpPr txBox="1"/>
            <p:nvPr/>
          </p:nvSpPr>
          <p:spPr>
            <a:xfrm>
              <a:off x="9680412" y="7192062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Vitor José</a:t>
              </a:r>
            </a:p>
          </p:txBody>
        </p:sp>
        <p:grpSp>
          <p:nvGrpSpPr>
            <p:cNvPr id="357" name="Group 244">
              <a:extLst>
                <a:ext uri="{FF2B5EF4-FFF2-40B4-BE49-F238E27FC236}">
                  <a16:creationId xmlns:a16="http://schemas.microsoft.com/office/drawing/2014/main" id="{32A86405-6859-A34A-D3AB-7E861DBD7EC6}"/>
                </a:ext>
              </a:extLst>
            </p:cNvPr>
            <p:cNvGrpSpPr/>
            <p:nvPr/>
          </p:nvGrpSpPr>
          <p:grpSpPr>
            <a:xfrm>
              <a:off x="10693063" y="7136791"/>
              <a:ext cx="817217" cy="176629"/>
              <a:chOff x="0" y="0"/>
              <a:chExt cx="812800" cy="183420"/>
            </a:xfrm>
          </p:grpSpPr>
          <p:sp>
            <p:nvSpPr>
              <p:cNvPr id="358" name="Freeform 245">
                <a:extLst>
                  <a:ext uri="{FF2B5EF4-FFF2-40B4-BE49-F238E27FC236}">
                    <a16:creationId xmlns:a16="http://schemas.microsoft.com/office/drawing/2014/main" id="{FF220738-B9FE-4ECD-02B0-A8F74017DBF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9" name="TextBox 246">
                <a:extLst>
                  <a:ext uri="{FF2B5EF4-FFF2-40B4-BE49-F238E27FC236}">
                    <a16:creationId xmlns:a16="http://schemas.microsoft.com/office/drawing/2014/main" id="{92789BA2-02A2-553A-3C24-E4582D461E78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360" name="AutoShape 247">
              <a:extLst>
                <a:ext uri="{FF2B5EF4-FFF2-40B4-BE49-F238E27FC236}">
                  <a16:creationId xmlns:a16="http://schemas.microsoft.com/office/drawing/2014/main" id="{29EE0946-8D96-D3B8-FD2B-E07CE6DAE524}"/>
                </a:ext>
              </a:extLst>
            </p:cNvPr>
            <p:cNvSpPr/>
            <p:nvPr/>
          </p:nvSpPr>
          <p:spPr>
            <a:xfrm>
              <a:off x="11101673" y="5843811"/>
              <a:ext cx="0" cy="860380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361" name="Group 248">
              <a:extLst>
                <a:ext uri="{FF2B5EF4-FFF2-40B4-BE49-F238E27FC236}">
                  <a16:creationId xmlns:a16="http://schemas.microsoft.com/office/drawing/2014/main" id="{DC1282F6-ED7A-5FE2-AED4-80FFB5BA6742}"/>
                </a:ext>
              </a:extLst>
            </p:cNvPr>
            <p:cNvGrpSpPr/>
            <p:nvPr/>
          </p:nvGrpSpPr>
          <p:grpSpPr>
            <a:xfrm>
              <a:off x="10822826" y="6629829"/>
              <a:ext cx="557692" cy="534140"/>
              <a:chOff x="0" y="0"/>
              <a:chExt cx="812800" cy="812800"/>
            </a:xfrm>
          </p:grpSpPr>
          <p:sp>
            <p:nvSpPr>
              <p:cNvPr id="362" name="Freeform 249">
                <a:extLst>
                  <a:ext uri="{FF2B5EF4-FFF2-40B4-BE49-F238E27FC236}">
                    <a16:creationId xmlns:a16="http://schemas.microsoft.com/office/drawing/2014/main" id="{B41DAAF3-45F3-ED9E-2D5B-69BD34C1900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3" name="TextBox 250">
                <a:extLst>
                  <a:ext uri="{FF2B5EF4-FFF2-40B4-BE49-F238E27FC236}">
                    <a16:creationId xmlns:a16="http://schemas.microsoft.com/office/drawing/2014/main" id="{AF9DB3FC-7EBE-A0CD-8B2C-192D41BBEA5A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64" name="Group 251">
              <a:extLst>
                <a:ext uri="{FF2B5EF4-FFF2-40B4-BE49-F238E27FC236}">
                  <a16:creationId xmlns:a16="http://schemas.microsoft.com/office/drawing/2014/main" id="{CB1CD441-3C8C-D3A2-0C9D-6F5902CCEB8E}"/>
                </a:ext>
              </a:extLst>
            </p:cNvPr>
            <p:cNvGrpSpPr/>
            <p:nvPr/>
          </p:nvGrpSpPr>
          <p:grpSpPr>
            <a:xfrm>
              <a:off x="10712676" y="7310021"/>
              <a:ext cx="777993" cy="176629"/>
              <a:chOff x="0" y="0"/>
              <a:chExt cx="773787" cy="183420"/>
            </a:xfrm>
          </p:grpSpPr>
          <p:sp>
            <p:nvSpPr>
              <p:cNvPr id="365" name="Freeform 252">
                <a:extLst>
                  <a:ext uri="{FF2B5EF4-FFF2-40B4-BE49-F238E27FC236}">
                    <a16:creationId xmlns:a16="http://schemas.microsoft.com/office/drawing/2014/main" id="{B36671B5-788E-1199-1A9F-F1F643C3ADAF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6" name="TextBox 253">
                <a:extLst>
                  <a:ext uri="{FF2B5EF4-FFF2-40B4-BE49-F238E27FC236}">
                    <a16:creationId xmlns:a16="http://schemas.microsoft.com/office/drawing/2014/main" id="{B8E334B0-87B8-92BA-960B-71B76D3BDB1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67" name="Group 254">
              <a:extLst>
                <a:ext uri="{FF2B5EF4-FFF2-40B4-BE49-F238E27FC236}">
                  <a16:creationId xmlns:a16="http://schemas.microsoft.com/office/drawing/2014/main" id="{3235923A-7D57-6386-6EB4-C43A347129CE}"/>
                </a:ext>
              </a:extLst>
            </p:cNvPr>
            <p:cNvGrpSpPr/>
            <p:nvPr/>
          </p:nvGrpSpPr>
          <p:grpSpPr>
            <a:xfrm>
              <a:off x="10855135" y="6660203"/>
              <a:ext cx="493075" cy="472251"/>
              <a:chOff x="0" y="0"/>
              <a:chExt cx="812800" cy="812800"/>
            </a:xfrm>
          </p:grpSpPr>
          <p:sp>
            <p:nvSpPr>
              <p:cNvPr id="368" name="Freeform 255">
                <a:extLst>
                  <a:ext uri="{FF2B5EF4-FFF2-40B4-BE49-F238E27FC236}">
                    <a16:creationId xmlns:a16="http://schemas.microsoft.com/office/drawing/2014/main" id="{2C0C93E7-904A-00DB-1056-1F102E70B82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2"/>
                <a:stretch>
                  <a:fillRect t="-2439" b="-2439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69" name="TextBox 256">
              <a:extLst>
                <a:ext uri="{FF2B5EF4-FFF2-40B4-BE49-F238E27FC236}">
                  <a16:creationId xmlns:a16="http://schemas.microsoft.com/office/drawing/2014/main" id="{B3001DC7-CC3A-CCBC-361B-535E55439735}"/>
                </a:ext>
              </a:extLst>
            </p:cNvPr>
            <p:cNvSpPr txBox="1"/>
            <p:nvPr/>
          </p:nvSpPr>
          <p:spPr>
            <a:xfrm>
              <a:off x="10591506" y="7192062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José Aurilho</a:t>
              </a:r>
            </a:p>
          </p:txBody>
        </p:sp>
        <p:grpSp>
          <p:nvGrpSpPr>
            <p:cNvPr id="370" name="Group 257">
              <a:extLst>
                <a:ext uri="{FF2B5EF4-FFF2-40B4-BE49-F238E27FC236}">
                  <a16:creationId xmlns:a16="http://schemas.microsoft.com/office/drawing/2014/main" id="{EB558718-3951-299C-F832-E8847A2F46A3}"/>
                </a:ext>
              </a:extLst>
            </p:cNvPr>
            <p:cNvGrpSpPr/>
            <p:nvPr/>
          </p:nvGrpSpPr>
          <p:grpSpPr>
            <a:xfrm>
              <a:off x="11606893" y="7136791"/>
              <a:ext cx="817217" cy="176629"/>
              <a:chOff x="0" y="0"/>
              <a:chExt cx="812800" cy="183420"/>
            </a:xfrm>
          </p:grpSpPr>
          <p:sp>
            <p:nvSpPr>
              <p:cNvPr id="371" name="Freeform 258">
                <a:extLst>
                  <a:ext uri="{FF2B5EF4-FFF2-40B4-BE49-F238E27FC236}">
                    <a16:creationId xmlns:a16="http://schemas.microsoft.com/office/drawing/2014/main" id="{B113A31E-203E-1D11-E9DD-9F976FF097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2" name="TextBox 259">
                <a:extLst>
                  <a:ext uri="{FF2B5EF4-FFF2-40B4-BE49-F238E27FC236}">
                    <a16:creationId xmlns:a16="http://schemas.microsoft.com/office/drawing/2014/main" id="{CF1385A7-5834-F59B-3207-B7075C91B8B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373" name="AutoShape 260">
              <a:extLst>
                <a:ext uri="{FF2B5EF4-FFF2-40B4-BE49-F238E27FC236}">
                  <a16:creationId xmlns:a16="http://schemas.microsoft.com/office/drawing/2014/main" id="{66E71743-9474-5714-6A25-1DABDD6B49DC}"/>
                </a:ext>
              </a:extLst>
            </p:cNvPr>
            <p:cNvSpPr/>
            <p:nvPr/>
          </p:nvSpPr>
          <p:spPr>
            <a:xfrm>
              <a:off x="12015502" y="5843811"/>
              <a:ext cx="0" cy="860380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374" name="Group 261">
              <a:extLst>
                <a:ext uri="{FF2B5EF4-FFF2-40B4-BE49-F238E27FC236}">
                  <a16:creationId xmlns:a16="http://schemas.microsoft.com/office/drawing/2014/main" id="{0992F22A-CF7B-9D94-E68E-315FEFECB0CC}"/>
                </a:ext>
              </a:extLst>
            </p:cNvPr>
            <p:cNvGrpSpPr/>
            <p:nvPr/>
          </p:nvGrpSpPr>
          <p:grpSpPr>
            <a:xfrm>
              <a:off x="11736657" y="6629829"/>
              <a:ext cx="557692" cy="534140"/>
              <a:chOff x="0" y="0"/>
              <a:chExt cx="812800" cy="812800"/>
            </a:xfrm>
          </p:grpSpPr>
          <p:sp>
            <p:nvSpPr>
              <p:cNvPr id="375" name="Freeform 262">
                <a:extLst>
                  <a:ext uri="{FF2B5EF4-FFF2-40B4-BE49-F238E27FC236}">
                    <a16:creationId xmlns:a16="http://schemas.microsoft.com/office/drawing/2014/main" id="{A14BDAEF-67FC-D97D-5F5D-AE86C670C26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6" name="TextBox 263">
                <a:extLst>
                  <a:ext uri="{FF2B5EF4-FFF2-40B4-BE49-F238E27FC236}">
                    <a16:creationId xmlns:a16="http://schemas.microsoft.com/office/drawing/2014/main" id="{78AFF1D1-D3B9-6F7E-BA0B-2629B49C6ADF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77" name="Group 264">
              <a:extLst>
                <a:ext uri="{FF2B5EF4-FFF2-40B4-BE49-F238E27FC236}">
                  <a16:creationId xmlns:a16="http://schemas.microsoft.com/office/drawing/2014/main" id="{F9511FF1-E2AF-0965-FF40-C91813FD675B}"/>
                </a:ext>
              </a:extLst>
            </p:cNvPr>
            <p:cNvGrpSpPr/>
            <p:nvPr/>
          </p:nvGrpSpPr>
          <p:grpSpPr>
            <a:xfrm>
              <a:off x="11626506" y="7310021"/>
              <a:ext cx="777993" cy="176629"/>
              <a:chOff x="0" y="0"/>
              <a:chExt cx="773787" cy="183420"/>
            </a:xfrm>
          </p:grpSpPr>
          <p:sp>
            <p:nvSpPr>
              <p:cNvPr id="378" name="Freeform 265">
                <a:extLst>
                  <a:ext uri="{FF2B5EF4-FFF2-40B4-BE49-F238E27FC236}">
                    <a16:creationId xmlns:a16="http://schemas.microsoft.com/office/drawing/2014/main" id="{ECC0A02A-0699-BB08-4E71-CBADEB096423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9" name="TextBox 266">
                <a:extLst>
                  <a:ext uri="{FF2B5EF4-FFF2-40B4-BE49-F238E27FC236}">
                    <a16:creationId xmlns:a16="http://schemas.microsoft.com/office/drawing/2014/main" id="{E7550EC2-96B2-9DA9-B615-1F69FF4CFF1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80" name="Group 267">
              <a:extLst>
                <a:ext uri="{FF2B5EF4-FFF2-40B4-BE49-F238E27FC236}">
                  <a16:creationId xmlns:a16="http://schemas.microsoft.com/office/drawing/2014/main" id="{E97623E0-5E6D-77E2-F080-829F3FA0CC95}"/>
                </a:ext>
              </a:extLst>
            </p:cNvPr>
            <p:cNvGrpSpPr/>
            <p:nvPr/>
          </p:nvGrpSpPr>
          <p:grpSpPr>
            <a:xfrm>
              <a:off x="11768965" y="6660203"/>
              <a:ext cx="493075" cy="472251"/>
              <a:chOff x="0" y="0"/>
              <a:chExt cx="812800" cy="812800"/>
            </a:xfrm>
          </p:grpSpPr>
          <p:sp>
            <p:nvSpPr>
              <p:cNvPr id="381" name="Freeform 268">
                <a:extLst>
                  <a:ext uri="{FF2B5EF4-FFF2-40B4-BE49-F238E27FC236}">
                    <a16:creationId xmlns:a16="http://schemas.microsoft.com/office/drawing/2014/main" id="{40FE94AF-BFFD-CFE8-4395-46D65B82023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3"/>
                <a:stretch>
                  <a:fillRect t="-3086" b="-3086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82" name="TextBox 269">
              <a:extLst>
                <a:ext uri="{FF2B5EF4-FFF2-40B4-BE49-F238E27FC236}">
                  <a16:creationId xmlns:a16="http://schemas.microsoft.com/office/drawing/2014/main" id="{57EF5458-BD12-3B4B-881B-7F7AFD61DEEE}"/>
                </a:ext>
              </a:extLst>
            </p:cNvPr>
            <p:cNvSpPr txBox="1"/>
            <p:nvPr/>
          </p:nvSpPr>
          <p:spPr>
            <a:xfrm>
              <a:off x="11505337" y="7192062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Samuel</a:t>
              </a:r>
            </a:p>
          </p:txBody>
        </p:sp>
        <p:grpSp>
          <p:nvGrpSpPr>
            <p:cNvPr id="383" name="Group 270">
              <a:extLst>
                <a:ext uri="{FF2B5EF4-FFF2-40B4-BE49-F238E27FC236}">
                  <a16:creationId xmlns:a16="http://schemas.microsoft.com/office/drawing/2014/main" id="{1B8E4F73-23E8-E24F-B392-9DF20E26A195}"/>
                </a:ext>
              </a:extLst>
            </p:cNvPr>
            <p:cNvGrpSpPr/>
            <p:nvPr/>
          </p:nvGrpSpPr>
          <p:grpSpPr>
            <a:xfrm>
              <a:off x="12517989" y="7136791"/>
              <a:ext cx="817217" cy="176629"/>
              <a:chOff x="0" y="0"/>
              <a:chExt cx="812800" cy="183420"/>
            </a:xfrm>
          </p:grpSpPr>
          <p:sp>
            <p:nvSpPr>
              <p:cNvPr id="384" name="Freeform 271">
                <a:extLst>
                  <a:ext uri="{FF2B5EF4-FFF2-40B4-BE49-F238E27FC236}">
                    <a16:creationId xmlns:a16="http://schemas.microsoft.com/office/drawing/2014/main" id="{D98991C6-8197-E339-0A2A-9A5FCCA8C40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8342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F9F9F9"/>
              </a:solidFill>
              <a:ln w="19050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5" name="TextBox 272">
                <a:extLst>
                  <a:ext uri="{FF2B5EF4-FFF2-40B4-BE49-F238E27FC236}">
                    <a16:creationId xmlns:a16="http://schemas.microsoft.com/office/drawing/2014/main" id="{2AA3B627-B6BB-8CC1-BF8B-8D64EBFFABE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386" name="AutoShape 273">
              <a:extLst>
                <a:ext uri="{FF2B5EF4-FFF2-40B4-BE49-F238E27FC236}">
                  <a16:creationId xmlns:a16="http://schemas.microsoft.com/office/drawing/2014/main" id="{605FC66F-1204-7280-D280-929D9B431D9D}"/>
                </a:ext>
              </a:extLst>
            </p:cNvPr>
            <p:cNvSpPr/>
            <p:nvPr/>
          </p:nvSpPr>
          <p:spPr>
            <a:xfrm>
              <a:off x="12926597" y="5843811"/>
              <a:ext cx="0" cy="860380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387" name="Group 274">
              <a:extLst>
                <a:ext uri="{FF2B5EF4-FFF2-40B4-BE49-F238E27FC236}">
                  <a16:creationId xmlns:a16="http://schemas.microsoft.com/office/drawing/2014/main" id="{B182F32A-B734-6D19-E521-E029E6BD75DD}"/>
                </a:ext>
              </a:extLst>
            </p:cNvPr>
            <p:cNvGrpSpPr/>
            <p:nvPr/>
          </p:nvGrpSpPr>
          <p:grpSpPr>
            <a:xfrm>
              <a:off x="12647751" y="6629829"/>
              <a:ext cx="557692" cy="534140"/>
              <a:chOff x="0" y="0"/>
              <a:chExt cx="812800" cy="812800"/>
            </a:xfrm>
          </p:grpSpPr>
          <p:sp>
            <p:nvSpPr>
              <p:cNvPr id="388" name="Freeform 275">
                <a:extLst>
                  <a:ext uri="{FF2B5EF4-FFF2-40B4-BE49-F238E27FC236}">
                    <a16:creationId xmlns:a16="http://schemas.microsoft.com/office/drawing/2014/main" id="{A274D759-E8F0-3497-B1A4-63081AF4202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F9F9"/>
              </a:solidFill>
              <a:ln w="28575" cap="sq">
                <a:solidFill>
                  <a:srgbClr val="7D0C0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9" name="TextBox 276">
                <a:extLst>
                  <a:ext uri="{FF2B5EF4-FFF2-40B4-BE49-F238E27FC236}">
                    <a16:creationId xmlns:a16="http://schemas.microsoft.com/office/drawing/2014/main" id="{4F21EA94-2C9F-F354-3AF7-129BD23B1D4A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90" name="Group 277">
              <a:extLst>
                <a:ext uri="{FF2B5EF4-FFF2-40B4-BE49-F238E27FC236}">
                  <a16:creationId xmlns:a16="http://schemas.microsoft.com/office/drawing/2014/main" id="{F460F7C1-9781-0EDA-509D-A2DED4FC2248}"/>
                </a:ext>
              </a:extLst>
            </p:cNvPr>
            <p:cNvGrpSpPr/>
            <p:nvPr/>
          </p:nvGrpSpPr>
          <p:grpSpPr>
            <a:xfrm>
              <a:off x="12537600" y="7310021"/>
              <a:ext cx="777993" cy="176629"/>
              <a:chOff x="0" y="0"/>
              <a:chExt cx="773787" cy="183420"/>
            </a:xfrm>
          </p:grpSpPr>
          <p:sp>
            <p:nvSpPr>
              <p:cNvPr id="391" name="Freeform 278">
                <a:extLst>
                  <a:ext uri="{FF2B5EF4-FFF2-40B4-BE49-F238E27FC236}">
                    <a16:creationId xmlns:a16="http://schemas.microsoft.com/office/drawing/2014/main" id="{60FC5614-D8E4-DFF3-0795-4B612EA54BB8}"/>
                  </a:ext>
                </a:extLst>
              </p:cNvPr>
              <p:cNvSpPr/>
              <p:nvPr/>
            </p:nvSpPr>
            <p:spPr>
              <a:xfrm>
                <a:off x="0" y="0"/>
                <a:ext cx="773787" cy="183420"/>
              </a:xfrm>
              <a:custGeom>
                <a:avLst/>
                <a:gdLst/>
                <a:ahLst/>
                <a:cxnLst/>
                <a:rect l="l" t="t" r="r" b="b"/>
                <a:pathLst>
                  <a:path w="773787" h="183420">
                    <a:moveTo>
                      <a:pt x="0" y="0"/>
                    </a:moveTo>
                    <a:lnTo>
                      <a:pt x="773787" y="0"/>
                    </a:lnTo>
                    <a:lnTo>
                      <a:pt x="773787" y="183420"/>
                    </a:lnTo>
                    <a:lnTo>
                      <a:pt x="0" y="183420"/>
                    </a:lnTo>
                    <a:close/>
                  </a:path>
                </a:pathLst>
              </a:custGeom>
              <a:solidFill>
                <a:srgbClr val="D7282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2" name="TextBox 279">
                <a:extLst>
                  <a:ext uri="{FF2B5EF4-FFF2-40B4-BE49-F238E27FC236}">
                    <a16:creationId xmlns:a16="http://schemas.microsoft.com/office/drawing/2014/main" id="{DE3D0B19-CAA0-0C72-9965-F1FC41B44A8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73787" cy="211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93" name="Group 280">
              <a:extLst>
                <a:ext uri="{FF2B5EF4-FFF2-40B4-BE49-F238E27FC236}">
                  <a16:creationId xmlns:a16="http://schemas.microsoft.com/office/drawing/2014/main" id="{485B800D-53F9-2A23-A786-FC8A503AA4B3}"/>
                </a:ext>
              </a:extLst>
            </p:cNvPr>
            <p:cNvGrpSpPr/>
            <p:nvPr/>
          </p:nvGrpSpPr>
          <p:grpSpPr>
            <a:xfrm>
              <a:off x="12680059" y="6660203"/>
              <a:ext cx="493075" cy="472251"/>
              <a:chOff x="0" y="0"/>
              <a:chExt cx="812800" cy="812800"/>
            </a:xfrm>
          </p:grpSpPr>
          <p:sp>
            <p:nvSpPr>
              <p:cNvPr id="394" name="Freeform 281">
                <a:extLst>
                  <a:ext uri="{FF2B5EF4-FFF2-40B4-BE49-F238E27FC236}">
                    <a16:creationId xmlns:a16="http://schemas.microsoft.com/office/drawing/2014/main" id="{F77C9D69-B7B7-B85F-74A9-E50A4D4A5D0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4"/>
                <a:stretch>
                  <a:fillRect t="-4268" b="-4268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95" name="TextBox 282">
              <a:extLst>
                <a:ext uri="{FF2B5EF4-FFF2-40B4-BE49-F238E27FC236}">
                  <a16:creationId xmlns:a16="http://schemas.microsoft.com/office/drawing/2014/main" id="{3795B132-7FFF-2095-C900-3F6E14F94AFA}"/>
                </a:ext>
              </a:extLst>
            </p:cNvPr>
            <p:cNvSpPr txBox="1"/>
            <p:nvPr/>
          </p:nvSpPr>
          <p:spPr>
            <a:xfrm>
              <a:off x="6165764" y="6948694"/>
              <a:ext cx="763449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Kaio</a:t>
              </a:r>
            </a:p>
          </p:txBody>
        </p:sp>
        <p:sp>
          <p:nvSpPr>
            <p:cNvPr id="396" name="TextBox 283">
              <a:extLst>
                <a:ext uri="{FF2B5EF4-FFF2-40B4-BE49-F238E27FC236}">
                  <a16:creationId xmlns:a16="http://schemas.microsoft.com/office/drawing/2014/main" id="{C4FCCC3B-3920-3C6F-1C06-51B2F0B34015}"/>
                </a:ext>
              </a:extLst>
            </p:cNvPr>
            <p:cNvSpPr txBox="1"/>
            <p:nvPr/>
          </p:nvSpPr>
          <p:spPr>
            <a:xfrm>
              <a:off x="5027419" y="1473525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Romero Penna</a:t>
              </a:r>
            </a:p>
          </p:txBody>
        </p:sp>
        <p:sp>
          <p:nvSpPr>
            <p:cNvPr id="397" name="TextBox 284">
              <a:extLst>
                <a:ext uri="{FF2B5EF4-FFF2-40B4-BE49-F238E27FC236}">
                  <a16:creationId xmlns:a16="http://schemas.microsoft.com/office/drawing/2014/main" id="{2009B991-8E8C-2CEF-A8AE-B0F9352828AE}"/>
                </a:ext>
              </a:extLst>
            </p:cNvPr>
            <p:cNvSpPr txBox="1"/>
            <p:nvPr/>
          </p:nvSpPr>
          <p:spPr>
            <a:xfrm>
              <a:off x="5076530" y="1692373"/>
              <a:ext cx="917155" cy="100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4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Diretor Executivo</a:t>
              </a:r>
            </a:p>
          </p:txBody>
        </p:sp>
        <p:sp>
          <p:nvSpPr>
            <p:cNvPr id="398" name="TextBox 285">
              <a:extLst>
                <a:ext uri="{FF2B5EF4-FFF2-40B4-BE49-F238E27FC236}">
                  <a16:creationId xmlns:a16="http://schemas.microsoft.com/office/drawing/2014/main" id="{50494C0B-D857-6991-F564-F74920864938}"/>
                </a:ext>
              </a:extLst>
            </p:cNvPr>
            <p:cNvSpPr txBox="1"/>
            <p:nvPr/>
          </p:nvSpPr>
          <p:spPr>
            <a:xfrm>
              <a:off x="9956614" y="4173637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Thammy Brito</a:t>
              </a:r>
            </a:p>
          </p:txBody>
        </p:sp>
        <p:sp>
          <p:nvSpPr>
            <p:cNvPr id="399" name="TextBox 286">
              <a:extLst>
                <a:ext uri="{FF2B5EF4-FFF2-40B4-BE49-F238E27FC236}">
                  <a16:creationId xmlns:a16="http://schemas.microsoft.com/office/drawing/2014/main" id="{C3F84F16-0C36-2A6E-7D57-F1C9F1724E34}"/>
                </a:ext>
              </a:extLst>
            </p:cNvPr>
            <p:cNvSpPr txBox="1"/>
            <p:nvPr/>
          </p:nvSpPr>
          <p:spPr>
            <a:xfrm>
              <a:off x="10010642" y="4358149"/>
              <a:ext cx="858454" cy="228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1"/>
                </a:lnSpc>
              </a:pPr>
              <a:r>
                <a:rPr lang="en-US" sz="622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Analista Comercial</a:t>
              </a:r>
            </a:p>
            <a:p>
              <a:pPr algn="ctr">
                <a:lnSpc>
                  <a:spcPts val="871"/>
                </a:lnSpc>
              </a:pPr>
              <a:endParaRPr lang="en-US" sz="622">
                <a:solidFill>
                  <a:srgbClr val="F9F9F9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0" name="TextBox 287">
              <a:extLst>
                <a:ext uri="{FF2B5EF4-FFF2-40B4-BE49-F238E27FC236}">
                  <a16:creationId xmlns:a16="http://schemas.microsoft.com/office/drawing/2014/main" id="{176A1659-507D-4F89-44C0-A904F1038FF2}"/>
                </a:ext>
              </a:extLst>
            </p:cNvPr>
            <p:cNvSpPr txBox="1"/>
            <p:nvPr/>
          </p:nvSpPr>
          <p:spPr>
            <a:xfrm>
              <a:off x="8049137" y="2990905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 dirty="0" err="1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Dovane</a:t>
              </a:r>
              <a:r>
                <a:rPr lang="en-US" sz="762" spc="-2" dirty="0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 Silva</a:t>
              </a:r>
            </a:p>
          </p:txBody>
        </p:sp>
        <p:sp>
          <p:nvSpPr>
            <p:cNvPr id="401" name="TextBox 288">
              <a:extLst>
                <a:ext uri="{FF2B5EF4-FFF2-40B4-BE49-F238E27FC236}">
                  <a16:creationId xmlns:a16="http://schemas.microsoft.com/office/drawing/2014/main" id="{AB5D3C2E-F39D-C0C0-4F03-7090C3BB51D4}"/>
                </a:ext>
              </a:extLst>
            </p:cNvPr>
            <p:cNvSpPr txBox="1"/>
            <p:nvPr/>
          </p:nvSpPr>
          <p:spPr>
            <a:xfrm>
              <a:off x="8101967" y="3143503"/>
              <a:ext cx="858454" cy="228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1"/>
                </a:lnSpc>
              </a:pPr>
              <a:r>
                <a:rPr lang="en-US" sz="622" dirty="0" err="1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Gerente</a:t>
              </a:r>
              <a:r>
                <a:rPr lang="en-US" sz="622" dirty="0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 de </a:t>
              </a:r>
              <a:r>
                <a:rPr lang="en-US" sz="622" dirty="0" err="1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Manutenção</a:t>
              </a:r>
              <a:endParaRPr lang="en-US" sz="622" dirty="0">
                <a:solidFill>
                  <a:srgbClr val="F9F9F9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2" name="TextBox 289">
              <a:extLst>
                <a:ext uri="{FF2B5EF4-FFF2-40B4-BE49-F238E27FC236}">
                  <a16:creationId xmlns:a16="http://schemas.microsoft.com/office/drawing/2014/main" id="{042A3CCE-6B9A-7B47-630A-AE4E878DA657}"/>
                </a:ext>
              </a:extLst>
            </p:cNvPr>
            <p:cNvSpPr txBox="1"/>
            <p:nvPr/>
          </p:nvSpPr>
          <p:spPr>
            <a:xfrm>
              <a:off x="5794791" y="3005392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 dirty="0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Luciana Sales</a:t>
              </a:r>
            </a:p>
          </p:txBody>
        </p:sp>
        <p:sp>
          <p:nvSpPr>
            <p:cNvPr id="403" name="TextBox 290">
              <a:extLst>
                <a:ext uri="{FF2B5EF4-FFF2-40B4-BE49-F238E27FC236}">
                  <a16:creationId xmlns:a16="http://schemas.microsoft.com/office/drawing/2014/main" id="{C2693174-CA0B-D99C-EC85-49F59B6CBBB7}"/>
                </a:ext>
              </a:extLst>
            </p:cNvPr>
            <p:cNvSpPr txBox="1"/>
            <p:nvPr/>
          </p:nvSpPr>
          <p:spPr>
            <a:xfrm>
              <a:off x="5843943" y="3190893"/>
              <a:ext cx="916410" cy="228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1"/>
                </a:lnSpc>
              </a:pPr>
              <a:r>
                <a:rPr lang="en-US" sz="622" dirty="0" err="1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Gerente</a:t>
              </a:r>
              <a:r>
                <a:rPr lang="en-US" sz="622" dirty="0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 </a:t>
              </a:r>
              <a:r>
                <a:rPr lang="en-US" sz="622" dirty="0" err="1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Administrativa</a:t>
              </a:r>
              <a:endParaRPr lang="en-US" sz="622" dirty="0">
                <a:solidFill>
                  <a:srgbClr val="F9F9F9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4" name="TextBox 291">
              <a:extLst>
                <a:ext uri="{FF2B5EF4-FFF2-40B4-BE49-F238E27FC236}">
                  <a16:creationId xmlns:a16="http://schemas.microsoft.com/office/drawing/2014/main" id="{A88B79EB-D0D7-47D5-D685-D56F29A700D4}"/>
                </a:ext>
              </a:extLst>
            </p:cNvPr>
            <p:cNvSpPr txBox="1"/>
            <p:nvPr/>
          </p:nvSpPr>
          <p:spPr>
            <a:xfrm>
              <a:off x="4280046" y="3283779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 dirty="0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Carolina Moura</a:t>
              </a:r>
            </a:p>
          </p:txBody>
        </p:sp>
        <p:sp>
          <p:nvSpPr>
            <p:cNvPr id="405" name="TextBox 292">
              <a:extLst>
                <a:ext uri="{FF2B5EF4-FFF2-40B4-BE49-F238E27FC236}">
                  <a16:creationId xmlns:a16="http://schemas.microsoft.com/office/drawing/2014/main" id="{132E74FF-6E82-E617-8B64-1AD5DAA16DB7}"/>
                </a:ext>
              </a:extLst>
            </p:cNvPr>
            <p:cNvSpPr txBox="1"/>
            <p:nvPr/>
          </p:nvSpPr>
          <p:spPr>
            <a:xfrm>
              <a:off x="4377280" y="3472308"/>
              <a:ext cx="858454" cy="110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1"/>
                </a:lnSpc>
              </a:pPr>
              <a:r>
                <a:rPr lang="en-US" sz="622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Coord. Financeira</a:t>
              </a:r>
            </a:p>
          </p:txBody>
        </p:sp>
        <p:sp>
          <p:nvSpPr>
            <p:cNvPr id="406" name="TextBox 293">
              <a:extLst>
                <a:ext uri="{FF2B5EF4-FFF2-40B4-BE49-F238E27FC236}">
                  <a16:creationId xmlns:a16="http://schemas.microsoft.com/office/drawing/2014/main" id="{37699F5A-0FFF-A0CF-3F04-994789CE80CA}"/>
                </a:ext>
              </a:extLst>
            </p:cNvPr>
            <p:cNvSpPr txBox="1"/>
            <p:nvPr/>
          </p:nvSpPr>
          <p:spPr>
            <a:xfrm>
              <a:off x="5779264" y="4136085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 dirty="0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Lucy Kelly</a:t>
              </a:r>
            </a:p>
          </p:txBody>
        </p:sp>
        <p:sp>
          <p:nvSpPr>
            <p:cNvPr id="407" name="TextBox 294">
              <a:extLst>
                <a:ext uri="{FF2B5EF4-FFF2-40B4-BE49-F238E27FC236}">
                  <a16:creationId xmlns:a16="http://schemas.microsoft.com/office/drawing/2014/main" id="{D0B6C554-AD28-55D4-88A9-A27C720EAFFE}"/>
                </a:ext>
              </a:extLst>
            </p:cNvPr>
            <p:cNvSpPr txBox="1"/>
            <p:nvPr/>
          </p:nvSpPr>
          <p:spPr>
            <a:xfrm>
              <a:off x="5885751" y="4318246"/>
              <a:ext cx="858454" cy="20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sz="568" dirty="0" err="1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Analista</a:t>
              </a:r>
              <a:r>
                <a:rPr lang="en-US" sz="568" dirty="0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 Adm. </a:t>
              </a:r>
              <a:r>
                <a:rPr lang="en-US" sz="568" dirty="0" err="1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Compras</a:t>
              </a:r>
              <a:endParaRPr lang="en-US" sz="568" dirty="0">
                <a:solidFill>
                  <a:srgbClr val="F9F9F9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8" name="TextBox 295">
              <a:extLst>
                <a:ext uri="{FF2B5EF4-FFF2-40B4-BE49-F238E27FC236}">
                  <a16:creationId xmlns:a16="http://schemas.microsoft.com/office/drawing/2014/main" id="{DCAFEA15-EA17-39EC-5B50-1A8A01473F0C}"/>
                </a:ext>
              </a:extLst>
            </p:cNvPr>
            <p:cNvSpPr txBox="1"/>
            <p:nvPr/>
          </p:nvSpPr>
          <p:spPr>
            <a:xfrm>
              <a:off x="6907641" y="4777021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 dirty="0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Luís Antônio</a:t>
              </a:r>
            </a:p>
          </p:txBody>
        </p:sp>
        <p:sp>
          <p:nvSpPr>
            <p:cNvPr id="409" name="TextBox 296">
              <a:extLst>
                <a:ext uri="{FF2B5EF4-FFF2-40B4-BE49-F238E27FC236}">
                  <a16:creationId xmlns:a16="http://schemas.microsoft.com/office/drawing/2014/main" id="{94201DAA-7070-B0F3-A308-6A69C782581E}"/>
                </a:ext>
              </a:extLst>
            </p:cNvPr>
            <p:cNvSpPr txBox="1"/>
            <p:nvPr/>
          </p:nvSpPr>
          <p:spPr>
            <a:xfrm>
              <a:off x="6960794" y="4922649"/>
              <a:ext cx="858454" cy="102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sz="5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Assistente de PCM</a:t>
              </a:r>
            </a:p>
          </p:txBody>
        </p:sp>
        <p:sp>
          <p:nvSpPr>
            <p:cNvPr id="410" name="TextBox 297">
              <a:extLst>
                <a:ext uri="{FF2B5EF4-FFF2-40B4-BE49-F238E27FC236}">
                  <a16:creationId xmlns:a16="http://schemas.microsoft.com/office/drawing/2014/main" id="{C52CD20E-2C88-3C37-1A74-2B6D5AD13AE4}"/>
                </a:ext>
              </a:extLst>
            </p:cNvPr>
            <p:cNvSpPr txBox="1"/>
            <p:nvPr/>
          </p:nvSpPr>
          <p:spPr>
            <a:xfrm>
              <a:off x="9030002" y="5190659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 dirty="0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Guilherme</a:t>
              </a:r>
            </a:p>
          </p:txBody>
        </p:sp>
        <p:sp>
          <p:nvSpPr>
            <p:cNvPr id="411" name="TextBox 298">
              <a:extLst>
                <a:ext uri="{FF2B5EF4-FFF2-40B4-BE49-F238E27FC236}">
                  <a16:creationId xmlns:a16="http://schemas.microsoft.com/office/drawing/2014/main" id="{E97CE237-AC5F-5918-ACB1-BD1C047126DD}"/>
                </a:ext>
              </a:extLst>
            </p:cNvPr>
            <p:cNvSpPr txBox="1"/>
            <p:nvPr/>
          </p:nvSpPr>
          <p:spPr>
            <a:xfrm>
              <a:off x="9098159" y="5327067"/>
              <a:ext cx="858454" cy="130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Auxiliar de PCM</a:t>
              </a:r>
            </a:p>
          </p:txBody>
        </p:sp>
        <p:sp>
          <p:nvSpPr>
            <p:cNvPr id="412" name="TextBox 299">
              <a:extLst>
                <a:ext uri="{FF2B5EF4-FFF2-40B4-BE49-F238E27FC236}">
                  <a16:creationId xmlns:a16="http://schemas.microsoft.com/office/drawing/2014/main" id="{3FF976F7-E36F-C6BE-12FD-1C37C26B4322}"/>
                </a:ext>
              </a:extLst>
            </p:cNvPr>
            <p:cNvSpPr txBox="1"/>
            <p:nvPr/>
          </p:nvSpPr>
          <p:spPr>
            <a:xfrm>
              <a:off x="8879095" y="1468972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Tereza Penna</a:t>
              </a:r>
            </a:p>
          </p:txBody>
        </p:sp>
        <p:sp>
          <p:nvSpPr>
            <p:cNvPr id="413" name="TextBox 300">
              <a:extLst>
                <a:ext uri="{FF2B5EF4-FFF2-40B4-BE49-F238E27FC236}">
                  <a16:creationId xmlns:a16="http://schemas.microsoft.com/office/drawing/2014/main" id="{C7CB819B-2DAC-0ED8-73BA-7F4A40430FC4}"/>
                </a:ext>
              </a:extLst>
            </p:cNvPr>
            <p:cNvSpPr txBox="1"/>
            <p:nvPr/>
          </p:nvSpPr>
          <p:spPr>
            <a:xfrm>
              <a:off x="8928206" y="1687819"/>
              <a:ext cx="917155" cy="100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4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Diretora Comercial</a:t>
              </a:r>
            </a:p>
          </p:txBody>
        </p:sp>
        <p:sp>
          <p:nvSpPr>
            <p:cNvPr id="414" name="TextBox 301">
              <a:extLst>
                <a:ext uri="{FF2B5EF4-FFF2-40B4-BE49-F238E27FC236}">
                  <a16:creationId xmlns:a16="http://schemas.microsoft.com/office/drawing/2014/main" id="{763E35F7-5BAE-D57F-5AA6-CC0067CA3616}"/>
                </a:ext>
              </a:extLst>
            </p:cNvPr>
            <p:cNvSpPr txBox="1"/>
            <p:nvPr/>
          </p:nvSpPr>
          <p:spPr>
            <a:xfrm>
              <a:off x="8154625" y="5190659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 dirty="0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Pedro Gavião</a:t>
              </a:r>
            </a:p>
          </p:txBody>
        </p:sp>
        <p:sp>
          <p:nvSpPr>
            <p:cNvPr id="415" name="TextBox 302">
              <a:extLst>
                <a:ext uri="{FF2B5EF4-FFF2-40B4-BE49-F238E27FC236}">
                  <a16:creationId xmlns:a16="http://schemas.microsoft.com/office/drawing/2014/main" id="{901086F6-348B-21FA-FA68-2CBBC0791E2B}"/>
                </a:ext>
              </a:extLst>
            </p:cNvPr>
            <p:cNvSpPr txBox="1"/>
            <p:nvPr/>
          </p:nvSpPr>
          <p:spPr>
            <a:xfrm>
              <a:off x="8209035" y="5337721"/>
              <a:ext cx="858454" cy="102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sz="5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Aux. de Almoxarif.</a:t>
              </a:r>
            </a:p>
          </p:txBody>
        </p:sp>
        <p:sp>
          <p:nvSpPr>
            <p:cNvPr id="416" name="TextBox 303">
              <a:extLst>
                <a:ext uri="{FF2B5EF4-FFF2-40B4-BE49-F238E27FC236}">
                  <a16:creationId xmlns:a16="http://schemas.microsoft.com/office/drawing/2014/main" id="{0ACA05C4-69D1-44E7-6B80-C6A35CF0F0E7}"/>
                </a:ext>
              </a:extLst>
            </p:cNvPr>
            <p:cNvSpPr txBox="1"/>
            <p:nvPr/>
          </p:nvSpPr>
          <p:spPr>
            <a:xfrm>
              <a:off x="2514600" y="6525722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 dirty="0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Márcio</a:t>
              </a:r>
            </a:p>
          </p:txBody>
        </p:sp>
        <p:sp>
          <p:nvSpPr>
            <p:cNvPr id="417" name="TextBox 304">
              <a:extLst>
                <a:ext uri="{FF2B5EF4-FFF2-40B4-BE49-F238E27FC236}">
                  <a16:creationId xmlns:a16="http://schemas.microsoft.com/office/drawing/2014/main" id="{E9E83226-986D-6D0F-FFEA-30924C2438F2}"/>
                </a:ext>
              </a:extLst>
            </p:cNvPr>
            <p:cNvSpPr txBox="1"/>
            <p:nvPr/>
          </p:nvSpPr>
          <p:spPr>
            <a:xfrm>
              <a:off x="2572346" y="6657238"/>
              <a:ext cx="858454" cy="1289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Mecânico 4</a:t>
              </a:r>
            </a:p>
          </p:txBody>
        </p:sp>
        <p:sp>
          <p:nvSpPr>
            <p:cNvPr id="418" name="TextBox 305">
              <a:extLst>
                <a:ext uri="{FF2B5EF4-FFF2-40B4-BE49-F238E27FC236}">
                  <a16:creationId xmlns:a16="http://schemas.microsoft.com/office/drawing/2014/main" id="{FAF284DC-649C-B39A-8860-8F5D9EE36F1A}"/>
                </a:ext>
              </a:extLst>
            </p:cNvPr>
            <p:cNvSpPr txBox="1"/>
            <p:nvPr/>
          </p:nvSpPr>
          <p:spPr>
            <a:xfrm>
              <a:off x="4335070" y="7072309"/>
              <a:ext cx="858454" cy="130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Mecânico 3</a:t>
              </a:r>
            </a:p>
          </p:txBody>
        </p:sp>
        <p:sp>
          <p:nvSpPr>
            <p:cNvPr id="419" name="TextBox 306">
              <a:extLst>
                <a:ext uri="{FF2B5EF4-FFF2-40B4-BE49-F238E27FC236}">
                  <a16:creationId xmlns:a16="http://schemas.microsoft.com/office/drawing/2014/main" id="{68DD1479-4781-891E-E015-10C9A9167B83}"/>
                </a:ext>
              </a:extLst>
            </p:cNvPr>
            <p:cNvSpPr txBox="1"/>
            <p:nvPr/>
          </p:nvSpPr>
          <p:spPr>
            <a:xfrm>
              <a:off x="3390570" y="6943368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 dirty="0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Joel Galdino</a:t>
              </a:r>
            </a:p>
          </p:txBody>
        </p:sp>
        <p:sp>
          <p:nvSpPr>
            <p:cNvPr id="420" name="TextBox 307">
              <a:extLst>
                <a:ext uri="{FF2B5EF4-FFF2-40B4-BE49-F238E27FC236}">
                  <a16:creationId xmlns:a16="http://schemas.microsoft.com/office/drawing/2014/main" id="{0AAE01A1-9A9A-5F71-A610-3F4C225C7875}"/>
                </a:ext>
              </a:extLst>
            </p:cNvPr>
            <p:cNvSpPr txBox="1"/>
            <p:nvPr/>
          </p:nvSpPr>
          <p:spPr>
            <a:xfrm>
              <a:off x="3445946" y="7072309"/>
              <a:ext cx="858454" cy="1289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Mecânico 3</a:t>
              </a:r>
            </a:p>
          </p:txBody>
        </p:sp>
        <p:sp>
          <p:nvSpPr>
            <p:cNvPr id="421" name="TextBox 308">
              <a:extLst>
                <a:ext uri="{FF2B5EF4-FFF2-40B4-BE49-F238E27FC236}">
                  <a16:creationId xmlns:a16="http://schemas.microsoft.com/office/drawing/2014/main" id="{AEBE3DE2-3728-D085-0575-02BBDCA3D93B}"/>
                </a:ext>
              </a:extLst>
            </p:cNvPr>
            <p:cNvSpPr txBox="1"/>
            <p:nvPr/>
          </p:nvSpPr>
          <p:spPr>
            <a:xfrm>
              <a:off x="5216411" y="7072309"/>
              <a:ext cx="858454" cy="130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Mecânico 3</a:t>
              </a:r>
            </a:p>
          </p:txBody>
        </p:sp>
        <p:sp>
          <p:nvSpPr>
            <p:cNvPr id="422" name="TextBox 309">
              <a:extLst>
                <a:ext uri="{FF2B5EF4-FFF2-40B4-BE49-F238E27FC236}">
                  <a16:creationId xmlns:a16="http://schemas.microsoft.com/office/drawing/2014/main" id="{0ABA802C-BC6B-5C2A-72C7-065285A63505}"/>
                </a:ext>
              </a:extLst>
            </p:cNvPr>
            <p:cNvSpPr txBox="1"/>
            <p:nvPr/>
          </p:nvSpPr>
          <p:spPr>
            <a:xfrm>
              <a:off x="6118261" y="7077636"/>
              <a:ext cx="858454" cy="130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Mecânico 3</a:t>
              </a:r>
            </a:p>
          </p:txBody>
        </p:sp>
        <p:sp>
          <p:nvSpPr>
            <p:cNvPr id="423" name="TextBox 310">
              <a:extLst>
                <a:ext uri="{FF2B5EF4-FFF2-40B4-BE49-F238E27FC236}">
                  <a16:creationId xmlns:a16="http://schemas.microsoft.com/office/drawing/2014/main" id="{3B7E1AEE-2C41-2953-25E5-AE4556FD858A}"/>
                </a:ext>
              </a:extLst>
            </p:cNvPr>
            <p:cNvSpPr txBox="1"/>
            <p:nvPr/>
          </p:nvSpPr>
          <p:spPr>
            <a:xfrm>
              <a:off x="6956096" y="6948694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Vitor Freitas</a:t>
              </a:r>
            </a:p>
          </p:txBody>
        </p:sp>
        <p:sp>
          <p:nvSpPr>
            <p:cNvPr id="424" name="TextBox 311">
              <a:extLst>
                <a:ext uri="{FF2B5EF4-FFF2-40B4-BE49-F238E27FC236}">
                  <a16:creationId xmlns:a16="http://schemas.microsoft.com/office/drawing/2014/main" id="{B56B3B9F-BE59-51D4-4770-32DEB187D463}"/>
                </a:ext>
              </a:extLst>
            </p:cNvPr>
            <p:cNvSpPr txBox="1"/>
            <p:nvPr/>
          </p:nvSpPr>
          <p:spPr>
            <a:xfrm>
              <a:off x="7011473" y="7077636"/>
              <a:ext cx="858454" cy="130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Mecânico 3</a:t>
              </a:r>
            </a:p>
          </p:txBody>
        </p:sp>
        <p:sp>
          <p:nvSpPr>
            <p:cNvPr id="425" name="TextBox 312">
              <a:extLst>
                <a:ext uri="{FF2B5EF4-FFF2-40B4-BE49-F238E27FC236}">
                  <a16:creationId xmlns:a16="http://schemas.microsoft.com/office/drawing/2014/main" id="{D01453B2-44C5-6C95-F74A-2308D51E3D25}"/>
                </a:ext>
              </a:extLst>
            </p:cNvPr>
            <p:cNvSpPr txBox="1"/>
            <p:nvPr/>
          </p:nvSpPr>
          <p:spPr>
            <a:xfrm>
              <a:off x="7947307" y="7215377"/>
              <a:ext cx="858454" cy="130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Mecânico 2</a:t>
              </a:r>
            </a:p>
          </p:txBody>
        </p:sp>
        <p:sp>
          <p:nvSpPr>
            <p:cNvPr id="426" name="TextBox 313">
              <a:extLst>
                <a:ext uri="{FF2B5EF4-FFF2-40B4-BE49-F238E27FC236}">
                  <a16:creationId xmlns:a16="http://schemas.microsoft.com/office/drawing/2014/main" id="{432AD687-692D-26A3-E6D4-CEA321C97357}"/>
                </a:ext>
              </a:extLst>
            </p:cNvPr>
            <p:cNvSpPr txBox="1"/>
            <p:nvPr/>
          </p:nvSpPr>
          <p:spPr>
            <a:xfrm>
              <a:off x="8858401" y="7215377"/>
              <a:ext cx="858454" cy="130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Pintor Pleno</a:t>
              </a:r>
            </a:p>
          </p:txBody>
        </p:sp>
        <p:sp>
          <p:nvSpPr>
            <p:cNvPr id="427" name="TextBox 314">
              <a:extLst>
                <a:ext uri="{FF2B5EF4-FFF2-40B4-BE49-F238E27FC236}">
                  <a16:creationId xmlns:a16="http://schemas.microsoft.com/office/drawing/2014/main" id="{50965642-0294-3EE0-FC17-76BAB3D71410}"/>
                </a:ext>
              </a:extLst>
            </p:cNvPr>
            <p:cNvSpPr txBox="1"/>
            <p:nvPr/>
          </p:nvSpPr>
          <p:spPr>
            <a:xfrm>
              <a:off x="9761351" y="7319484"/>
              <a:ext cx="858454" cy="130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Aux. Mecânico</a:t>
              </a:r>
            </a:p>
          </p:txBody>
        </p:sp>
        <p:sp>
          <p:nvSpPr>
            <p:cNvPr id="428" name="TextBox 315">
              <a:extLst>
                <a:ext uri="{FF2B5EF4-FFF2-40B4-BE49-F238E27FC236}">
                  <a16:creationId xmlns:a16="http://schemas.microsoft.com/office/drawing/2014/main" id="{813F68F2-C25E-17D7-2F82-CDA715C58BBA}"/>
                </a:ext>
              </a:extLst>
            </p:cNvPr>
            <p:cNvSpPr txBox="1"/>
            <p:nvPr/>
          </p:nvSpPr>
          <p:spPr>
            <a:xfrm>
              <a:off x="10672445" y="7319484"/>
              <a:ext cx="858454" cy="130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Aux. Mecânico</a:t>
              </a:r>
            </a:p>
          </p:txBody>
        </p:sp>
        <p:sp>
          <p:nvSpPr>
            <p:cNvPr id="429" name="TextBox 316">
              <a:extLst>
                <a:ext uri="{FF2B5EF4-FFF2-40B4-BE49-F238E27FC236}">
                  <a16:creationId xmlns:a16="http://schemas.microsoft.com/office/drawing/2014/main" id="{6A681044-A90A-576C-672A-F486620B40F3}"/>
                </a:ext>
              </a:extLst>
            </p:cNvPr>
            <p:cNvSpPr txBox="1"/>
            <p:nvPr/>
          </p:nvSpPr>
          <p:spPr>
            <a:xfrm>
              <a:off x="11586275" y="7319484"/>
              <a:ext cx="858454" cy="130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Aux. Mecânico</a:t>
              </a:r>
            </a:p>
          </p:txBody>
        </p:sp>
        <p:sp>
          <p:nvSpPr>
            <p:cNvPr id="430" name="TextBox 317">
              <a:extLst>
                <a:ext uri="{FF2B5EF4-FFF2-40B4-BE49-F238E27FC236}">
                  <a16:creationId xmlns:a16="http://schemas.microsoft.com/office/drawing/2014/main" id="{F6A799A5-0325-3499-5264-4B26114BEE77}"/>
                </a:ext>
              </a:extLst>
            </p:cNvPr>
            <p:cNvSpPr txBox="1"/>
            <p:nvPr/>
          </p:nvSpPr>
          <p:spPr>
            <a:xfrm>
              <a:off x="12416432" y="7192062"/>
              <a:ext cx="994768" cy="12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"/>
                </a:lnSpc>
              </a:pPr>
              <a:r>
                <a:rPr lang="en-US" sz="762" spc="-2">
                  <a:solidFill>
                    <a:srgbClr val="737478"/>
                  </a:solidFill>
                  <a:latin typeface="Cantora One"/>
                  <a:ea typeface="Cantora One"/>
                  <a:cs typeface="Cantora One"/>
                  <a:sym typeface="Cantora One"/>
                </a:rPr>
                <a:t>Murilo</a:t>
              </a:r>
            </a:p>
          </p:txBody>
        </p:sp>
        <p:sp>
          <p:nvSpPr>
            <p:cNvPr id="431" name="TextBox 318">
              <a:extLst>
                <a:ext uri="{FF2B5EF4-FFF2-40B4-BE49-F238E27FC236}">
                  <a16:creationId xmlns:a16="http://schemas.microsoft.com/office/drawing/2014/main" id="{81436494-FB62-C6FD-1F65-AEF755CBD6C2}"/>
                </a:ext>
              </a:extLst>
            </p:cNvPr>
            <p:cNvSpPr txBox="1"/>
            <p:nvPr/>
          </p:nvSpPr>
          <p:spPr>
            <a:xfrm>
              <a:off x="12497370" y="7319484"/>
              <a:ext cx="858454" cy="130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</a:pPr>
              <a:r>
                <a:rPr lang="en-US" sz="668">
                  <a:solidFill>
                    <a:srgbClr val="F9F9F9"/>
                  </a:solidFill>
                  <a:latin typeface="Quicksand"/>
                  <a:ea typeface="Quicksand"/>
                  <a:cs typeface="Quicksand"/>
                  <a:sym typeface="Quicksand"/>
                </a:rPr>
                <a:t>Aux. Mecânico</a:t>
              </a:r>
            </a:p>
          </p:txBody>
        </p:sp>
        <p:sp>
          <p:nvSpPr>
            <p:cNvPr id="434" name="AutoShape 208">
              <a:extLst>
                <a:ext uri="{FF2B5EF4-FFF2-40B4-BE49-F238E27FC236}">
                  <a16:creationId xmlns:a16="http://schemas.microsoft.com/office/drawing/2014/main" id="{0A75EA69-98D3-1221-FAA3-8F9C47F5A712}"/>
                </a:ext>
              </a:extLst>
            </p:cNvPr>
            <p:cNvSpPr/>
            <p:nvPr/>
          </p:nvSpPr>
          <p:spPr>
            <a:xfrm flipH="1">
              <a:off x="9249217" y="5843811"/>
              <a:ext cx="5561" cy="672802"/>
            </a:xfrm>
            <a:prstGeom prst="line">
              <a:avLst/>
            </a:prstGeom>
            <a:ln w="9525" cap="flat">
              <a:solidFill>
                <a:srgbClr val="D7282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254211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EA097-89A7-48FD-0560-EA9406AD8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8">
            <a:extLst>
              <a:ext uri="{FF2B5EF4-FFF2-40B4-BE49-F238E27FC236}">
                <a16:creationId xmlns:a16="http://schemas.microsoft.com/office/drawing/2014/main" id="{BD101BF2-D4B9-3D0E-5F2E-05BF7442D709}"/>
              </a:ext>
            </a:extLst>
          </p:cNvPr>
          <p:cNvGrpSpPr/>
          <p:nvPr/>
        </p:nvGrpSpPr>
        <p:grpSpPr>
          <a:xfrm>
            <a:off x="0" y="1245593"/>
            <a:ext cx="2986326" cy="6267884"/>
            <a:chOff x="-19050" y="1207427"/>
            <a:chExt cx="2521585" cy="5507355"/>
          </a:xfrm>
        </p:grpSpPr>
        <p:sp>
          <p:nvSpPr>
            <p:cNvPr id="3" name="object 9">
              <a:extLst>
                <a:ext uri="{FF2B5EF4-FFF2-40B4-BE49-F238E27FC236}">
                  <a16:creationId xmlns:a16="http://schemas.microsoft.com/office/drawing/2014/main" id="{4A566AAC-C478-DFCB-C0E1-B6CB92C7547A}"/>
                </a:ext>
              </a:extLst>
            </p:cNvPr>
            <p:cNvSpPr/>
            <p:nvPr/>
          </p:nvSpPr>
          <p:spPr>
            <a:xfrm>
              <a:off x="1272540" y="1930907"/>
              <a:ext cx="1229995" cy="4060190"/>
            </a:xfrm>
            <a:custGeom>
              <a:avLst/>
              <a:gdLst/>
              <a:ahLst/>
              <a:cxnLst/>
              <a:rect l="l" t="t" r="r" b="b"/>
              <a:pathLst>
                <a:path w="1229995" h="4060190">
                  <a:moveTo>
                    <a:pt x="614172" y="3752850"/>
                  </a:moveTo>
                  <a:lnTo>
                    <a:pt x="610831" y="3707485"/>
                  </a:lnTo>
                  <a:lnTo>
                    <a:pt x="601154" y="3664191"/>
                  </a:lnTo>
                  <a:lnTo>
                    <a:pt x="585609" y="3623424"/>
                  </a:lnTo>
                  <a:lnTo>
                    <a:pt x="564680" y="3585667"/>
                  </a:lnTo>
                  <a:lnTo>
                    <a:pt x="538822" y="3551402"/>
                  </a:lnTo>
                  <a:lnTo>
                    <a:pt x="508533" y="3521113"/>
                  </a:lnTo>
                  <a:lnTo>
                    <a:pt x="474268" y="3495256"/>
                  </a:lnTo>
                  <a:lnTo>
                    <a:pt x="436511" y="3474326"/>
                  </a:lnTo>
                  <a:lnTo>
                    <a:pt x="395744" y="3458781"/>
                  </a:lnTo>
                  <a:lnTo>
                    <a:pt x="352450" y="3449104"/>
                  </a:lnTo>
                  <a:lnTo>
                    <a:pt x="307086" y="3445764"/>
                  </a:lnTo>
                  <a:lnTo>
                    <a:pt x="261708" y="3449104"/>
                  </a:lnTo>
                  <a:lnTo>
                    <a:pt x="218414" y="3458781"/>
                  </a:lnTo>
                  <a:lnTo>
                    <a:pt x="177647" y="3474326"/>
                  </a:lnTo>
                  <a:lnTo>
                    <a:pt x="139890" y="3495256"/>
                  </a:lnTo>
                  <a:lnTo>
                    <a:pt x="105625" y="3521113"/>
                  </a:lnTo>
                  <a:lnTo>
                    <a:pt x="75336" y="3551402"/>
                  </a:lnTo>
                  <a:lnTo>
                    <a:pt x="49479" y="3585667"/>
                  </a:lnTo>
                  <a:lnTo>
                    <a:pt x="28549" y="3623424"/>
                  </a:lnTo>
                  <a:lnTo>
                    <a:pt x="13004" y="3664191"/>
                  </a:lnTo>
                  <a:lnTo>
                    <a:pt x="3327" y="3707485"/>
                  </a:lnTo>
                  <a:lnTo>
                    <a:pt x="0" y="3752850"/>
                  </a:lnTo>
                  <a:lnTo>
                    <a:pt x="3327" y="3798239"/>
                  </a:lnTo>
                  <a:lnTo>
                    <a:pt x="13004" y="3841546"/>
                  </a:lnTo>
                  <a:lnTo>
                    <a:pt x="28549" y="3882313"/>
                  </a:lnTo>
                  <a:lnTo>
                    <a:pt x="49479" y="3920071"/>
                  </a:lnTo>
                  <a:lnTo>
                    <a:pt x="75336" y="3954322"/>
                  </a:lnTo>
                  <a:lnTo>
                    <a:pt x="105625" y="3984612"/>
                  </a:lnTo>
                  <a:lnTo>
                    <a:pt x="139890" y="4010469"/>
                  </a:lnTo>
                  <a:lnTo>
                    <a:pt x="177647" y="4031399"/>
                  </a:lnTo>
                  <a:lnTo>
                    <a:pt x="218414" y="4046944"/>
                  </a:lnTo>
                  <a:lnTo>
                    <a:pt x="261708" y="4056608"/>
                  </a:lnTo>
                  <a:lnTo>
                    <a:pt x="307086" y="4059936"/>
                  </a:lnTo>
                  <a:lnTo>
                    <a:pt x="352450" y="4056608"/>
                  </a:lnTo>
                  <a:lnTo>
                    <a:pt x="395744" y="4046944"/>
                  </a:lnTo>
                  <a:lnTo>
                    <a:pt x="436511" y="4031399"/>
                  </a:lnTo>
                  <a:lnTo>
                    <a:pt x="474268" y="4010469"/>
                  </a:lnTo>
                  <a:lnTo>
                    <a:pt x="508533" y="3984612"/>
                  </a:lnTo>
                  <a:lnTo>
                    <a:pt x="538822" y="3954322"/>
                  </a:lnTo>
                  <a:lnTo>
                    <a:pt x="564680" y="3920071"/>
                  </a:lnTo>
                  <a:lnTo>
                    <a:pt x="585609" y="3882313"/>
                  </a:lnTo>
                  <a:lnTo>
                    <a:pt x="601154" y="3841546"/>
                  </a:lnTo>
                  <a:lnTo>
                    <a:pt x="610831" y="3798239"/>
                  </a:lnTo>
                  <a:lnTo>
                    <a:pt x="614172" y="3752850"/>
                  </a:lnTo>
                  <a:close/>
                </a:path>
                <a:path w="1229995" h="4060190">
                  <a:moveTo>
                    <a:pt x="614172" y="307086"/>
                  </a:moveTo>
                  <a:lnTo>
                    <a:pt x="610831" y="261721"/>
                  </a:lnTo>
                  <a:lnTo>
                    <a:pt x="601154" y="218427"/>
                  </a:lnTo>
                  <a:lnTo>
                    <a:pt x="585609" y="177660"/>
                  </a:lnTo>
                  <a:lnTo>
                    <a:pt x="564680" y="139903"/>
                  </a:lnTo>
                  <a:lnTo>
                    <a:pt x="538822" y="105638"/>
                  </a:lnTo>
                  <a:lnTo>
                    <a:pt x="508533" y="75349"/>
                  </a:lnTo>
                  <a:lnTo>
                    <a:pt x="474268" y="49491"/>
                  </a:lnTo>
                  <a:lnTo>
                    <a:pt x="436511" y="28562"/>
                  </a:lnTo>
                  <a:lnTo>
                    <a:pt x="395744" y="13017"/>
                  </a:lnTo>
                  <a:lnTo>
                    <a:pt x="352450" y="3340"/>
                  </a:lnTo>
                  <a:lnTo>
                    <a:pt x="307086" y="0"/>
                  </a:lnTo>
                  <a:lnTo>
                    <a:pt x="261708" y="3340"/>
                  </a:lnTo>
                  <a:lnTo>
                    <a:pt x="218414" y="13017"/>
                  </a:lnTo>
                  <a:lnTo>
                    <a:pt x="177647" y="28562"/>
                  </a:lnTo>
                  <a:lnTo>
                    <a:pt x="139890" y="49491"/>
                  </a:lnTo>
                  <a:lnTo>
                    <a:pt x="105625" y="75349"/>
                  </a:lnTo>
                  <a:lnTo>
                    <a:pt x="75336" y="105638"/>
                  </a:lnTo>
                  <a:lnTo>
                    <a:pt x="49479" y="139903"/>
                  </a:lnTo>
                  <a:lnTo>
                    <a:pt x="28549" y="177660"/>
                  </a:lnTo>
                  <a:lnTo>
                    <a:pt x="13004" y="218427"/>
                  </a:lnTo>
                  <a:lnTo>
                    <a:pt x="3327" y="261721"/>
                  </a:lnTo>
                  <a:lnTo>
                    <a:pt x="0" y="307086"/>
                  </a:lnTo>
                  <a:lnTo>
                    <a:pt x="3327" y="352463"/>
                  </a:lnTo>
                  <a:lnTo>
                    <a:pt x="13004" y="395757"/>
                  </a:lnTo>
                  <a:lnTo>
                    <a:pt x="28549" y="436524"/>
                  </a:lnTo>
                  <a:lnTo>
                    <a:pt x="49479" y="474281"/>
                  </a:lnTo>
                  <a:lnTo>
                    <a:pt x="75336" y="508546"/>
                  </a:lnTo>
                  <a:lnTo>
                    <a:pt x="105625" y="538835"/>
                  </a:lnTo>
                  <a:lnTo>
                    <a:pt x="139890" y="564692"/>
                  </a:lnTo>
                  <a:lnTo>
                    <a:pt x="177647" y="585622"/>
                  </a:lnTo>
                  <a:lnTo>
                    <a:pt x="218414" y="601167"/>
                  </a:lnTo>
                  <a:lnTo>
                    <a:pt x="261708" y="610844"/>
                  </a:lnTo>
                  <a:lnTo>
                    <a:pt x="307086" y="614172"/>
                  </a:lnTo>
                  <a:lnTo>
                    <a:pt x="352450" y="610844"/>
                  </a:lnTo>
                  <a:lnTo>
                    <a:pt x="395744" y="601167"/>
                  </a:lnTo>
                  <a:lnTo>
                    <a:pt x="436511" y="585622"/>
                  </a:lnTo>
                  <a:lnTo>
                    <a:pt x="474268" y="564692"/>
                  </a:lnTo>
                  <a:lnTo>
                    <a:pt x="508533" y="538835"/>
                  </a:lnTo>
                  <a:lnTo>
                    <a:pt x="538822" y="508546"/>
                  </a:lnTo>
                  <a:lnTo>
                    <a:pt x="564680" y="474281"/>
                  </a:lnTo>
                  <a:lnTo>
                    <a:pt x="585609" y="436524"/>
                  </a:lnTo>
                  <a:lnTo>
                    <a:pt x="601154" y="395757"/>
                  </a:lnTo>
                  <a:lnTo>
                    <a:pt x="610831" y="352463"/>
                  </a:lnTo>
                  <a:lnTo>
                    <a:pt x="614172" y="307086"/>
                  </a:lnTo>
                  <a:close/>
                </a:path>
                <a:path w="1229995" h="4060190">
                  <a:moveTo>
                    <a:pt x="1229868" y="2029206"/>
                  </a:moveTo>
                  <a:lnTo>
                    <a:pt x="1226527" y="1983841"/>
                  </a:lnTo>
                  <a:lnTo>
                    <a:pt x="1216825" y="1940547"/>
                  </a:lnTo>
                  <a:lnTo>
                    <a:pt x="1201254" y="1899780"/>
                  </a:lnTo>
                  <a:lnTo>
                    <a:pt x="1180274" y="1862023"/>
                  </a:lnTo>
                  <a:lnTo>
                    <a:pt x="1154366" y="1827758"/>
                  </a:lnTo>
                  <a:lnTo>
                    <a:pt x="1124000" y="1797469"/>
                  </a:lnTo>
                  <a:lnTo>
                    <a:pt x="1089660" y="1771611"/>
                  </a:lnTo>
                  <a:lnTo>
                    <a:pt x="1051814" y="1750682"/>
                  </a:lnTo>
                  <a:lnTo>
                    <a:pt x="1010932" y="1735137"/>
                  </a:lnTo>
                  <a:lnTo>
                    <a:pt x="967511" y="1725460"/>
                  </a:lnTo>
                  <a:lnTo>
                    <a:pt x="922020" y="1722120"/>
                  </a:lnTo>
                  <a:lnTo>
                    <a:pt x="876515" y="1725460"/>
                  </a:lnTo>
                  <a:lnTo>
                    <a:pt x="833094" y="1735137"/>
                  </a:lnTo>
                  <a:lnTo>
                    <a:pt x="792213" y="1750682"/>
                  </a:lnTo>
                  <a:lnTo>
                    <a:pt x="754367" y="1771611"/>
                  </a:lnTo>
                  <a:lnTo>
                    <a:pt x="720026" y="1797469"/>
                  </a:lnTo>
                  <a:lnTo>
                    <a:pt x="689660" y="1827758"/>
                  </a:lnTo>
                  <a:lnTo>
                    <a:pt x="663752" y="1862023"/>
                  </a:lnTo>
                  <a:lnTo>
                    <a:pt x="642772" y="1899780"/>
                  </a:lnTo>
                  <a:lnTo>
                    <a:pt x="627202" y="1940547"/>
                  </a:lnTo>
                  <a:lnTo>
                    <a:pt x="617499" y="1983841"/>
                  </a:lnTo>
                  <a:lnTo>
                    <a:pt x="614172" y="2029206"/>
                  </a:lnTo>
                  <a:lnTo>
                    <a:pt x="617499" y="2074583"/>
                  </a:lnTo>
                  <a:lnTo>
                    <a:pt x="627202" y="2117877"/>
                  </a:lnTo>
                  <a:lnTo>
                    <a:pt x="642772" y="2158644"/>
                  </a:lnTo>
                  <a:lnTo>
                    <a:pt x="663752" y="2196401"/>
                  </a:lnTo>
                  <a:lnTo>
                    <a:pt x="689660" y="2230666"/>
                  </a:lnTo>
                  <a:lnTo>
                    <a:pt x="720026" y="2260955"/>
                  </a:lnTo>
                  <a:lnTo>
                    <a:pt x="754367" y="2286812"/>
                  </a:lnTo>
                  <a:lnTo>
                    <a:pt x="792213" y="2307742"/>
                  </a:lnTo>
                  <a:lnTo>
                    <a:pt x="833094" y="2323287"/>
                  </a:lnTo>
                  <a:lnTo>
                    <a:pt x="876515" y="2332964"/>
                  </a:lnTo>
                  <a:lnTo>
                    <a:pt x="922020" y="2336292"/>
                  </a:lnTo>
                  <a:lnTo>
                    <a:pt x="967511" y="2332964"/>
                  </a:lnTo>
                  <a:lnTo>
                    <a:pt x="1010932" y="2323287"/>
                  </a:lnTo>
                  <a:lnTo>
                    <a:pt x="1051814" y="2307742"/>
                  </a:lnTo>
                  <a:lnTo>
                    <a:pt x="1089660" y="2286812"/>
                  </a:lnTo>
                  <a:lnTo>
                    <a:pt x="1124000" y="2260955"/>
                  </a:lnTo>
                  <a:lnTo>
                    <a:pt x="1154366" y="2230666"/>
                  </a:lnTo>
                  <a:lnTo>
                    <a:pt x="1180274" y="2196401"/>
                  </a:lnTo>
                  <a:lnTo>
                    <a:pt x="1201254" y="2158644"/>
                  </a:lnTo>
                  <a:lnTo>
                    <a:pt x="1216825" y="2117877"/>
                  </a:lnTo>
                  <a:lnTo>
                    <a:pt x="1226527" y="2074583"/>
                  </a:lnTo>
                  <a:lnTo>
                    <a:pt x="1229868" y="2029206"/>
                  </a:lnTo>
                  <a:close/>
                </a:path>
              </a:pathLst>
            </a:custGeom>
            <a:solidFill>
              <a:srgbClr val="EA1C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0">
              <a:extLst>
                <a:ext uri="{FF2B5EF4-FFF2-40B4-BE49-F238E27FC236}">
                  <a16:creationId xmlns:a16="http://schemas.microsoft.com/office/drawing/2014/main" id="{6492AE2A-5DD8-ED6B-B66B-C0BB68DACE0D}"/>
                </a:ext>
              </a:extLst>
            </p:cNvPr>
            <p:cNvSpPr/>
            <p:nvPr/>
          </p:nvSpPr>
          <p:spPr>
            <a:xfrm>
              <a:off x="0" y="1226477"/>
              <a:ext cx="2216785" cy="5469255"/>
            </a:xfrm>
            <a:custGeom>
              <a:avLst/>
              <a:gdLst/>
              <a:ahLst/>
              <a:cxnLst/>
              <a:rect l="l" t="t" r="r" b="b"/>
              <a:pathLst>
                <a:path w="2216785" h="5469255">
                  <a:moveTo>
                    <a:pt x="0" y="0"/>
                  </a:moveTo>
                  <a:lnTo>
                    <a:pt x="0" y="5468797"/>
                  </a:lnTo>
                  <a:lnTo>
                    <a:pt x="30884" y="5462208"/>
                  </a:lnTo>
                  <a:lnTo>
                    <a:pt x="75949" y="5451805"/>
                  </a:lnTo>
                  <a:lnTo>
                    <a:pt x="120732" y="5440679"/>
                  </a:lnTo>
                  <a:lnTo>
                    <a:pt x="165228" y="5428836"/>
                  </a:lnTo>
                  <a:lnTo>
                    <a:pt x="209430" y="5416282"/>
                  </a:lnTo>
                  <a:lnTo>
                    <a:pt x="253331" y="5403024"/>
                  </a:lnTo>
                  <a:lnTo>
                    <a:pt x="296924" y="5389069"/>
                  </a:lnTo>
                  <a:lnTo>
                    <a:pt x="340204" y="5374423"/>
                  </a:lnTo>
                  <a:lnTo>
                    <a:pt x="383163" y="5359092"/>
                  </a:lnTo>
                  <a:lnTo>
                    <a:pt x="425796" y="5343084"/>
                  </a:lnTo>
                  <a:lnTo>
                    <a:pt x="468095" y="5326404"/>
                  </a:lnTo>
                  <a:lnTo>
                    <a:pt x="510055" y="5309059"/>
                  </a:lnTo>
                  <a:lnTo>
                    <a:pt x="551668" y="5291056"/>
                  </a:lnTo>
                  <a:lnTo>
                    <a:pt x="592929" y="5272401"/>
                  </a:lnTo>
                  <a:lnTo>
                    <a:pt x="633830" y="5253101"/>
                  </a:lnTo>
                  <a:lnTo>
                    <a:pt x="674365" y="5233161"/>
                  </a:lnTo>
                  <a:lnTo>
                    <a:pt x="714528" y="5212589"/>
                  </a:lnTo>
                  <a:lnTo>
                    <a:pt x="754313" y="5191392"/>
                  </a:lnTo>
                  <a:lnTo>
                    <a:pt x="793712" y="5169574"/>
                  </a:lnTo>
                  <a:lnTo>
                    <a:pt x="832719" y="5147144"/>
                  </a:lnTo>
                  <a:lnTo>
                    <a:pt x="871328" y="5124108"/>
                  </a:lnTo>
                  <a:lnTo>
                    <a:pt x="909532" y="5100472"/>
                  </a:lnTo>
                  <a:lnTo>
                    <a:pt x="947324" y="5076242"/>
                  </a:lnTo>
                  <a:lnTo>
                    <a:pt x="984699" y="5051425"/>
                  </a:lnTo>
                  <a:lnTo>
                    <a:pt x="1021650" y="5026028"/>
                  </a:lnTo>
                  <a:lnTo>
                    <a:pt x="1058170" y="5000057"/>
                  </a:lnTo>
                  <a:lnTo>
                    <a:pt x="1094252" y="4973519"/>
                  </a:lnTo>
                  <a:lnTo>
                    <a:pt x="1129890" y="4946420"/>
                  </a:lnTo>
                  <a:lnTo>
                    <a:pt x="1165079" y="4918767"/>
                  </a:lnTo>
                  <a:lnTo>
                    <a:pt x="1199810" y="4890565"/>
                  </a:lnTo>
                  <a:lnTo>
                    <a:pt x="1234078" y="4861823"/>
                  </a:lnTo>
                  <a:lnTo>
                    <a:pt x="1267876" y="4832545"/>
                  </a:lnTo>
                  <a:lnTo>
                    <a:pt x="1301198" y="4802739"/>
                  </a:lnTo>
                  <a:lnTo>
                    <a:pt x="1334037" y="4772412"/>
                  </a:lnTo>
                  <a:lnTo>
                    <a:pt x="1366387" y="4741569"/>
                  </a:lnTo>
                  <a:lnTo>
                    <a:pt x="1398241" y="4710217"/>
                  </a:lnTo>
                  <a:lnTo>
                    <a:pt x="1429592" y="4678362"/>
                  </a:lnTo>
                  <a:lnTo>
                    <a:pt x="1460435" y="4646012"/>
                  </a:lnTo>
                  <a:lnTo>
                    <a:pt x="1490762" y="4613173"/>
                  </a:lnTo>
                  <a:lnTo>
                    <a:pt x="1520568" y="4579851"/>
                  </a:lnTo>
                  <a:lnTo>
                    <a:pt x="1549845" y="4546052"/>
                  </a:lnTo>
                  <a:lnTo>
                    <a:pt x="1578587" y="4511784"/>
                  </a:lnTo>
                  <a:lnTo>
                    <a:pt x="1606788" y="4477052"/>
                  </a:lnTo>
                  <a:lnTo>
                    <a:pt x="1634441" y="4441864"/>
                  </a:lnTo>
                  <a:lnTo>
                    <a:pt x="1661539" y="4406225"/>
                  </a:lnTo>
                  <a:lnTo>
                    <a:pt x="1688077" y="4370142"/>
                  </a:lnTo>
                  <a:lnTo>
                    <a:pt x="1714047" y="4333622"/>
                  </a:lnTo>
                  <a:lnTo>
                    <a:pt x="1739444" y="4296672"/>
                  </a:lnTo>
                  <a:lnTo>
                    <a:pt x="1764260" y="4259297"/>
                  </a:lnTo>
                  <a:lnTo>
                    <a:pt x="1788489" y="4221504"/>
                  </a:lnTo>
                  <a:lnTo>
                    <a:pt x="1812125" y="4183300"/>
                  </a:lnTo>
                  <a:lnTo>
                    <a:pt x="1835161" y="4144691"/>
                  </a:lnTo>
                  <a:lnTo>
                    <a:pt x="1857590" y="4105684"/>
                  </a:lnTo>
                  <a:lnTo>
                    <a:pt x="1879407" y="4066285"/>
                  </a:lnTo>
                  <a:lnTo>
                    <a:pt x="1900604" y="4026501"/>
                  </a:lnTo>
                  <a:lnTo>
                    <a:pt x="1921175" y="3986338"/>
                  </a:lnTo>
                  <a:lnTo>
                    <a:pt x="1941114" y="3945803"/>
                  </a:lnTo>
                  <a:lnTo>
                    <a:pt x="1960414" y="3904902"/>
                  </a:lnTo>
                  <a:lnTo>
                    <a:pt x="1979069" y="3863641"/>
                  </a:lnTo>
                  <a:lnTo>
                    <a:pt x="1997072" y="3822028"/>
                  </a:lnTo>
                  <a:lnTo>
                    <a:pt x="2014416" y="3780069"/>
                  </a:lnTo>
                  <a:lnTo>
                    <a:pt x="2031095" y="3737770"/>
                  </a:lnTo>
                  <a:lnTo>
                    <a:pt x="2047103" y="3695138"/>
                  </a:lnTo>
                  <a:lnTo>
                    <a:pt x="2062433" y="3652179"/>
                  </a:lnTo>
                  <a:lnTo>
                    <a:pt x="2077079" y="3608900"/>
                  </a:lnTo>
                  <a:lnTo>
                    <a:pt x="2091034" y="3565307"/>
                  </a:lnTo>
                  <a:lnTo>
                    <a:pt x="2104291" y="3521406"/>
                  </a:lnTo>
                  <a:lnTo>
                    <a:pt x="2116844" y="3477205"/>
                  </a:lnTo>
                  <a:lnTo>
                    <a:pt x="2128687" y="3432710"/>
                  </a:lnTo>
                  <a:lnTo>
                    <a:pt x="2139813" y="3387927"/>
                  </a:lnTo>
                  <a:lnTo>
                    <a:pt x="2150216" y="3342863"/>
                  </a:lnTo>
                  <a:lnTo>
                    <a:pt x="2159888" y="3297525"/>
                  </a:lnTo>
                  <a:lnTo>
                    <a:pt x="2168825" y="3251917"/>
                  </a:lnTo>
                  <a:lnTo>
                    <a:pt x="2177018" y="3206049"/>
                  </a:lnTo>
                  <a:lnTo>
                    <a:pt x="2184462" y="3159925"/>
                  </a:lnTo>
                  <a:lnTo>
                    <a:pt x="2191149" y="3113552"/>
                  </a:lnTo>
                  <a:lnTo>
                    <a:pt x="2197075" y="3066937"/>
                  </a:lnTo>
                  <a:lnTo>
                    <a:pt x="2202231" y="3020087"/>
                  </a:lnTo>
                  <a:lnTo>
                    <a:pt x="2206612" y="2973007"/>
                  </a:lnTo>
                  <a:lnTo>
                    <a:pt x="2210211" y="2925705"/>
                  </a:lnTo>
                  <a:lnTo>
                    <a:pt x="2213022" y="2878186"/>
                  </a:lnTo>
                  <a:lnTo>
                    <a:pt x="2215037" y="2830458"/>
                  </a:lnTo>
                  <a:lnTo>
                    <a:pt x="2216251" y="2782526"/>
                  </a:lnTo>
                  <a:lnTo>
                    <a:pt x="2216658" y="2734398"/>
                  </a:lnTo>
                  <a:lnTo>
                    <a:pt x="2216251" y="2686270"/>
                  </a:lnTo>
                  <a:lnTo>
                    <a:pt x="2215037" y="2638339"/>
                  </a:lnTo>
                  <a:lnTo>
                    <a:pt x="2213022" y="2590611"/>
                  </a:lnTo>
                  <a:lnTo>
                    <a:pt x="2210211" y="2543092"/>
                  </a:lnTo>
                  <a:lnTo>
                    <a:pt x="2206612" y="2495790"/>
                  </a:lnTo>
                  <a:lnTo>
                    <a:pt x="2202231" y="2448710"/>
                  </a:lnTo>
                  <a:lnTo>
                    <a:pt x="2197075" y="2401859"/>
                  </a:lnTo>
                  <a:lnTo>
                    <a:pt x="2191149" y="2355244"/>
                  </a:lnTo>
                  <a:lnTo>
                    <a:pt x="2184462" y="2308872"/>
                  </a:lnTo>
                  <a:lnTo>
                    <a:pt x="2177018" y="2262748"/>
                  </a:lnTo>
                  <a:lnTo>
                    <a:pt x="2168825" y="2216879"/>
                  </a:lnTo>
                  <a:lnTo>
                    <a:pt x="2159888" y="2171272"/>
                  </a:lnTo>
                  <a:lnTo>
                    <a:pt x="2150216" y="2125933"/>
                  </a:lnTo>
                  <a:lnTo>
                    <a:pt x="2139813" y="2080869"/>
                  </a:lnTo>
                  <a:lnTo>
                    <a:pt x="2128687" y="2036086"/>
                  </a:lnTo>
                  <a:lnTo>
                    <a:pt x="2116844" y="1991591"/>
                  </a:lnTo>
                  <a:lnTo>
                    <a:pt x="2104291" y="1947390"/>
                  </a:lnTo>
                  <a:lnTo>
                    <a:pt x="2091034" y="1903490"/>
                  </a:lnTo>
                  <a:lnTo>
                    <a:pt x="2077079" y="1859897"/>
                  </a:lnTo>
                  <a:lnTo>
                    <a:pt x="2062433" y="1816618"/>
                  </a:lnTo>
                  <a:lnTo>
                    <a:pt x="2047103" y="1773659"/>
                  </a:lnTo>
                  <a:lnTo>
                    <a:pt x="2031095" y="1731027"/>
                  </a:lnTo>
                  <a:lnTo>
                    <a:pt x="2014416" y="1688728"/>
                  </a:lnTo>
                  <a:lnTo>
                    <a:pt x="1997072" y="1646768"/>
                  </a:lnTo>
                  <a:lnTo>
                    <a:pt x="1979069" y="1605155"/>
                  </a:lnTo>
                  <a:lnTo>
                    <a:pt x="1960414" y="1563895"/>
                  </a:lnTo>
                  <a:lnTo>
                    <a:pt x="1941114" y="1522994"/>
                  </a:lnTo>
                  <a:lnTo>
                    <a:pt x="1921175" y="1482459"/>
                  </a:lnTo>
                  <a:lnTo>
                    <a:pt x="1900604" y="1442296"/>
                  </a:lnTo>
                  <a:lnTo>
                    <a:pt x="1879407" y="1402512"/>
                  </a:lnTo>
                  <a:lnTo>
                    <a:pt x="1857590" y="1363113"/>
                  </a:lnTo>
                  <a:lnTo>
                    <a:pt x="1835161" y="1324106"/>
                  </a:lnTo>
                  <a:lnTo>
                    <a:pt x="1812125" y="1285497"/>
                  </a:lnTo>
                  <a:lnTo>
                    <a:pt x="1788489" y="1247293"/>
                  </a:lnTo>
                  <a:lnTo>
                    <a:pt x="1764260" y="1209500"/>
                  </a:lnTo>
                  <a:lnTo>
                    <a:pt x="1739444" y="1172125"/>
                  </a:lnTo>
                  <a:lnTo>
                    <a:pt x="1714047" y="1135174"/>
                  </a:lnTo>
                  <a:lnTo>
                    <a:pt x="1688077" y="1098654"/>
                  </a:lnTo>
                  <a:lnTo>
                    <a:pt x="1661539" y="1062572"/>
                  </a:lnTo>
                  <a:lnTo>
                    <a:pt x="1634441" y="1026933"/>
                  </a:lnTo>
                  <a:lnTo>
                    <a:pt x="1606788" y="991744"/>
                  </a:lnTo>
                  <a:lnTo>
                    <a:pt x="1578587" y="957013"/>
                  </a:lnTo>
                  <a:lnTo>
                    <a:pt x="1549845" y="922744"/>
                  </a:lnTo>
                  <a:lnTo>
                    <a:pt x="1520568" y="888946"/>
                  </a:lnTo>
                  <a:lnTo>
                    <a:pt x="1490762" y="855624"/>
                  </a:lnTo>
                  <a:lnTo>
                    <a:pt x="1460435" y="822784"/>
                  </a:lnTo>
                  <a:lnTo>
                    <a:pt x="1429592" y="790434"/>
                  </a:lnTo>
                  <a:lnTo>
                    <a:pt x="1398241" y="758580"/>
                  </a:lnTo>
                  <a:lnTo>
                    <a:pt x="1366387" y="727228"/>
                  </a:lnTo>
                  <a:lnTo>
                    <a:pt x="1334037" y="696385"/>
                  </a:lnTo>
                  <a:lnTo>
                    <a:pt x="1301198" y="666057"/>
                  </a:lnTo>
                  <a:lnTo>
                    <a:pt x="1267876" y="636251"/>
                  </a:lnTo>
                  <a:lnTo>
                    <a:pt x="1234078" y="606974"/>
                  </a:lnTo>
                  <a:lnTo>
                    <a:pt x="1199810" y="578231"/>
                  </a:lnTo>
                  <a:lnTo>
                    <a:pt x="1165079" y="550030"/>
                  </a:lnTo>
                  <a:lnTo>
                    <a:pt x="1129890" y="522376"/>
                  </a:lnTo>
                  <a:lnTo>
                    <a:pt x="1094252" y="495277"/>
                  </a:lnTo>
                  <a:lnTo>
                    <a:pt x="1058170" y="468739"/>
                  </a:lnTo>
                  <a:lnTo>
                    <a:pt x="1021650" y="442768"/>
                  </a:lnTo>
                  <a:lnTo>
                    <a:pt x="984699" y="417371"/>
                  </a:lnTo>
                  <a:lnTo>
                    <a:pt x="947324" y="392555"/>
                  </a:lnTo>
                  <a:lnTo>
                    <a:pt x="909532" y="368325"/>
                  </a:lnTo>
                  <a:lnTo>
                    <a:pt x="871328" y="344689"/>
                  </a:lnTo>
                  <a:lnTo>
                    <a:pt x="832719" y="321652"/>
                  </a:lnTo>
                  <a:lnTo>
                    <a:pt x="793712" y="299222"/>
                  </a:lnTo>
                  <a:lnTo>
                    <a:pt x="754313" y="277405"/>
                  </a:lnTo>
                  <a:lnTo>
                    <a:pt x="714528" y="256207"/>
                  </a:lnTo>
                  <a:lnTo>
                    <a:pt x="674365" y="235636"/>
                  </a:lnTo>
                  <a:lnTo>
                    <a:pt x="633830" y="215696"/>
                  </a:lnTo>
                  <a:lnTo>
                    <a:pt x="592929" y="196396"/>
                  </a:lnTo>
                  <a:lnTo>
                    <a:pt x="551668" y="177740"/>
                  </a:lnTo>
                  <a:lnTo>
                    <a:pt x="510055" y="159737"/>
                  </a:lnTo>
                  <a:lnTo>
                    <a:pt x="468095" y="142392"/>
                  </a:lnTo>
                  <a:lnTo>
                    <a:pt x="425796" y="125713"/>
                  </a:lnTo>
                  <a:lnTo>
                    <a:pt x="383163" y="109704"/>
                  </a:lnTo>
                  <a:lnTo>
                    <a:pt x="340204" y="94374"/>
                  </a:lnTo>
                  <a:lnTo>
                    <a:pt x="296924" y="79728"/>
                  </a:lnTo>
                  <a:lnTo>
                    <a:pt x="253331" y="65772"/>
                  </a:lnTo>
                  <a:lnTo>
                    <a:pt x="209430" y="52515"/>
                  </a:lnTo>
                  <a:lnTo>
                    <a:pt x="165228" y="39961"/>
                  </a:lnTo>
                  <a:lnTo>
                    <a:pt x="120732" y="28118"/>
                  </a:lnTo>
                  <a:lnTo>
                    <a:pt x="75949" y="16991"/>
                  </a:lnTo>
                  <a:lnTo>
                    <a:pt x="30884" y="65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11">
              <a:extLst>
                <a:ext uri="{FF2B5EF4-FFF2-40B4-BE49-F238E27FC236}">
                  <a16:creationId xmlns:a16="http://schemas.microsoft.com/office/drawing/2014/main" id="{EB9E4B4C-E0FB-15C3-00D1-DD059413184D}"/>
                </a:ext>
              </a:extLst>
            </p:cNvPr>
            <p:cNvSpPr/>
            <p:nvPr/>
          </p:nvSpPr>
          <p:spPr>
            <a:xfrm>
              <a:off x="0" y="1226477"/>
              <a:ext cx="2216785" cy="5469255"/>
            </a:xfrm>
            <a:custGeom>
              <a:avLst/>
              <a:gdLst/>
              <a:ahLst/>
              <a:cxnLst/>
              <a:rect l="l" t="t" r="r" b="b"/>
              <a:pathLst>
                <a:path w="2216785" h="5469255">
                  <a:moveTo>
                    <a:pt x="0" y="0"/>
                  </a:moveTo>
                  <a:lnTo>
                    <a:pt x="75949" y="16991"/>
                  </a:lnTo>
                  <a:lnTo>
                    <a:pt x="120732" y="28118"/>
                  </a:lnTo>
                  <a:lnTo>
                    <a:pt x="165228" y="39961"/>
                  </a:lnTo>
                  <a:lnTo>
                    <a:pt x="209430" y="52515"/>
                  </a:lnTo>
                  <a:lnTo>
                    <a:pt x="253331" y="65772"/>
                  </a:lnTo>
                  <a:lnTo>
                    <a:pt x="296924" y="79728"/>
                  </a:lnTo>
                  <a:lnTo>
                    <a:pt x="340204" y="94374"/>
                  </a:lnTo>
                  <a:lnTo>
                    <a:pt x="383163" y="109704"/>
                  </a:lnTo>
                  <a:lnTo>
                    <a:pt x="425796" y="125713"/>
                  </a:lnTo>
                  <a:lnTo>
                    <a:pt x="468095" y="142392"/>
                  </a:lnTo>
                  <a:lnTo>
                    <a:pt x="510055" y="159737"/>
                  </a:lnTo>
                  <a:lnTo>
                    <a:pt x="551668" y="177740"/>
                  </a:lnTo>
                  <a:lnTo>
                    <a:pt x="592929" y="196396"/>
                  </a:lnTo>
                  <a:lnTo>
                    <a:pt x="633830" y="215696"/>
                  </a:lnTo>
                  <a:lnTo>
                    <a:pt x="674365" y="235636"/>
                  </a:lnTo>
                  <a:lnTo>
                    <a:pt x="714528" y="256207"/>
                  </a:lnTo>
                  <a:lnTo>
                    <a:pt x="754313" y="277405"/>
                  </a:lnTo>
                  <a:lnTo>
                    <a:pt x="793712" y="299222"/>
                  </a:lnTo>
                  <a:lnTo>
                    <a:pt x="832719" y="321652"/>
                  </a:lnTo>
                  <a:lnTo>
                    <a:pt x="871328" y="344689"/>
                  </a:lnTo>
                  <a:lnTo>
                    <a:pt x="909532" y="368325"/>
                  </a:lnTo>
                  <a:lnTo>
                    <a:pt x="947324" y="392555"/>
                  </a:lnTo>
                  <a:lnTo>
                    <a:pt x="984699" y="417371"/>
                  </a:lnTo>
                  <a:lnTo>
                    <a:pt x="1021650" y="442768"/>
                  </a:lnTo>
                  <a:lnTo>
                    <a:pt x="1058170" y="468739"/>
                  </a:lnTo>
                  <a:lnTo>
                    <a:pt x="1094252" y="495277"/>
                  </a:lnTo>
                  <a:lnTo>
                    <a:pt x="1129890" y="522376"/>
                  </a:lnTo>
                  <a:lnTo>
                    <a:pt x="1165079" y="550030"/>
                  </a:lnTo>
                  <a:lnTo>
                    <a:pt x="1199810" y="578231"/>
                  </a:lnTo>
                  <a:lnTo>
                    <a:pt x="1234078" y="606974"/>
                  </a:lnTo>
                  <a:lnTo>
                    <a:pt x="1267876" y="636251"/>
                  </a:lnTo>
                  <a:lnTo>
                    <a:pt x="1301198" y="666057"/>
                  </a:lnTo>
                  <a:lnTo>
                    <a:pt x="1334037" y="696385"/>
                  </a:lnTo>
                  <a:lnTo>
                    <a:pt x="1366387" y="727228"/>
                  </a:lnTo>
                  <a:lnTo>
                    <a:pt x="1398241" y="758580"/>
                  </a:lnTo>
                  <a:lnTo>
                    <a:pt x="1429592" y="790434"/>
                  </a:lnTo>
                  <a:lnTo>
                    <a:pt x="1460435" y="822784"/>
                  </a:lnTo>
                  <a:lnTo>
                    <a:pt x="1490762" y="855624"/>
                  </a:lnTo>
                  <a:lnTo>
                    <a:pt x="1520568" y="888946"/>
                  </a:lnTo>
                  <a:lnTo>
                    <a:pt x="1549845" y="922744"/>
                  </a:lnTo>
                  <a:lnTo>
                    <a:pt x="1578587" y="957013"/>
                  </a:lnTo>
                  <a:lnTo>
                    <a:pt x="1606788" y="991744"/>
                  </a:lnTo>
                  <a:lnTo>
                    <a:pt x="1634441" y="1026933"/>
                  </a:lnTo>
                  <a:lnTo>
                    <a:pt x="1661539" y="1062572"/>
                  </a:lnTo>
                  <a:lnTo>
                    <a:pt x="1688077" y="1098654"/>
                  </a:lnTo>
                  <a:lnTo>
                    <a:pt x="1714047" y="1135174"/>
                  </a:lnTo>
                  <a:lnTo>
                    <a:pt x="1739444" y="1172125"/>
                  </a:lnTo>
                  <a:lnTo>
                    <a:pt x="1764260" y="1209500"/>
                  </a:lnTo>
                  <a:lnTo>
                    <a:pt x="1788489" y="1247293"/>
                  </a:lnTo>
                  <a:lnTo>
                    <a:pt x="1812125" y="1285497"/>
                  </a:lnTo>
                  <a:lnTo>
                    <a:pt x="1835161" y="1324106"/>
                  </a:lnTo>
                  <a:lnTo>
                    <a:pt x="1857590" y="1363113"/>
                  </a:lnTo>
                  <a:lnTo>
                    <a:pt x="1879407" y="1402512"/>
                  </a:lnTo>
                  <a:lnTo>
                    <a:pt x="1900604" y="1442296"/>
                  </a:lnTo>
                  <a:lnTo>
                    <a:pt x="1921175" y="1482459"/>
                  </a:lnTo>
                  <a:lnTo>
                    <a:pt x="1941114" y="1522994"/>
                  </a:lnTo>
                  <a:lnTo>
                    <a:pt x="1960414" y="1563895"/>
                  </a:lnTo>
                  <a:lnTo>
                    <a:pt x="1979069" y="1605155"/>
                  </a:lnTo>
                  <a:lnTo>
                    <a:pt x="1997072" y="1646768"/>
                  </a:lnTo>
                  <a:lnTo>
                    <a:pt x="2014416" y="1688728"/>
                  </a:lnTo>
                  <a:lnTo>
                    <a:pt x="2031095" y="1731027"/>
                  </a:lnTo>
                  <a:lnTo>
                    <a:pt x="2047103" y="1773659"/>
                  </a:lnTo>
                  <a:lnTo>
                    <a:pt x="2062433" y="1816618"/>
                  </a:lnTo>
                  <a:lnTo>
                    <a:pt x="2077079" y="1859897"/>
                  </a:lnTo>
                  <a:lnTo>
                    <a:pt x="2091034" y="1903490"/>
                  </a:lnTo>
                  <a:lnTo>
                    <a:pt x="2104291" y="1947390"/>
                  </a:lnTo>
                  <a:lnTo>
                    <a:pt x="2116844" y="1991591"/>
                  </a:lnTo>
                  <a:lnTo>
                    <a:pt x="2128687" y="2036086"/>
                  </a:lnTo>
                  <a:lnTo>
                    <a:pt x="2139813" y="2080869"/>
                  </a:lnTo>
                  <a:lnTo>
                    <a:pt x="2150216" y="2125933"/>
                  </a:lnTo>
                  <a:lnTo>
                    <a:pt x="2159888" y="2171272"/>
                  </a:lnTo>
                  <a:lnTo>
                    <a:pt x="2168825" y="2216879"/>
                  </a:lnTo>
                  <a:lnTo>
                    <a:pt x="2177018" y="2262748"/>
                  </a:lnTo>
                  <a:lnTo>
                    <a:pt x="2184462" y="2308872"/>
                  </a:lnTo>
                  <a:lnTo>
                    <a:pt x="2191149" y="2355244"/>
                  </a:lnTo>
                  <a:lnTo>
                    <a:pt x="2197075" y="2401859"/>
                  </a:lnTo>
                  <a:lnTo>
                    <a:pt x="2202231" y="2448710"/>
                  </a:lnTo>
                  <a:lnTo>
                    <a:pt x="2206612" y="2495790"/>
                  </a:lnTo>
                  <a:lnTo>
                    <a:pt x="2210211" y="2543092"/>
                  </a:lnTo>
                  <a:lnTo>
                    <a:pt x="2213022" y="2590611"/>
                  </a:lnTo>
                  <a:lnTo>
                    <a:pt x="2215037" y="2638339"/>
                  </a:lnTo>
                  <a:lnTo>
                    <a:pt x="2216251" y="2686270"/>
                  </a:lnTo>
                  <a:lnTo>
                    <a:pt x="2216658" y="2734398"/>
                  </a:lnTo>
                  <a:lnTo>
                    <a:pt x="2216251" y="2782526"/>
                  </a:lnTo>
                  <a:lnTo>
                    <a:pt x="2215037" y="2830458"/>
                  </a:lnTo>
                  <a:lnTo>
                    <a:pt x="2213022" y="2878186"/>
                  </a:lnTo>
                  <a:lnTo>
                    <a:pt x="2210211" y="2925705"/>
                  </a:lnTo>
                  <a:lnTo>
                    <a:pt x="2206612" y="2973007"/>
                  </a:lnTo>
                  <a:lnTo>
                    <a:pt x="2202231" y="3020087"/>
                  </a:lnTo>
                  <a:lnTo>
                    <a:pt x="2197075" y="3066937"/>
                  </a:lnTo>
                  <a:lnTo>
                    <a:pt x="2191149" y="3113552"/>
                  </a:lnTo>
                  <a:lnTo>
                    <a:pt x="2184462" y="3159925"/>
                  </a:lnTo>
                  <a:lnTo>
                    <a:pt x="2177018" y="3206049"/>
                  </a:lnTo>
                  <a:lnTo>
                    <a:pt x="2168825" y="3251917"/>
                  </a:lnTo>
                  <a:lnTo>
                    <a:pt x="2159888" y="3297525"/>
                  </a:lnTo>
                  <a:lnTo>
                    <a:pt x="2150216" y="3342863"/>
                  </a:lnTo>
                  <a:lnTo>
                    <a:pt x="2139813" y="3387927"/>
                  </a:lnTo>
                  <a:lnTo>
                    <a:pt x="2128687" y="3432710"/>
                  </a:lnTo>
                  <a:lnTo>
                    <a:pt x="2116844" y="3477205"/>
                  </a:lnTo>
                  <a:lnTo>
                    <a:pt x="2104291" y="3521406"/>
                  </a:lnTo>
                  <a:lnTo>
                    <a:pt x="2091034" y="3565307"/>
                  </a:lnTo>
                  <a:lnTo>
                    <a:pt x="2077079" y="3608900"/>
                  </a:lnTo>
                  <a:lnTo>
                    <a:pt x="2062433" y="3652179"/>
                  </a:lnTo>
                  <a:lnTo>
                    <a:pt x="2047103" y="3695138"/>
                  </a:lnTo>
                  <a:lnTo>
                    <a:pt x="2031095" y="3737770"/>
                  </a:lnTo>
                  <a:lnTo>
                    <a:pt x="2014416" y="3780069"/>
                  </a:lnTo>
                  <a:lnTo>
                    <a:pt x="1997072" y="3822028"/>
                  </a:lnTo>
                  <a:lnTo>
                    <a:pt x="1979069" y="3863641"/>
                  </a:lnTo>
                  <a:lnTo>
                    <a:pt x="1960414" y="3904902"/>
                  </a:lnTo>
                  <a:lnTo>
                    <a:pt x="1941114" y="3945803"/>
                  </a:lnTo>
                  <a:lnTo>
                    <a:pt x="1921175" y="3986338"/>
                  </a:lnTo>
                  <a:lnTo>
                    <a:pt x="1900604" y="4026501"/>
                  </a:lnTo>
                  <a:lnTo>
                    <a:pt x="1879407" y="4066285"/>
                  </a:lnTo>
                  <a:lnTo>
                    <a:pt x="1857590" y="4105684"/>
                  </a:lnTo>
                  <a:lnTo>
                    <a:pt x="1835161" y="4144691"/>
                  </a:lnTo>
                  <a:lnTo>
                    <a:pt x="1812125" y="4183300"/>
                  </a:lnTo>
                  <a:lnTo>
                    <a:pt x="1788489" y="4221504"/>
                  </a:lnTo>
                  <a:lnTo>
                    <a:pt x="1764260" y="4259297"/>
                  </a:lnTo>
                  <a:lnTo>
                    <a:pt x="1739444" y="4296672"/>
                  </a:lnTo>
                  <a:lnTo>
                    <a:pt x="1714047" y="4333622"/>
                  </a:lnTo>
                  <a:lnTo>
                    <a:pt x="1688077" y="4370142"/>
                  </a:lnTo>
                  <a:lnTo>
                    <a:pt x="1661539" y="4406225"/>
                  </a:lnTo>
                  <a:lnTo>
                    <a:pt x="1634441" y="4441864"/>
                  </a:lnTo>
                  <a:lnTo>
                    <a:pt x="1606788" y="4477052"/>
                  </a:lnTo>
                  <a:lnTo>
                    <a:pt x="1578587" y="4511784"/>
                  </a:lnTo>
                  <a:lnTo>
                    <a:pt x="1549845" y="4546052"/>
                  </a:lnTo>
                  <a:lnTo>
                    <a:pt x="1520568" y="4579851"/>
                  </a:lnTo>
                  <a:lnTo>
                    <a:pt x="1490762" y="4613173"/>
                  </a:lnTo>
                  <a:lnTo>
                    <a:pt x="1460435" y="4646012"/>
                  </a:lnTo>
                  <a:lnTo>
                    <a:pt x="1429592" y="4678362"/>
                  </a:lnTo>
                  <a:lnTo>
                    <a:pt x="1398241" y="4710217"/>
                  </a:lnTo>
                  <a:lnTo>
                    <a:pt x="1366387" y="4741569"/>
                  </a:lnTo>
                  <a:lnTo>
                    <a:pt x="1334037" y="4772412"/>
                  </a:lnTo>
                  <a:lnTo>
                    <a:pt x="1301198" y="4802739"/>
                  </a:lnTo>
                  <a:lnTo>
                    <a:pt x="1267876" y="4832545"/>
                  </a:lnTo>
                  <a:lnTo>
                    <a:pt x="1234078" y="4861823"/>
                  </a:lnTo>
                  <a:lnTo>
                    <a:pt x="1199810" y="4890565"/>
                  </a:lnTo>
                  <a:lnTo>
                    <a:pt x="1165079" y="4918767"/>
                  </a:lnTo>
                  <a:lnTo>
                    <a:pt x="1129890" y="4946420"/>
                  </a:lnTo>
                  <a:lnTo>
                    <a:pt x="1094252" y="4973519"/>
                  </a:lnTo>
                  <a:lnTo>
                    <a:pt x="1058170" y="5000057"/>
                  </a:lnTo>
                  <a:lnTo>
                    <a:pt x="1021650" y="5026028"/>
                  </a:lnTo>
                  <a:lnTo>
                    <a:pt x="984699" y="5051425"/>
                  </a:lnTo>
                  <a:lnTo>
                    <a:pt x="947324" y="5076242"/>
                  </a:lnTo>
                  <a:lnTo>
                    <a:pt x="909532" y="5100472"/>
                  </a:lnTo>
                  <a:lnTo>
                    <a:pt x="871328" y="5124108"/>
                  </a:lnTo>
                  <a:lnTo>
                    <a:pt x="832719" y="5147144"/>
                  </a:lnTo>
                  <a:lnTo>
                    <a:pt x="793712" y="5169574"/>
                  </a:lnTo>
                  <a:lnTo>
                    <a:pt x="754313" y="5191392"/>
                  </a:lnTo>
                  <a:lnTo>
                    <a:pt x="714528" y="5212589"/>
                  </a:lnTo>
                  <a:lnTo>
                    <a:pt x="674365" y="5233161"/>
                  </a:lnTo>
                  <a:lnTo>
                    <a:pt x="633830" y="5253101"/>
                  </a:lnTo>
                  <a:lnTo>
                    <a:pt x="592929" y="5272401"/>
                  </a:lnTo>
                  <a:lnTo>
                    <a:pt x="551668" y="5291056"/>
                  </a:lnTo>
                  <a:lnTo>
                    <a:pt x="510055" y="5309059"/>
                  </a:lnTo>
                  <a:lnTo>
                    <a:pt x="468095" y="5326404"/>
                  </a:lnTo>
                  <a:lnTo>
                    <a:pt x="425796" y="5343084"/>
                  </a:lnTo>
                  <a:lnTo>
                    <a:pt x="383163" y="5359092"/>
                  </a:lnTo>
                  <a:lnTo>
                    <a:pt x="340204" y="5374423"/>
                  </a:lnTo>
                  <a:lnTo>
                    <a:pt x="296924" y="5389069"/>
                  </a:lnTo>
                  <a:lnTo>
                    <a:pt x="253331" y="5403024"/>
                  </a:lnTo>
                  <a:lnTo>
                    <a:pt x="209430" y="5416282"/>
                  </a:lnTo>
                  <a:lnTo>
                    <a:pt x="165228" y="5428836"/>
                  </a:lnTo>
                  <a:lnTo>
                    <a:pt x="120732" y="5440679"/>
                  </a:lnTo>
                  <a:lnTo>
                    <a:pt x="75949" y="5451805"/>
                  </a:lnTo>
                  <a:lnTo>
                    <a:pt x="30884" y="5462208"/>
                  </a:lnTo>
                  <a:lnTo>
                    <a:pt x="0" y="5468797"/>
                  </a:lnTo>
                </a:path>
              </a:pathLst>
            </a:custGeom>
            <a:ln w="38100">
              <a:solidFill>
                <a:srgbClr val="EA1C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12">
              <a:extLst>
                <a:ext uri="{FF2B5EF4-FFF2-40B4-BE49-F238E27FC236}">
                  <a16:creationId xmlns:a16="http://schemas.microsoft.com/office/drawing/2014/main" id="{B4D89E04-9068-1C1E-E0DC-47D6AE1A432A}"/>
                </a:ext>
              </a:extLst>
            </p:cNvPr>
            <p:cNvSpPr/>
            <p:nvPr/>
          </p:nvSpPr>
          <p:spPr>
            <a:xfrm>
              <a:off x="0" y="1568098"/>
              <a:ext cx="1892300" cy="4790440"/>
            </a:xfrm>
            <a:custGeom>
              <a:avLst/>
              <a:gdLst/>
              <a:ahLst/>
              <a:cxnLst/>
              <a:rect l="l" t="t" r="r" b="b"/>
              <a:pathLst>
                <a:path w="1892300" h="4790440">
                  <a:moveTo>
                    <a:pt x="0" y="0"/>
                  </a:moveTo>
                  <a:lnTo>
                    <a:pt x="40274" y="9853"/>
                  </a:lnTo>
                  <a:lnTo>
                    <a:pt x="85087" y="21724"/>
                  </a:lnTo>
                  <a:lnTo>
                    <a:pt x="129561" y="34412"/>
                  </a:lnTo>
                  <a:lnTo>
                    <a:pt x="173689" y="47909"/>
                  </a:lnTo>
                  <a:lnTo>
                    <a:pt x="217461" y="62206"/>
                  </a:lnTo>
                  <a:lnTo>
                    <a:pt x="260868" y="77295"/>
                  </a:lnTo>
                  <a:lnTo>
                    <a:pt x="303903" y="93167"/>
                  </a:lnTo>
                  <a:lnTo>
                    <a:pt x="346556" y="109813"/>
                  </a:lnTo>
                  <a:lnTo>
                    <a:pt x="388820" y="127226"/>
                  </a:lnTo>
                  <a:lnTo>
                    <a:pt x="430685" y="145396"/>
                  </a:lnTo>
                  <a:lnTo>
                    <a:pt x="472144" y="164315"/>
                  </a:lnTo>
                  <a:lnTo>
                    <a:pt x="513187" y="183974"/>
                  </a:lnTo>
                  <a:lnTo>
                    <a:pt x="553805" y="204366"/>
                  </a:lnTo>
                  <a:lnTo>
                    <a:pt x="593991" y="225480"/>
                  </a:lnTo>
                  <a:lnTo>
                    <a:pt x="633736" y="247309"/>
                  </a:lnTo>
                  <a:lnTo>
                    <a:pt x="673032" y="269845"/>
                  </a:lnTo>
                  <a:lnTo>
                    <a:pt x="711869" y="293078"/>
                  </a:lnTo>
                  <a:lnTo>
                    <a:pt x="750239" y="317000"/>
                  </a:lnTo>
                  <a:lnTo>
                    <a:pt x="788134" y="341603"/>
                  </a:lnTo>
                  <a:lnTo>
                    <a:pt x="825545" y="366877"/>
                  </a:lnTo>
                  <a:lnTo>
                    <a:pt x="862464" y="392816"/>
                  </a:lnTo>
                  <a:lnTo>
                    <a:pt x="898881" y="419409"/>
                  </a:lnTo>
                  <a:lnTo>
                    <a:pt x="934789" y="446648"/>
                  </a:lnTo>
                  <a:lnTo>
                    <a:pt x="970179" y="474525"/>
                  </a:lnTo>
                  <a:lnTo>
                    <a:pt x="1005043" y="503031"/>
                  </a:lnTo>
                  <a:lnTo>
                    <a:pt x="1039371" y="532159"/>
                  </a:lnTo>
                  <a:lnTo>
                    <a:pt x="1073155" y="561898"/>
                  </a:lnTo>
                  <a:lnTo>
                    <a:pt x="1106387" y="592240"/>
                  </a:lnTo>
                  <a:lnTo>
                    <a:pt x="1139058" y="623178"/>
                  </a:lnTo>
                  <a:lnTo>
                    <a:pt x="1171160" y="654702"/>
                  </a:lnTo>
                  <a:lnTo>
                    <a:pt x="1202684" y="686805"/>
                  </a:lnTo>
                  <a:lnTo>
                    <a:pt x="1233621" y="719476"/>
                  </a:lnTo>
                  <a:lnTo>
                    <a:pt x="1263964" y="752709"/>
                  </a:lnTo>
                  <a:lnTo>
                    <a:pt x="1293703" y="786493"/>
                  </a:lnTo>
                  <a:lnTo>
                    <a:pt x="1322829" y="820822"/>
                  </a:lnTo>
                  <a:lnTo>
                    <a:pt x="1351335" y="855685"/>
                  </a:lnTo>
                  <a:lnTo>
                    <a:pt x="1379212" y="891075"/>
                  </a:lnTo>
                  <a:lnTo>
                    <a:pt x="1406451" y="926983"/>
                  </a:lnTo>
                  <a:lnTo>
                    <a:pt x="1433043" y="963401"/>
                  </a:lnTo>
                  <a:lnTo>
                    <a:pt x="1458981" y="1000320"/>
                  </a:lnTo>
                  <a:lnTo>
                    <a:pt x="1484255" y="1037731"/>
                  </a:lnTo>
                  <a:lnTo>
                    <a:pt x="1508858" y="1075626"/>
                  </a:lnTo>
                  <a:lnTo>
                    <a:pt x="1532779" y="1113996"/>
                  </a:lnTo>
                  <a:lnTo>
                    <a:pt x="1556012" y="1152833"/>
                  </a:lnTo>
                  <a:lnTo>
                    <a:pt x="1578547" y="1192129"/>
                  </a:lnTo>
                  <a:lnTo>
                    <a:pt x="1600376" y="1231874"/>
                  </a:lnTo>
                  <a:lnTo>
                    <a:pt x="1621490" y="1272060"/>
                  </a:lnTo>
                  <a:lnTo>
                    <a:pt x="1641881" y="1312678"/>
                  </a:lnTo>
                  <a:lnTo>
                    <a:pt x="1661540" y="1353721"/>
                  </a:lnTo>
                  <a:lnTo>
                    <a:pt x="1680458" y="1395179"/>
                  </a:lnTo>
                  <a:lnTo>
                    <a:pt x="1698628" y="1437044"/>
                  </a:lnTo>
                  <a:lnTo>
                    <a:pt x="1716040" y="1479308"/>
                  </a:lnTo>
                  <a:lnTo>
                    <a:pt x="1732686" y="1521961"/>
                  </a:lnTo>
                  <a:lnTo>
                    <a:pt x="1748558" y="1564995"/>
                  </a:lnTo>
                  <a:lnTo>
                    <a:pt x="1763646" y="1608402"/>
                  </a:lnTo>
                  <a:lnTo>
                    <a:pt x="1777943" y="1652174"/>
                  </a:lnTo>
                  <a:lnTo>
                    <a:pt x="1791439" y="1696301"/>
                  </a:lnTo>
                  <a:lnTo>
                    <a:pt x="1804127" y="1740775"/>
                  </a:lnTo>
                  <a:lnTo>
                    <a:pt x="1815997" y="1785587"/>
                  </a:lnTo>
                  <a:lnTo>
                    <a:pt x="1827042" y="1830730"/>
                  </a:lnTo>
                  <a:lnTo>
                    <a:pt x="1837252" y="1876193"/>
                  </a:lnTo>
                  <a:lnTo>
                    <a:pt x="1846619" y="1921970"/>
                  </a:lnTo>
                  <a:lnTo>
                    <a:pt x="1855135" y="1968051"/>
                  </a:lnTo>
                  <a:lnTo>
                    <a:pt x="1862790" y="2014428"/>
                  </a:lnTo>
                  <a:lnTo>
                    <a:pt x="1869577" y="2061092"/>
                  </a:lnTo>
                  <a:lnTo>
                    <a:pt x="1875487" y="2108034"/>
                  </a:lnTo>
                  <a:lnTo>
                    <a:pt x="1880511" y="2155247"/>
                  </a:lnTo>
                  <a:lnTo>
                    <a:pt x="1884640" y="2202721"/>
                  </a:lnTo>
                  <a:lnTo>
                    <a:pt x="1887867" y="2250449"/>
                  </a:lnTo>
                  <a:lnTo>
                    <a:pt x="1890183" y="2298420"/>
                  </a:lnTo>
                  <a:lnTo>
                    <a:pt x="1891578" y="2346628"/>
                  </a:lnTo>
                  <a:lnTo>
                    <a:pt x="1892045" y="2395063"/>
                  </a:lnTo>
                  <a:lnTo>
                    <a:pt x="1891578" y="2443498"/>
                  </a:lnTo>
                  <a:lnTo>
                    <a:pt x="1890183" y="2491705"/>
                  </a:lnTo>
                  <a:lnTo>
                    <a:pt x="1887867" y="2539677"/>
                  </a:lnTo>
                  <a:lnTo>
                    <a:pt x="1884640" y="2587404"/>
                  </a:lnTo>
                  <a:lnTo>
                    <a:pt x="1880511" y="2634878"/>
                  </a:lnTo>
                  <a:lnTo>
                    <a:pt x="1875487" y="2682091"/>
                  </a:lnTo>
                  <a:lnTo>
                    <a:pt x="1869577" y="2729034"/>
                  </a:lnTo>
                  <a:lnTo>
                    <a:pt x="1862790" y="2775698"/>
                  </a:lnTo>
                  <a:lnTo>
                    <a:pt x="1855135" y="2822074"/>
                  </a:lnTo>
                  <a:lnTo>
                    <a:pt x="1846619" y="2868155"/>
                  </a:lnTo>
                  <a:lnTo>
                    <a:pt x="1837252" y="2913932"/>
                  </a:lnTo>
                  <a:lnTo>
                    <a:pt x="1827042" y="2959396"/>
                  </a:lnTo>
                  <a:lnTo>
                    <a:pt x="1815997" y="3004538"/>
                  </a:lnTo>
                  <a:lnTo>
                    <a:pt x="1804127" y="3049351"/>
                  </a:lnTo>
                  <a:lnTo>
                    <a:pt x="1791439" y="3093825"/>
                  </a:lnTo>
                  <a:lnTo>
                    <a:pt x="1777943" y="3137952"/>
                  </a:lnTo>
                  <a:lnTo>
                    <a:pt x="1763646" y="3181723"/>
                  </a:lnTo>
                  <a:lnTo>
                    <a:pt x="1748558" y="3225130"/>
                  </a:lnTo>
                  <a:lnTo>
                    <a:pt x="1732686" y="3268165"/>
                  </a:lnTo>
                  <a:lnTo>
                    <a:pt x="1716040" y="3310818"/>
                  </a:lnTo>
                  <a:lnTo>
                    <a:pt x="1698628" y="3353081"/>
                  </a:lnTo>
                  <a:lnTo>
                    <a:pt x="1680458" y="3394946"/>
                  </a:lnTo>
                  <a:lnTo>
                    <a:pt x="1661540" y="3436404"/>
                  </a:lnTo>
                  <a:lnTo>
                    <a:pt x="1641881" y="3477447"/>
                  </a:lnTo>
                  <a:lnTo>
                    <a:pt x="1621490" y="3518066"/>
                  </a:lnTo>
                  <a:lnTo>
                    <a:pt x="1600376" y="3558252"/>
                  </a:lnTo>
                  <a:lnTo>
                    <a:pt x="1578547" y="3597997"/>
                  </a:lnTo>
                  <a:lnTo>
                    <a:pt x="1556012" y="3637292"/>
                  </a:lnTo>
                  <a:lnTo>
                    <a:pt x="1532779" y="3676129"/>
                  </a:lnTo>
                  <a:lnTo>
                    <a:pt x="1508858" y="3714500"/>
                  </a:lnTo>
                  <a:lnTo>
                    <a:pt x="1484255" y="3752395"/>
                  </a:lnTo>
                  <a:lnTo>
                    <a:pt x="1458981" y="3789806"/>
                  </a:lnTo>
                  <a:lnTo>
                    <a:pt x="1433043" y="3826724"/>
                  </a:lnTo>
                  <a:lnTo>
                    <a:pt x="1406451" y="3863142"/>
                  </a:lnTo>
                  <a:lnTo>
                    <a:pt x="1379212" y="3899050"/>
                  </a:lnTo>
                  <a:lnTo>
                    <a:pt x="1351335" y="3934441"/>
                  </a:lnTo>
                  <a:lnTo>
                    <a:pt x="1322829" y="3969304"/>
                  </a:lnTo>
                  <a:lnTo>
                    <a:pt x="1293703" y="4003632"/>
                  </a:lnTo>
                  <a:lnTo>
                    <a:pt x="1263964" y="4037417"/>
                  </a:lnTo>
                  <a:lnTo>
                    <a:pt x="1233621" y="4070649"/>
                  </a:lnTo>
                  <a:lnTo>
                    <a:pt x="1202684" y="4103321"/>
                  </a:lnTo>
                  <a:lnTo>
                    <a:pt x="1171160" y="4135423"/>
                  </a:lnTo>
                  <a:lnTo>
                    <a:pt x="1139058" y="4166947"/>
                  </a:lnTo>
                  <a:lnTo>
                    <a:pt x="1106387" y="4197885"/>
                  </a:lnTo>
                  <a:lnTo>
                    <a:pt x="1073155" y="4228228"/>
                  </a:lnTo>
                  <a:lnTo>
                    <a:pt x="1039371" y="4257967"/>
                  </a:lnTo>
                  <a:lnTo>
                    <a:pt x="1005043" y="4287094"/>
                  </a:lnTo>
                  <a:lnTo>
                    <a:pt x="970179" y="4315600"/>
                  </a:lnTo>
                  <a:lnTo>
                    <a:pt x="934789" y="4343478"/>
                  </a:lnTo>
                  <a:lnTo>
                    <a:pt x="898881" y="4370717"/>
                  </a:lnTo>
                  <a:lnTo>
                    <a:pt x="862464" y="4397310"/>
                  </a:lnTo>
                  <a:lnTo>
                    <a:pt x="825545" y="4423248"/>
                  </a:lnTo>
                  <a:lnTo>
                    <a:pt x="788134" y="4448523"/>
                  </a:lnTo>
                  <a:lnTo>
                    <a:pt x="750239" y="4473126"/>
                  </a:lnTo>
                  <a:lnTo>
                    <a:pt x="711869" y="4497048"/>
                  </a:lnTo>
                  <a:lnTo>
                    <a:pt x="673032" y="4520281"/>
                  </a:lnTo>
                  <a:lnTo>
                    <a:pt x="633736" y="4542816"/>
                  </a:lnTo>
                  <a:lnTo>
                    <a:pt x="593991" y="4564646"/>
                  </a:lnTo>
                  <a:lnTo>
                    <a:pt x="553805" y="4585760"/>
                  </a:lnTo>
                  <a:lnTo>
                    <a:pt x="513187" y="4606151"/>
                  </a:lnTo>
                  <a:lnTo>
                    <a:pt x="472144" y="4625811"/>
                  </a:lnTo>
                  <a:lnTo>
                    <a:pt x="430685" y="4644730"/>
                  </a:lnTo>
                  <a:lnTo>
                    <a:pt x="388820" y="4662900"/>
                  </a:lnTo>
                  <a:lnTo>
                    <a:pt x="346556" y="4680312"/>
                  </a:lnTo>
                  <a:lnTo>
                    <a:pt x="303903" y="4696959"/>
                  </a:lnTo>
                  <a:lnTo>
                    <a:pt x="260868" y="4712831"/>
                  </a:lnTo>
                  <a:lnTo>
                    <a:pt x="217461" y="4727920"/>
                  </a:lnTo>
                  <a:lnTo>
                    <a:pt x="173689" y="4742217"/>
                  </a:lnTo>
                  <a:lnTo>
                    <a:pt x="129561" y="4755714"/>
                  </a:lnTo>
                  <a:lnTo>
                    <a:pt x="85087" y="4768402"/>
                  </a:lnTo>
                  <a:lnTo>
                    <a:pt x="40274" y="4780272"/>
                  </a:lnTo>
                  <a:lnTo>
                    <a:pt x="0" y="4790126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FE756E80-7BC2-F883-5426-A38A7621DA4D}"/>
                </a:ext>
              </a:extLst>
            </p:cNvPr>
            <p:cNvSpPr/>
            <p:nvPr/>
          </p:nvSpPr>
          <p:spPr>
            <a:xfrm>
              <a:off x="0" y="1872086"/>
              <a:ext cx="1587500" cy="4179570"/>
            </a:xfrm>
            <a:custGeom>
              <a:avLst/>
              <a:gdLst/>
              <a:ahLst/>
              <a:cxnLst/>
              <a:rect l="l" t="t" r="r" b="b"/>
              <a:pathLst>
                <a:path w="1587500" h="4179570">
                  <a:moveTo>
                    <a:pt x="0" y="0"/>
                  </a:moveTo>
                  <a:lnTo>
                    <a:pt x="0" y="4179103"/>
                  </a:lnTo>
                  <a:lnTo>
                    <a:pt x="24240" y="4172345"/>
                  </a:lnTo>
                  <a:lnTo>
                    <a:pt x="68452" y="4158988"/>
                  </a:lnTo>
                  <a:lnTo>
                    <a:pt x="112262" y="4144721"/>
                  </a:lnTo>
                  <a:lnTo>
                    <a:pt x="155658" y="4129556"/>
                  </a:lnTo>
                  <a:lnTo>
                    <a:pt x="198628" y="4113503"/>
                  </a:lnTo>
                  <a:lnTo>
                    <a:pt x="241163" y="4096573"/>
                  </a:lnTo>
                  <a:lnTo>
                    <a:pt x="283251" y="4078778"/>
                  </a:lnTo>
                  <a:lnTo>
                    <a:pt x="324881" y="4060129"/>
                  </a:lnTo>
                  <a:lnTo>
                    <a:pt x="366042" y="4040636"/>
                  </a:lnTo>
                  <a:lnTo>
                    <a:pt x="406723" y="4020311"/>
                  </a:lnTo>
                  <a:lnTo>
                    <a:pt x="446913" y="3999164"/>
                  </a:lnTo>
                  <a:lnTo>
                    <a:pt x="486601" y="3977207"/>
                  </a:lnTo>
                  <a:lnTo>
                    <a:pt x="525775" y="3954450"/>
                  </a:lnTo>
                  <a:lnTo>
                    <a:pt x="564426" y="3930906"/>
                  </a:lnTo>
                  <a:lnTo>
                    <a:pt x="602541" y="3906583"/>
                  </a:lnTo>
                  <a:lnTo>
                    <a:pt x="640110" y="3881495"/>
                  </a:lnTo>
                  <a:lnTo>
                    <a:pt x="677122" y="3855651"/>
                  </a:lnTo>
                  <a:lnTo>
                    <a:pt x="713566" y="3829062"/>
                  </a:lnTo>
                  <a:lnTo>
                    <a:pt x="749431" y="3801741"/>
                  </a:lnTo>
                  <a:lnTo>
                    <a:pt x="784705" y="3773697"/>
                  </a:lnTo>
                  <a:lnTo>
                    <a:pt x="819378" y="3744942"/>
                  </a:lnTo>
                  <a:lnTo>
                    <a:pt x="853439" y="3715486"/>
                  </a:lnTo>
                  <a:lnTo>
                    <a:pt x="886877" y="3685342"/>
                  </a:lnTo>
                  <a:lnTo>
                    <a:pt x="919680" y="3654519"/>
                  </a:lnTo>
                  <a:lnTo>
                    <a:pt x="951838" y="3623029"/>
                  </a:lnTo>
                  <a:lnTo>
                    <a:pt x="983339" y="3590883"/>
                  </a:lnTo>
                  <a:lnTo>
                    <a:pt x="1014173" y="3558091"/>
                  </a:lnTo>
                  <a:lnTo>
                    <a:pt x="1044328" y="3524666"/>
                  </a:lnTo>
                  <a:lnTo>
                    <a:pt x="1073794" y="3490617"/>
                  </a:lnTo>
                  <a:lnTo>
                    <a:pt x="1102560" y="3455956"/>
                  </a:lnTo>
                  <a:lnTo>
                    <a:pt x="1130614" y="3420695"/>
                  </a:lnTo>
                  <a:lnTo>
                    <a:pt x="1157946" y="3384843"/>
                  </a:lnTo>
                  <a:lnTo>
                    <a:pt x="1184544" y="3348412"/>
                  </a:lnTo>
                  <a:lnTo>
                    <a:pt x="1210397" y="3311413"/>
                  </a:lnTo>
                  <a:lnTo>
                    <a:pt x="1235495" y="3273857"/>
                  </a:lnTo>
                  <a:lnTo>
                    <a:pt x="1259826" y="3235755"/>
                  </a:lnTo>
                  <a:lnTo>
                    <a:pt x="1283380" y="3197118"/>
                  </a:lnTo>
                  <a:lnTo>
                    <a:pt x="1306145" y="3157957"/>
                  </a:lnTo>
                  <a:lnTo>
                    <a:pt x="1328110" y="3118283"/>
                  </a:lnTo>
                  <a:lnTo>
                    <a:pt x="1349264" y="3078108"/>
                  </a:lnTo>
                  <a:lnTo>
                    <a:pt x="1369597" y="3037441"/>
                  </a:lnTo>
                  <a:lnTo>
                    <a:pt x="1389097" y="2996294"/>
                  </a:lnTo>
                  <a:lnTo>
                    <a:pt x="1407753" y="2954679"/>
                  </a:lnTo>
                  <a:lnTo>
                    <a:pt x="1425555" y="2912605"/>
                  </a:lnTo>
                  <a:lnTo>
                    <a:pt x="1442491" y="2870085"/>
                  </a:lnTo>
                  <a:lnTo>
                    <a:pt x="1458549" y="2827129"/>
                  </a:lnTo>
                  <a:lnTo>
                    <a:pt x="1473720" y="2783748"/>
                  </a:lnTo>
                  <a:lnTo>
                    <a:pt x="1487992" y="2739954"/>
                  </a:lnTo>
                  <a:lnTo>
                    <a:pt x="1501355" y="2695756"/>
                  </a:lnTo>
                  <a:lnTo>
                    <a:pt x="1513796" y="2651167"/>
                  </a:lnTo>
                  <a:lnTo>
                    <a:pt x="1525305" y="2606197"/>
                  </a:lnTo>
                  <a:lnTo>
                    <a:pt x="1535871" y="2560858"/>
                  </a:lnTo>
                  <a:lnTo>
                    <a:pt x="1545484" y="2515160"/>
                  </a:lnTo>
                  <a:lnTo>
                    <a:pt x="1554131" y="2469114"/>
                  </a:lnTo>
                  <a:lnTo>
                    <a:pt x="1561802" y="2422731"/>
                  </a:lnTo>
                  <a:lnTo>
                    <a:pt x="1568486" y="2376023"/>
                  </a:lnTo>
                  <a:lnTo>
                    <a:pt x="1574172" y="2329000"/>
                  </a:lnTo>
                  <a:lnTo>
                    <a:pt x="1578849" y="2281673"/>
                  </a:lnTo>
                  <a:lnTo>
                    <a:pt x="1582506" y="2234054"/>
                  </a:lnTo>
                  <a:lnTo>
                    <a:pt x="1585132" y="2186154"/>
                  </a:lnTo>
                  <a:lnTo>
                    <a:pt x="1586715" y="2137982"/>
                  </a:lnTo>
                  <a:lnTo>
                    <a:pt x="1587246" y="2089551"/>
                  </a:lnTo>
                  <a:lnTo>
                    <a:pt x="1586715" y="2041121"/>
                  </a:lnTo>
                  <a:lnTo>
                    <a:pt x="1585132" y="1992949"/>
                  </a:lnTo>
                  <a:lnTo>
                    <a:pt x="1582506" y="1945049"/>
                  </a:lnTo>
                  <a:lnTo>
                    <a:pt x="1578849" y="1897430"/>
                  </a:lnTo>
                  <a:lnTo>
                    <a:pt x="1574172" y="1850103"/>
                  </a:lnTo>
                  <a:lnTo>
                    <a:pt x="1568486" y="1803080"/>
                  </a:lnTo>
                  <a:lnTo>
                    <a:pt x="1561802" y="1756372"/>
                  </a:lnTo>
                  <a:lnTo>
                    <a:pt x="1554131" y="1709989"/>
                  </a:lnTo>
                  <a:lnTo>
                    <a:pt x="1545484" y="1663943"/>
                  </a:lnTo>
                  <a:lnTo>
                    <a:pt x="1535871" y="1618245"/>
                  </a:lnTo>
                  <a:lnTo>
                    <a:pt x="1525305" y="1572905"/>
                  </a:lnTo>
                  <a:lnTo>
                    <a:pt x="1513796" y="1527936"/>
                  </a:lnTo>
                  <a:lnTo>
                    <a:pt x="1501355" y="1483346"/>
                  </a:lnTo>
                  <a:lnTo>
                    <a:pt x="1487992" y="1439149"/>
                  </a:lnTo>
                  <a:lnTo>
                    <a:pt x="1473720" y="1395354"/>
                  </a:lnTo>
                  <a:lnTo>
                    <a:pt x="1458549" y="1351974"/>
                  </a:lnTo>
                  <a:lnTo>
                    <a:pt x="1442491" y="1309018"/>
                  </a:lnTo>
                  <a:lnTo>
                    <a:pt x="1425555" y="1266497"/>
                  </a:lnTo>
                  <a:lnTo>
                    <a:pt x="1407753" y="1224424"/>
                  </a:lnTo>
                  <a:lnTo>
                    <a:pt x="1389097" y="1182809"/>
                  </a:lnTo>
                  <a:lnTo>
                    <a:pt x="1369597" y="1141662"/>
                  </a:lnTo>
                  <a:lnTo>
                    <a:pt x="1349264" y="1100995"/>
                  </a:lnTo>
                  <a:lnTo>
                    <a:pt x="1328110" y="1060820"/>
                  </a:lnTo>
                  <a:lnTo>
                    <a:pt x="1306145" y="1021146"/>
                  </a:lnTo>
                  <a:lnTo>
                    <a:pt x="1283380" y="981985"/>
                  </a:lnTo>
                  <a:lnTo>
                    <a:pt x="1259826" y="943348"/>
                  </a:lnTo>
                  <a:lnTo>
                    <a:pt x="1235495" y="905246"/>
                  </a:lnTo>
                  <a:lnTo>
                    <a:pt x="1210397" y="867690"/>
                  </a:lnTo>
                  <a:lnTo>
                    <a:pt x="1184544" y="830691"/>
                  </a:lnTo>
                  <a:lnTo>
                    <a:pt x="1157946" y="794260"/>
                  </a:lnTo>
                  <a:lnTo>
                    <a:pt x="1130614" y="758408"/>
                  </a:lnTo>
                  <a:lnTo>
                    <a:pt x="1102560" y="723146"/>
                  </a:lnTo>
                  <a:lnTo>
                    <a:pt x="1073794" y="688486"/>
                  </a:lnTo>
                  <a:lnTo>
                    <a:pt x="1044328" y="654437"/>
                  </a:lnTo>
                  <a:lnTo>
                    <a:pt x="1014173" y="621012"/>
                  </a:lnTo>
                  <a:lnTo>
                    <a:pt x="983339" y="588220"/>
                  </a:lnTo>
                  <a:lnTo>
                    <a:pt x="951838" y="556074"/>
                  </a:lnTo>
                  <a:lnTo>
                    <a:pt x="919680" y="524584"/>
                  </a:lnTo>
                  <a:lnTo>
                    <a:pt x="886877" y="493761"/>
                  </a:lnTo>
                  <a:lnTo>
                    <a:pt x="853439" y="463617"/>
                  </a:lnTo>
                  <a:lnTo>
                    <a:pt x="819378" y="434161"/>
                  </a:lnTo>
                  <a:lnTo>
                    <a:pt x="784705" y="405406"/>
                  </a:lnTo>
                  <a:lnTo>
                    <a:pt x="749431" y="377362"/>
                  </a:lnTo>
                  <a:lnTo>
                    <a:pt x="713566" y="350041"/>
                  </a:lnTo>
                  <a:lnTo>
                    <a:pt x="677122" y="323452"/>
                  </a:lnTo>
                  <a:lnTo>
                    <a:pt x="640110" y="297608"/>
                  </a:lnTo>
                  <a:lnTo>
                    <a:pt x="602541" y="272520"/>
                  </a:lnTo>
                  <a:lnTo>
                    <a:pt x="564426" y="248197"/>
                  </a:lnTo>
                  <a:lnTo>
                    <a:pt x="525775" y="224652"/>
                  </a:lnTo>
                  <a:lnTo>
                    <a:pt x="486601" y="201896"/>
                  </a:lnTo>
                  <a:lnTo>
                    <a:pt x="446913" y="179939"/>
                  </a:lnTo>
                  <a:lnTo>
                    <a:pt x="406723" y="158792"/>
                  </a:lnTo>
                  <a:lnTo>
                    <a:pt x="366042" y="138467"/>
                  </a:lnTo>
                  <a:lnTo>
                    <a:pt x="324881" y="118974"/>
                  </a:lnTo>
                  <a:lnTo>
                    <a:pt x="283251" y="100325"/>
                  </a:lnTo>
                  <a:lnTo>
                    <a:pt x="241163" y="82530"/>
                  </a:lnTo>
                  <a:lnTo>
                    <a:pt x="198628" y="65600"/>
                  </a:lnTo>
                  <a:lnTo>
                    <a:pt x="155658" y="49547"/>
                  </a:lnTo>
                  <a:lnTo>
                    <a:pt x="112262" y="34382"/>
                  </a:lnTo>
                  <a:lnTo>
                    <a:pt x="68452" y="20115"/>
                  </a:lnTo>
                  <a:lnTo>
                    <a:pt x="24240" y="67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19506FBA-1AA7-1DF9-D58F-88CB262B6590}"/>
                </a:ext>
              </a:extLst>
            </p:cNvPr>
            <p:cNvSpPr/>
            <p:nvPr/>
          </p:nvSpPr>
          <p:spPr>
            <a:xfrm>
              <a:off x="0" y="1872086"/>
              <a:ext cx="1587500" cy="4179570"/>
            </a:xfrm>
            <a:custGeom>
              <a:avLst/>
              <a:gdLst/>
              <a:ahLst/>
              <a:cxnLst/>
              <a:rect l="l" t="t" r="r" b="b"/>
              <a:pathLst>
                <a:path w="1587500" h="4179570">
                  <a:moveTo>
                    <a:pt x="0" y="0"/>
                  </a:moveTo>
                  <a:lnTo>
                    <a:pt x="68452" y="20115"/>
                  </a:lnTo>
                  <a:lnTo>
                    <a:pt x="112262" y="34382"/>
                  </a:lnTo>
                  <a:lnTo>
                    <a:pt x="155658" y="49547"/>
                  </a:lnTo>
                  <a:lnTo>
                    <a:pt x="198628" y="65600"/>
                  </a:lnTo>
                  <a:lnTo>
                    <a:pt x="241163" y="82530"/>
                  </a:lnTo>
                  <a:lnTo>
                    <a:pt x="283251" y="100325"/>
                  </a:lnTo>
                  <a:lnTo>
                    <a:pt x="324881" y="118974"/>
                  </a:lnTo>
                  <a:lnTo>
                    <a:pt x="366042" y="138467"/>
                  </a:lnTo>
                  <a:lnTo>
                    <a:pt x="406723" y="158792"/>
                  </a:lnTo>
                  <a:lnTo>
                    <a:pt x="446913" y="179939"/>
                  </a:lnTo>
                  <a:lnTo>
                    <a:pt x="486601" y="201896"/>
                  </a:lnTo>
                  <a:lnTo>
                    <a:pt x="525775" y="224652"/>
                  </a:lnTo>
                  <a:lnTo>
                    <a:pt x="564426" y="248197"/>
                  </a:lnTo>
                  <a:lnTo>
                    <a:pt x="602541" y="272520"/>
                  </a:lnTo>
                  <a:lnTo>
                    <a:pt x="640110" y="297608"/>
                  </a:lnTo>
                  <a:lnTo>
                    <a:pt x="677122" y="323452"/>
                  </a:lnTo>
                  <a:lnTo>
                    <a:pt x="713566" y="350041"/>
                  </a:lnTo>
                  <a:lnTo>
                    <a:pt x="749431" y="377362"/>
                  </a:lnTo>
                  <a:lnTo>
                    <a:pt x="784705" y="405406"/>
                  </a:lnTo>
                  <a:lnTo>
                    <a:pt x="819378" y="434161"/>
                  </a:lnTo>
                  <a:lnTo>
                    <a:pt x="853439" y="463617"/>
                  </a:lnTo>
                  <a:lnTo>
                    <a:pt x="886877" y="493761"/>
                  </a:lnTo>
                  <a:lnTo>
                    <a:pt x="919680" y="524584"/>
                  </a:lnTo>
                  <a:lnTo>
                    <a:pt x="951838" y="556074"/>
                  </a:lnTo>
                  <a:lnTo>
                    <a:pt x="983339" y="588220"/>
                  </a:lnTo>
                  <a:lnTo>
                    <a:pt x="1014173" y="621012"/>
                  </a:lnTo>
                  <a:lnTo>
                    <a:pt x="1044328" y="654437"/>
                  </a:lnTo>
                  <a:lnTo>
                    <a:pt x="1073794" y="688486"/>
                  </a:lnTo>
                  <a:lnTo>
                    <a:pt x="1102560" y="723146"/>
                  </a:lnTo>
                  <a:lnTo>
                    <a:pt x="1130614" y="758408"/>
                  </a:lnTo>
                  <a:lnTo>
                    <a:pt x="1157946" y="794260"/>
                  </a:lnTo>
                  <a:lnTo>
                    <a:pt x="1184544" y="830691"/>
                  </a:lnTo>
                  <a:lnTo>
                    <a:pt x="1210397" y="867690"/>
                  </a:lnTo>
                  <a:lnTo>
                    <a:pt x="1235495" y="905246"/>
                  </a:lnTo>
                  <a:lnTo>
                    <a:pt x="1259826" y="943348"/>
                  </a:lnTo>
                  <a:lnTo>
                    <a:pt x="1283380" y="981985"/>
                  </a:lnTo>
                  <a:lnTo>
                    <a:pt x="1306145" y="1021146"/>
                  </a:lnTo>
                  <a:lnTo>
                    <a:pt x="1328110" y="1060820"/>
                  </a:lnTo>
                  <a:lnTo>
                    <a:pt x="1349264" y="1100995"/>
                  </a:lnTo>
                  <a:lnTo>
                    <a:pt x="1369597" y="1141662"/>
                  </a:lnTo>
                  <a:lnTo>
                    <a:pt x="1389097" y="1182809"/>
                  </a:lnTo>
                  <a:lnTo>
                    <a:pt x="1407753" y="1224424"/>
                  </a:lnTo>
                  <a:lnTo>
                    <a:pt x="1425555" y="1266497"/>
                  </a:lnTo>
                  <a:lnTo>
                    <a:pt x="1442491" y="1309018"/>
                  </a:lnTo>
                  <a:lnTo>
                    <a:pt x="1458549" y="1351974"/>
                  </a:lnTo>
                  <a:lnTo>
                    <a:pt x="1473720" y="1395354"/>
                  </a:lnTo>
                  <a:lnTo>
                    <a:pt x="1487992" y="1439149"/>
                  </a:lnTo>
                  <a:lnTo>
                    <a:pt x="1501355" y="1483346"/>
                  </a:lnTo>
                  <a:lnTo>
                    <a:pt x="1513796" y="1527936"/>
                  </a:lnTo>
                  <a:lnTo>
                    <a:pt x="1525305" y="1572905"/>
                  </a:lnTo>
                  <a:lnTo>
                    <a:pt x="1535871" y="1618245"/>
                  </a:lnTo>
                  <a:lnTo>
                    <a:pt x="1545484" y="1663943"/>
                  </a:lnTo>
                  <a:lnTo>
                    <a:pt x="1554131" y="1709989"/>
                  </a:lnTo>
                  <a:lnTo>
                    <a:pt x="1561802" y="1756372"/>
                  </a:lnTo>
                  <a:lnTo>
                    <a:pt x="1568486" y="1803080"/>
                  </a:lnTo>
                  <a:lnTo>
                    <a:pt x="1574172" y="1850103"/>
                  </a:lnTo>
                  <a:lnTo>
                    <a:pt x="1578849" y="1897430"/>
                  </a:lnTo>
                  <a:lnTo>
                    <a:pt x="1582506" y="1945049"/>
                  </a:lnTo>
                  <a:lnTo>
                    <a:pt x="1585132" y="1992949"/>
                  </a:lnTo>
                  <a:lnTo>
                    <a:pt x="1586715" y="2041121"/>
                  </a:lnTo>
                  <a:lnTo>
                    <a:pt x="1587246" y="2089551"/>
                  </a:lnTo>
                  <a:lnTo>
                    <a:pt x="1586715" y="2137982"/>
                  </a:lnTo>
                  <a:lnTo>
                    <a:pt x="1585132" y="2186154"/>
                  </a:lnTo>
                  <a:lnTo>
                    <a:pt x="1582506" y="2234054"/>
                  </a:lnTo>
                  <a:lnTo>
                    <a:pt x="1578849" y="2281673"/>
                  </a:lnTo>
                  <a:lnTo>
                    <a:pt x="1574172" y="2329000"/>
                  </a:lnTo>
                  <a:lnTo>
                    <a:pt x="1568486" y="2376023"/>
                  </a:lnTo>
                  <a:lnTo>
                    <a:pt x="1561802" y="2422731"/>
                  </a:lnTo>
                  <a:lnTo>
                    <a:pt x="1554131" y="2469114"/>
                  </a:lnTo>
                  <a:lnTo>
                    <a:pt x="1545484" y="2515160"/>
                  </a:lnTo>
                  <a:lnTo>
                    <a:pt x="1535871" y="2560858"/>
                  </a:lnTo>
                  <a:lnTo>
                    <a:pt x="1525305" y="2606197"/>
                  </a:lnTo>
                  <a:lnTo>
                    <a:pt x="1513796" y="2651167"/>
                  </a:lnTo>
                  <a:lnTo>
                    <a:pt x="1501355" y="2695756"/>
                  </a:lnTo>
                  <a:lnTo>
                    <a:pt x="1487992" y="2739954"/>
                  </a:lnTo>
                  <a:lnTo>
                    <a:pt x="1473720" y="2783748"/>
                  </a:lnTo>
                  <a:lnTo>
                    <a:pt x="1458549" y="2827129"/>
                  </a:lnTo>
                  <a:lnTo>
                    <a:pt x="1442491" y="2870085"/>
                  </a:lnTo>
                  <a:lnTo>
                    <a:pt x="1425555" y="2912605"/>
                  </a:lnTo>
                  <a:lnTo>
                    <a:pt x="1407753" y="2954679"/>
                  </a:lnTo>
                  <a:lnTo>
                    <a:pt x="1389097" y="2996294"/>
                  </a:lnTo>
                  <a:lnTo>
                    <a:pt x="1369597" y="3037441"/>
                  </a:lnTo>
                  <a:lnTo>
                    <a:pt x="1349264" y="3078108"/>
                  </a:lnTo>
                  <a:lnTo>
                    <a:pt x="1328110" y="3118283"/>
                  </a:lnTo>
                  <a:lnTo>
                    <a:pt x="1306145" y="3157957"/>
                  </a:lnTo>
                  <a:lnTo>
                    <a:pt x="1283380" y="3197118"/>
                  </a:lnTo>
                  <a:lnTo>
                    <a:pt x="1259826" y="3235755"/>
                  </a:lnTo>
                  <a:lnTo>
                    <a:pt x="1235495" y="3273857"/>
                  </a:lnTo>
                  <a:lnTo>
                    <a:pt x="1210397" y="3311413"/>
                  </a:lnTo>
                  <a:lnTo>
                    <a:pt x="1184544" y="3348412"/>
                  </a:lnTo>
                  <a:lnTo>
                    <a:pt x="1157946" y="3384843"/>
                  </a:lnTo>
                  <a:lnTo>
                    <a:pt x="1130614" y="3420695"/>
                  </a:lnTo>
                  <a:lnTo>
                    <a:pt x="1102560" y="3455956"/>
                  </a:lnTo>
                  <a:lnTo>
                    <a:pt x="1073794" y="3490617"/>
                  </a:lnTo>
                  <a:lnTo>
                    <a:pt x="1044328" y="3524666"/>
                  </a:lnTo>
                  <a:lnTo>
                    <a:pt x="1014173" y="3558091"/>
                  </a:lnTo>
                  <a:lnTo>
                    <a:pt x="983339" y="3590883"/>
                  </a:lnTo>
                  <a:lnTo>
                    <a:pt x="951838" y="3623029"/>
                  </a:lnTo>
                  <a:lnTo>
                    <a:pt x="919680" y="3654519"/>
                  </a:lnTo>
                  <a:lnTo>
                    <a:pt x="886877" y="3685342"/>
                  </a:lnTo>
                  <a:lnTo>
                    <a:pt x="853439" y="3715486"/>
                  </a:lnTo>
                  <a:lnTo>
                    <a:pt x="819378" y="3744942"/>
                  </a:lnTo>
                  <a:lnTo>
                    <a:pt x="784705" y="3773697"/>
                  </a:lnTo>
                  <a:lnTo>
                    <a:pt x="749431" y="3801741"/>
                  </a:lnTo>
                  <a:lnTo>
                    <a:pt x="713566" y="3829062"/>
                  </a:lnTo>
                  <a:lnTo>
                    <a:pt x="677122" y="3855651"/>
                  </a:lnTo>
                  <a:lnTo>
                    <a:pt x="640110" y="3881495"/>
                  </a:lnTo>
                  <a:lnTo>
                    <a:pt x="602541" y="3906583"/>
                  </a:lnTo>
                  <a:lnTo>
                    <a:pt x="564426" y="3930906"/>
                  </a:lnTo>
                  <a:lnTo>
                    <a:pt x="525775" y="3954450"/>
                  </a:lnTo>
                  <a:lnTo>
                    <a:pt x="486601" y="3977207"/>
                  </a:lnTo>
                  <a:lnTo>
                    <a:pt x="446913" y="3999164"/>
                  </a:lnTo>
                  <a:lnTo>
                    <a:pt x="406723" y="4020311"/>
                  </a:lnTo>
                  <a:lnTo>
                    <a:pt x="366042" y="4040636"/>
                  </a:lnTo>
                  <a:lnTo>
                    <a:pt x="324881" y="4060129"/>
                  </a:lnTo>
                  <a:lnTo>
                    <a:pt x="283251" y="4078778"/>
                  </a:lnTo>
                  <a:lnTo>
                    <a:pt x="241163" y="4096573"/>
                  </a:lnTo>
                  <a:lnTo>
                    <a:pt x="198628" y="4113503"/>
                  </a:lnTo>
                  <a:lnTo>
                    <a:pt x="155658" y="4129556"/>
                  </a:lnTo>
                  <a:lnTo>
                    <a:pt x="112262" y="4144721"/>
                  </a:lnTo>
                  <a:lnTo>
                    <a:pt x="68452" y="4158988"/>
                  </a:lnTo>
                  <a:lnTo>
                    <a:pt x="24240" y="4172345"/>
                  </a:lnTo>
                  <a:lnTo>
                    <a:pt x="0" y="4179103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5C5F51BC-F25E-69D9-41E3-D7A8C7ED0B12}"/>
              </a:ext>
            </a:extLst>
          </p:cNvPr>
          <p:cNvGrpSpPr/>
          <p:nvPr/>
        </p:nvGrpSpPr>
        <p:grpSpPr>
          <a:xfrm>
            <a:off x="3695393" y="1917573"/>
            <a:ext cx="7452000" cy="900000"/>
            <a:chOff x="3695393" y="1917573"/>
            <a:chExt cx="7385240" cy="900000"/>
          </a:xfrm>
        </p:grpSpPr>
        <p:grpSp>
          <p:nvGrpSpPr>
            <p:cNvPr id="9" name="object 19">
              <a:extLst>
                <a:ext uri="{FF2B5EF4-FFF2-40B4-BE49-F238E27FC236}">
                  <a16:creationId xmlns:a16="http://schemas.microsoft.com/office/drawing/2014/main" id="{1925B597-17F4-0E60-212D-066907EBAE55}"/>
                </a:ext>
              </a:extLst>
            </p:cNvPr>
            <p:cNvGrpSpPr/>
            <p:nvPr/>
          </p:nvGrpSpPr>
          <p:grpSpPr>
            <a:xfrm>
              <a:off x="3695393" y="1934245"/>
              <a:ext cx="1616710" cy="601980"/>
              <a:chOff x="2518410" y="1933955"/>
              <a:chExt cx="1616710" cy="601980"/>
            </a:xfrm>
          </p:grpSpPr>
          <p:sp>
            <p:nvSpPr>
              <p:cNvPr id="10" name="object 20">
                <a:extLst>
                  <a:ext uri="{FF2B5EF4-FFF2-40B4-BE49-F238E27FC236}">
                    <a16:creationId xmlns:a16="http://schemas.microsoft.com/office/drawing/2014/main" id="{BD6D70DD-F12B-D9B6-67CB-3BDF85495C5B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21">
                <a:extLst>
                  <a:ext uri="{FF2B5EF4-FFF2-40B4-BE49-F238E27FC236}">
                    <a16:creationId xmlns:a16="http://schemas.microsoft.com/office/drawing/2014/main" id="{2EA8E07B-4732-227F-A12D-FA5771DAF6CC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D30A39C-30D4-B450-F905-34BD355563CA}"/>
                </a:ext>
              </a:extLst>
            </p:cNvPr>
            <p:cNvSpPr txBox="1"/>
            <p:nvPr/>
          </p:nvSpPr>
          <p:spPr>
            <a:xfrm>
              <a:off x="5788633" y="1917573"/>
              <a:ext cx="5292000" cy="90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FFFFFF"/>
                  </a:solidFill>
                  <a:latin typeface="Montserrat" panose="00000500000000000000" pitchFamily="2" charset="0"/>
                </a:rPr>
                <a:t>Business overview e estrutura operacional atual</a:t>
              </a:r>
              <a:endParaRPr lang="pt-BR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0A9587D5-44C9-C0BE-366E-77EFACFC3320}"/>
              </a:ext>
            </a:extLst>
          </p:cNvPr>
          <p:cNvGrpSpPr/>
          <p:nvPr/>
        </p:nvGrpSpPr>
        <p:grpSpPr>
          <a:xfrm>
            <a:off x="3695393" y="3417019"/>
            <a:ext cx="8471206" cy="832385"/>
            <a:chOff x="3695393" y="3865681"/>
            <a:chExt cx="8395315" cy="832385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9568C954-C40D-08AC-D121-4A2AB9FC6DD3}"/>
                </a:ext>
              </a:extLst>
            </p:cNvPr>
            <p:cNvSpPr txBox="1"/>
            <p:nvPr/>
          </p:nvSpPr>
          <p:spPr>
            <a:xfrm>
              <a:off x="5788632" y="3867069"/>
              <a:ext cx="630207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Premissas de crescimento e novas linhas de receita</a:t>
              </a:r>
              <a:endParaRPr lang="pt-BR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4" name="object 19">
              <a:extLst>
                <a:ext uri="{FF2B5EF4-FFF2-40B4-BE49-F238E27FC236}">
                  <a16:creationId xmlns:a16="http://schemas.microsoft.com/office/drawing/2014/main" id="{053F786F-AE3A-2867-E031-B50F7931EECF}"/>
                </a:ext>
              </a:extLst>
            </p:cNvPr>
            <p:cNvGrpSpPr/>
            <p:nvPr/>
          </p:nvGrpSpPr>
          <p:grpSpPr>
            <a:xfrm>
              <a:off x="3695393" y="3865681"/>
              <a:ext cx="1616710" cy="601980"/>
              <a:chOff x="2518410" y="1933955"/>
              <a:chExt cx="1616710" cy="601980"/>
            </a:xfrm>
          </p:grpSpPr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CB21FAD7-1E34-6D4E-C745-14E463919F94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21">
                <a:extLst>
                  <a:ext uri="{FF2B5EF4-FFF2-40B4-BE49-F238E27FC236}">
                    <a16:creationId xmlns:a16="http://schemas.microsoft.com/office/drawing/2014/main" id="{BC27BA24-BC14-659F-F0EE-28E3E126E4E5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EC4EBFC8-380E-E662-AD61-81E942CE1A09}"/>
              </a:ext>
            </a:extLst>
          </p:cNvPr>
          <p:cNvGrpSpPr/>
          <p:nvPr/>
        </p:nvGrpSpPr>
        <p:grpSpPr>
          <a:xfrm>
            <a:off x="3695393" y="6284587"/>
            <a:ext cx="7131666" cy="830997"/>
            <a:chOff x="3695393" y="6284587"/>
            <a:chExt cx="6745805" cy="830997"/>
          </a:xfrm>
        </p:grpSpPr>
        <p:grpSp>
          <p:nvGrpSpPr>
            <p:cNvPr id="17" name="object 19">
              <a:extLst>
                <a:ext uri="{FF2B5EF4-FFF2-40B4-BE49-F238E27FC236}">
                  <a16:creationId xmlns:a16="http://schemas.microsoft.com/office/drawing/2014/main" id="{A9FF3C4A-D9F6-AB92-8BC2-759ABA7A9CE1}"/>
                </a:ext>
              </a:extLst>
            </p:cNvPr>
            <p:cNvGrpSpPr/>
            <p:nvPr/>
          </p:nvGrpSpPr>
          <p:grpSpPr>
            <a:xfrm>
              <a:off x="3695393" y="6399096"/>
              <a:ext cx="1616710" cy="601980"/>
              <a:chOff x="2518410" y="1933955"/>
              <a:chExt cx="1616710" cy="601980"/>
            </a:xfrm>
          </p:grpSpPr>
          <p:sp>
            <p:nvSpPr>
              <p:cNvPr id="18" name="object 20">
                <a:extLst>
                  <a:ext uri="{FF2B5EF4-FFF2-40B4-BE49-F238E27FC236}">
                    <a16:creationId xmlns:a16="http://schemas.microsoft.com/office/drawing/2014/main" id="{793D42FD-47F2-35EB-A447-F88C20351845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3EE73856-6B4A-35A6-0F83-CC496310A4DA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F4AF97EF-3CEC-6093-CA8F-91F620CD3741}"/>
                </a:ext>
              </a:extLst>
            </p:cNvPr>
            <p:cNvSpPr txBox="1"/>
            <p:nvPr/>
          </p:nvSpPr>
          <p:spPr>
            <a:xfrm>
              <a:off x="5849592" y="6284587"/>
              <a:ext cx="45916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Surgimento de uma parceria rica em sinergias</a:t>
              </a:r>
              <a:endParaRPr lang="pt-BR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072419B-3F52-9170-B3FF-81BBEE91EE81}"/>
              </a:ext>
            </a:extLst>
          </p:cNvPr>
          <p:cNvSpPr txBox="1"/>
          <p:nvPr/>
        </p:nvSpPr>
        <p:spPr>
          <a:xfrm>
            <a:off x="0" y="356036"/>
            <a:ext cx="6581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Montserrat" panose="00000500000000000000" pitchFamily="2" charset="0"/>
              </a:rPr>
              <a:t>Business </a:t>
            </a:r>
            <a:r>
              <a:rPr lang="pt-BR" sz="2400" b="1" err="1">
                <a:solidFill>
                  <a:srgbClr val="FFFFFF"/>
                </a:solidFill>
                <a:latin typeface="Montserrat" panose="00000500000000000000" pitchFamily="2" charset="0"/>
              </a:rPr>
              <a:t>Plan</a:t>
            </a:r>
            <a:r>
              <a:rPr lang="pt-BR" sz="2400" b="1">
                <a:solidFill>
                  <a:srgbClr val="FFFFFF"/>
                </a:solidFill>
                <a:latin typeface="Montserrat" panose="00000500000000000000" pitchFamily="2" charset="0"/>
              </a:rPr>
              <a:t> – Sumário Executivo </a:t>
            </a:r>
            <a:endParaRPr lang="pt-BR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2E74832C-66DE-3C6F-4CAC-F4BE2D696D41}"/>
              </a:ext>
            </a:extLst>
          </p:cNvPr>
          <p:cNvGrpSpPr/>
          <p:nvPr/>
        </p:nvGrpSpPr>
        <p:grpSpPr>
          <a:xfrm>
            <a:off x="3695393" y="4961143"/>
            <a:ext cx="7296926" cy="830997"/>
            <a:chOff x="3695393" y="5183978"/>
            <a:chExt cx="6902123" cy="830997"/>
          </a:xfrm>
        </p:grpSpPr>
        <p:grpSp>
          <p:nvGrpSpPr>
            <p:cNvPr id="22" name="object 19">
              <a:extLst>
                <a:ext uri="{FF2B5EF4-FFF2-40B4-BE49-F238E27FC236}">
                  <a16:creationId xmlns:a16="http://schemas.microsoft.com/office/drawing/2014/main" id="{98652263-638B-6AD7-658F-61D6915FBC47}"/>
                </a:ext>
              </a:extLst>
            </p:cNvPr>
            <p:cNvGrpSpPr/>
            <p:nvPr/>
          </p:nvGrpSpPr>
          <p:grpSpPr>
            <a:xfrm>
              <a:off x="3695393" y="5191488"/>
              <a:ext cx="1616710" cy="601980"/>
              <a:chOff x="2518410" y="1933955"/>
              <a:chExt cx="1616710" cy="601980"/>
            </a:xfrm>
          </p:grpSpPr>
          <p:sp>
            <p:nvSpPr>
              <p:cNvPr id="23" name="object 20">
                <a:extLst>
                  <a:ext uri="{FF2B5EF4-FFF2-40B4-BE49-F238E27FC236}">
                    <a16:creationId xmlns:a16="http://schemas.microsoft.com/office/drawing/2014/main" id="{97453679-6F72-3E46-7C91-B808B5BB5B46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1">
                <a:extLst>
                  <a:ext uri="{FF2B5EF4-FFF2-40B4-BE49-F238E27FC236}">
                    <a16:creationId xmlns:a16="http://schemas.microsoft.com/office/drawing/2014/main" id="{18C50BEC-BC8B-D63D-D346-971188509A3F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288A2D54-4D8E-292D-1E39-8A541D55619E}"/>
                </a:ext>
              </a:extLst>
            </p:cNvPr>
            <p:cNvSpPr txBox="1"/>
            <p:nvPr/>
          </p:nvSpPr>
          <p:spPr>
            <a:xfrm>
              <a:off x="5415316" y="5183978"/>
              <a:ext cx="5182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Projeções financeiras e operacionais</a:t>
              </a:r>
              <a:endParaRPr lang="pt-BR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33" name="Retângulo 17">
            <a:extLst>
              <a:ext uri="{FF2B5EF4-FFF2-40B4-BE49-F238E27FC236}">
                <a16:creationId xmlns:a16="http://schemas.microsoft.com/office/drawing/2014/main" id="{6E1F7164-696B-DE69-3ABA-82CA58E2411E}"/>
              </a:ext>
            </a:extLst>
          </p:cNvPr>
          <p:cNvSpPr/>
          <p:nvPr/>
        </p:nvSpPr>
        <p:spPr>
          <a:xfrm>
            <a:off x="-151269" y="-4256997"/>
            <a:ext cx="15460933" cy="7491797"/>
          </a:xfrm>
          <a:prstGeom prst="rect">
            <a:avLst/>
          </a:prstGeom>
          <a:gradFill flip="none" rotWithShape="1">
            <a:gsLst>
              <a:gs pos="10000">
                <a:srgbClr val="0E2841">
                  <a:alpha val="20000"/>
                </a:srgbClr>
              </a:gs>
              <a:gs pos="100000">
                <a:srgbClr val="2E3434"/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17">
            <a:extLst>
              <a:ext uri="{FF2B5EF4-FFF2-40B4-BE49-F238E27FC236}">
                <a16:creationId xmlns:a16="http://schemas.microsoft.com/office/drawing/2014/main" id="{498CEB27-A780-442E-AE2F-74BE9A16791B}"/>
              </a:ext>
            </a:extLst>
          </p:cNvPr>
          <p:cNvSpPr/>
          <p:nvPr/>
        </p:nvSpPr>
        <p:spPr>
          <a:xfrm rot="10800000">
            <a:off x="-151269" y="4522611"/>
            <a:ext cx="15460933" cy="7491797"/>
          </a:xfrm>
          <a:prstGeom prst="rect">
            <a:avLst/>
          </a:prstGeom>
          <a:gradFill flip="none" rotWithShape="1">
            <a:gsLst>
              <a:gs pos="10000">
                <a:srgbClr val="0E2841">
                  <a:alpha val="20000"/>
                </a:srgbClr>
              </a:gs>
              <a:gs pos="100000">
                <a:srgbClr val="2E3434"/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6875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8212-E0D7-712A-7D2D-6E89AD3FE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ED41147-92AE-8228-4D28-2D7FAFFA69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2760125"/>
              </p:ext>
            </p:extLst>
          </p:nvPr>
        </p:nvGraphicFramePr>
        <p:xfrm>
          <a:off x="7636042" y="2187267"/>
          <a:ext cx="6625389" cy="53723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E2A61B76-C998-0F92-4C2F-FF144B8F5C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3437461"/>
              </p:ext>
            </p:extLst>
          </p:nvPr>
        </p:nvGraphicFramePr>
        <p:xfrm>
          <a:off x="818467" y="2161248"/>
          <a:ext cx="6346576" cy="5622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CaixaDeTexto 36">
            <a:extLst>
              <a:ext uri="{FF2B5EF4-FFF2-40B4-BE49-F238E27FC236}">
                <a16:creationId xmlns:a16="http://schemas.microsoft.com/office/drawing/2014/main" id="{BB6CF783-9194-9B30-874B-E3C1F649F60F}"/>
              </a:ext>
            </a:extLst>
          </p:cNvPr>
          <p:cNvSpPr txBox="1"/>
          <p:nvPr/>
        </p:nvSpPr>
        <p:spPr>
          <a:xfrm>
            <a:off x="1058901" y="206706"/>
            <a:ext cx="999589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Projeções Financeiras para a expansão da Multylog.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E207531-9D25-BF48-25C6-C778C59EC621}"/>
              </a:ext>
            </a:extLst>
          </p:cNvPr>
          <p:cNvSpPr txBox="1"/>
          <p:nvPr/>
        </p:nvSpPr>
        <p:spPr>
          <a:xfrm>
            <a:off x="1082435" y="1289428"/>
            <a:ext cx="6067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1. </a:t>
            </a:r>
            <a:r>
              <a:rPr lang="pt-BR" sz="1500" b="1" dirty="0">
                <a:latin typeface="Montserrat" panose="00000500000000000000" pitchFamily="2" charset="0"/>
              </a:rPr>
              <a:t>Premissas</a:t>
            </a:r>
            <a:r>
              <a:rPr lang="pt-BR" sz="15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pt-BR" sz="1500" b="1" dirty="0">
                <a:latin typeface="Montserrat" panose="00000500000000000000" pitchFamily="2" charset="0"/>
              </a:rPr>
              <a:t>projeção do número de máquinas frota própria + vendas diretas</a:t>
            </a:r>
          </a:p>
          <a:p>
            <a:endParaRPr lang="pt-BR" sz="1500" b="1" dirty="0">
              <a:solidFill>
                <a:schemeClr val="bg2">
                  <a:lumMod val="5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0E51E8-3D34-2830-70EA-AF1E3DA026AB}"/>
              </a:ext>
            </a:extLst>
          </p:cNvPr>
          <p:cNvSpPr txBox="1"/>
          <p:nvPr/>
        </p:nvSpPr>
        <p:spPr>
          <a:xfrm>
            <a:off x="7790150" y="1364249"/>
            <a:ext cx="63259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1.1 </a:t>
            </a:r>
            <a:r>
              <a:rPr lang="pt-BR" sz="1500" b="1" dirty="0">
                <a:latin typeface="Montserrat" panose="00000500000000000000" pitchFamily="2" charset="0"/>
              </a:rPr>
              <a:t>Faturamento KION compra frota própria + vendas diretas somam +341M de receita KION em 5 anos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C9237EA-E88D-F2D6-8FF7-F36F1BCC3DD4}"/>
              </a:ext>
            </a:extLst>
          </p:cNvPr>
          <p:cNvSpPr txBox="1"/>
          <p:nvPr/>
        </p:nvSpPr>
        <p:spPr>
          <a:xfrm>
            <a:off x="3837987" y="8438862"/>
            <a:ext cx="578135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>
                <a:latin typeface="Montserrat" panose="00000500000000000000" pitchFamily="2" charset="0"/>
              </a:rPr>
              <a:t>Métricas utilizadas</a:t>
            </a:r>
          </a:p>
        </p:txBody>
      </p:sp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503ABE12-F5F6-E281-6036-2F9D9944F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870411"/>
              </p:ext>
            </p:extLst>
          </p:nvPr>
        </p:nvGraphicFramePr>
        <p:xfrm>
          <a:off x="3991755" y="9011955"/>
          <a:ext cx="5744063" cy="1234440"/>
        </p:xfrm>
        <a:graphic>
          <a:graphicData uri="http://schemas.openxmlformats.org/drawingml/2006/table">
            <a:tbl>
              <a:tblPr/>
              <a:tblGrid>
                <a:gridCol w="1555926">
                  <a:extLst>
                    <a:ext uri="{9D8B030D-6E8A-4147-A177-3AD203B41FA5}">
                      <a16:colId xmlns:a16="http://schemas.microsoft.com/office/drawing/2014/main" val="3748370281"/>
                    </a:ext>
                  </a:extLst>
                </a:gridCol>
                <a:gridCol w="1474037">
                  <a:extLst>
                    <a:ext uri="{9D8B030D-6E8A-4147-A177-3AD203B41FA5}">
                      <a16:colId xmlns:a16="http://schemas.microsoft.com/office/drawing/2014/main" val="3676213189"/>
                    </a:ext>
                  </a:extLst>
                </a:gridCol>
                <a:gridCol w="514743">
                  <a:extLst>
                    <a:ext uri="{9D8B030D-6E8A-4147-A177-3AD203B41FA5}">
                      <a16:colId xmlns:a16="http://schemas.microsoft.com/office/drawing/2014/main" val="565477375"/>
                    </a:ext>
                  </a:extLst>
                </a:gridCol>
                <a:gridCol w="596634">
                  <a:extLst>
                    <a:ext uri="{9D8B030D-6E8A-4147-A177-3AD203B41FA5}">
                      <a16:colId xmlns:a16="http://schemas.microsoft.com/office/drawing/2014/main" val="1099512514"/>
                    </a:ext>
                  </a:extLst>
                </a:gridCol>
                <a:gridCol w="514743">
                  <a:extLst>
                    <a:ext uri="{9D8B030D-6E8A-4147-A177-3AD203B41FA5}">
                      <a16:colId xmlns:a16="http://schemas.microsoft.com/office/drawing/2014/main" val="1010776361"/>
                    </a:ext>
                  </a:extLst>
                </a:gridCol>
                <a:gridCol w="538140">
                  <a:extLst>
                    <a:ext uri="{9D8B030D-6E8A-4147-A177-3AD203B41FA5}">
                      <a16:colId xmlns:a16="http://schemas.microsoft.com/office/drawing/2014/main" val="66994282"/>
                    </a:ext>
                  </a:extLst>
                </a:gridCol>
                <a:gridCol w="549840">
                  <a:extLst>
                    <a:ext uri="{9D8B030D-6E8A-4147-A177-3AD203B41FA5}">
                      <a16:colId xmlns:a16="http://schemas.microsoft.com/office/drawing/2014/main" val="2429398567"/>
                    </a:ext>
                  </a:extLst>
                </a:gridCol>
              </a:tblGrid>
              <a:tr h="12334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2030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690130"/>
                  </a:ext>
                </a:extLst>
              </a:tr>
              <a:tr h="123342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aumento anual (estimado)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3,5%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29,0%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9,6%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9,9%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9,7%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974112"/>
                  </a:ext>
                </a:extLst>
              </a:tr>
              <a:tr h="12334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META COMPRA MAQUINAS (%)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aumento anual (meta)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10,0%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10,0%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10,0%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10,0%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10,0%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167716"/>
                  </a:ext>
                </a:extLst>
              </a:tr>
              <a:tr h="12334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META COMPRA MAQUINAS (#)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535595"/>
                  </a:ext>
                </a:extLst>
              </a:tr>
              <a:tr h="12334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META (CURVA DE APREND.)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185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239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262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288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316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627807"/>
                  </a:ext>
                </a:extLst>
              </a:tr>
              <a:tr h="12334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MATURIDADE (50%)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 MESES ~30%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85%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452591"/>
                  </a:ext>
                </a:extLst>
              </a:tr>
              <a:tr h="12334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VENDA DIRETA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119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143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157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173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190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817353"/>
                  </a:ext>
                </a:extLst>
              </a:tr>
              <a:tr h="12334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COTA COMPRA - Frota própria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96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105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115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208325"/>
                  </a:ext>
                </a:extLst>
              </a:tr>
              <a:tr h="12334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CURVA DE CRESCIM.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36%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40%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40%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40%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40%</a:t>
                      </a:r>
                      <a:endParaRPr lang="pt-BR" sz="900"/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945583"/>
                  </a:ext>
                </a:extLst>
              </a:tr>
            </a:tbl>
          </a:graphicData>
        </a:graphic>
      </p:graphicFrame>
      <p:sp>
        <p:nvSpPr>
          <p:cNvPr id="35" name="CaixaDeTexto 34">
            <a:extLst>
              <a:ext uri="{FF2B5EF4-FFF2-40B4-BE49-F238E27FC236}">
                <a16:creationId xmlns:a16="http://schemas.microsoft.com/office/drawing/2014/main" id="{4BC0343F-759D-783B-C9D6-F835D511016E}"/>
              </a:ext>
            </a:extLst>
          </p:cNvPr>
          <p:cNvSpPr txBox="1"/>
          <p:nvPr/>
        </p:nvSpPr>
        <p:spPr>
          <a:xfrm>
            <a:off x="1082435" y="2020679"/>
            <a:ext cx="578135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dirty="0">
                <a:latin typeface="Montserrat" panose="00000500000000000000" pitchFamily="2" charset="0"/>
              </a:rPr>
              <a:t>Com base na meta total recebida para o ano de 2025, projetamos um crescimento anual estimado de 5% a partir de 2027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F3BD5A2-6E4F-9F5E-8EC0-A0F76BD9270A}"/>
              </a:ext>
            </a:extLst>
          </p:cNvPr>
          <p:cNvGrpSpPr/>
          <p:nvPr/>
        </p:nvGrpSpPr>
        <p:grpSpPr>
          <a:xfrm>
            <a:off x="10472208" y="7559620"/>
            <a:ext cx="3189568" cy="261610"/>
            <a:chOff x="10472208" y="7586026"/>
            <a:chExt cx="3189568" cy="261610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F1DE8E56-FFFF-32C2-D2AC-5E771D603DDE}"/>
                </a:ext>
              </a:extLst>
            </p:cNvPr>
            <p:cNvSpPr/>
            <p:nvPr/>
          </p:nvSpPr>
          <p:spPr>
            <a:xfrm>
              <a:off x="10472208" y="7647044"/>
              <a:ext cx="86650" cy="10341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5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18A9F17F-BF0A-EEC6-E43E-077CFC53A894}"/>
                </a:ext>
              </a:extLst>
            </p:cNvPr>
            <p:cNvSpPr txBox="1"/>
            <p:nvPr/>
          </p:nvSpPr>
          <p:spPr>
            <a:xfrm>
              <a:off x="10558858" y="7586026"/>
              <a:ext cx="31029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>
                  <a:solidFill>
                    <a:srgbClr val="59595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Faturamento KION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9154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B45BF-D165-1514-29F2-15E28035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B21F3232-AF7D-3B5E-5250-6777E8D0FA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1594094"/>
              </p:ext>
            </p:extLst>
          </p:nvPr>
        </p:nvGraphicFramePr>
        <p:xfrm>
          <a:off x="875803" y="2272877"/>
          <a:ext cx="6032012" cy="5466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7" name="CaixaDeTexto 36">
            <a:extLst>
              <a:ext uri="{FF2B5EF4-FFF2-40B4-BE49-F238E27FC236}">
                <a16:creationId xmlns:a16="http://schemas.microsoft.com/office/drawing/2014/main" id="{DDB51DD5-E882-E69A-FC04-0E770F09CC12}"/>
              </a:ext>
            </a:extLst>
          </p:cNvPr>
          <p:cNvSpPr txBox="1"/>
          <p:nvPr/>
        </p:nvSpPr>
        <p:spPr>
          <a:xfrm>
            <a:off x="1058901" y="206706"/>
            <a:ext cx="999589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Projeções Financeiras para a expansão da Multylog.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4246D64-EC00-84F2-895B-F0A0E8E98C79}"/>
              </a:ext>
            </a:extLst>
          </p:cNvPr>
          <p:cNvSpPr txBox="1"/>
          <p:nvPr/>
        </p:nvSpPr>
        <p:spPr>
          <a:xfrm>
            <a:off x="7383501" y="1270569"/>
            <a:ext cx="6400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2.1 </a:t>
            </a:r>
            <a:r>
              <a:rPr lang="pt-BR" sz="1500" b="1" dirty="0">
                <a:latin typeface="Montserrat" panose="00000500000000000000" pitchFamily="2" charset="0"/>
              </a:rPr>
              <a:t>Premissas para as projeções realizadas (Serviços)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819A167-0E51-8A03-6790-3F4918ED6476}"/>
              </a:ext>
            </a:extLst>
          </p:cNvPr>
          <p:cNvSpPr txBox="1">
            <a:spLocks/>
          </p:cNvSpPr>
          <p:nvPr/>
        </p:nvSpPr>
        <p:spPr>
          <a:xfrm>
            <a:off x="-4320162" y="2965045"/>
            <a:ext cx="346909" cy="337661"/>
          </a:xfrm>
          <a:prstGeom prst="rect">
            <a:avLst/>
          </a:prstGeom>
          <a:solidFill>
            <a:srgbClr val="E11D23"/>
          </a:solidFill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1D4336-1275-F84C-A151-C19CFA08077B}" type="slidenum">
              <a:rPr lang="en-BR" smtClean="0"/>
              <a:pPr/>
              <a:t>10</a:t>
            </a:fld>
            <a:endParaRPr lang="en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A2CD59B-04B3-CCC3-A222-B92B452E9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294177"/>
              </p:ext>
            </p:extLst>
          </p:nvPr>
        </p:nvGraphicFramePr>
        <p:xfrm>
          <a:off x="7459696" y="2176548"/>
          <a:ext cx="6714066" cy="663344"/>
        </p:xfrm>
        <a:graphic>
          <a:graphicData uri="http://schemas.openxmlformats.org/drawingml/2006/table">
            <a:tbl>
              <a:tblPr/>
              <a:tblGrid>
                <a:gridCol w="1196833">
                  <a:extLst>
                    <a:ext uri="{9D8B030D-6E8A-4147-A177-3AD203B41FA5}">
                      <a16:colId xmlns:a16="http://schemas.microsoft.com/office/drawing/2014/main" val="4228501064"/>
                    </a:ext>
                  </a:extLst>
                </a:gridCol>
                <a:gridCol w="708636">
                  <a:extLst>
                    <a:ext uri="{9D8B030D-6E8A-4147-A177-3AD203B41FA5}">
                      <a16:colId xmlns:a16="http://schemas.microsoft.com/office/drawing/2014/main" val="1657268508"/>
                    </a:ext>
                  </a:extLst>
                </a:gridCol>
                <a:gridCol w="754509">
                  <a:extLst>
                    <a:ext uri="{9D8B030D-6E8A-4147-A177-3AD203B41FA5}">
                      <a16:colId xmlns:a16="http://schemas.microsoft.com/office/drawing/2014/main" val="452109365"/>
                    </a:ext>
                  </a:extLst>
                </a:gridCol>
                <a:gridCol w="824370">
                  <a:extLst>
                    <a:ext uri="{9D8B030D-6E8A-4147-A177-3AD203B41FA5}">
                      <a16:colId xmlns:a16="http://schemas.microsoft.com/office/drawing/2014/main" val="2092095746"/>
                    </a:ext>
                  </a:extLst>
                </a:gridCol>
                <a:gridCol w="852316">
                  <a:extLst>
                    <a:ext uri="{9D8B030D-6E8A-4147-A177-3AD203B41FA5}">
                      <a16:colId xmlns:a16="http://schemas.microsoft.com/office/drawing/2014/main" val="2839630497"/>
                    </a:ext>
                  </a:extLst>
                </a:gridCol>
                <a:gridCol w="796426">
                  <a:extLst>
                    <a:ext uri="{9D8B030D-6E8A-4147-A177-3AD203B41FA5}">
                      <a16:colId xmlns:a16="http://schemas.microsoft.com/office/drawing/2014/main" val="546360178"/>
                    </a:ext>
                  </a:extLst>
                </a:gridCol>
                <a:gridCol w="782454">
                  <a:extLst>
                    <a:ext uri="{9D8B030D-6E8A-4147-A177-3AD203B41FA5}">
                      <a16:colId xmlns:a16="http://schemas.microsoft.com/office/drawing/2014/main" val="3243874251"/>
                    </a:ext>
                  </a:extLst>
                </a:gridCol>
                <a:gridCol w="798522">
                  <a:extLst>
                    <a:ext uri="{9D8B030D-6E8A-4147-A177-3AD203B41FA5}">
                      <a16:colId xmlns:a16="http://schemas.microsoft.com/office/drawing/2014/main" val="3273382970"/>
                    </a:ext>
                  </a:extLst>
                </a:gridCol>
              </a:tblGrid>
              <a:tr h="201968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pt-BR" sz="1000" b="1" i="0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Serviços​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pt-BR" sz="1000" b="1" i="0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2024​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pt-BR" sz="1000" b="1" i="0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2025​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pt-BR" sz="1000" b="1" i="0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2026​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pt-BR" sz="1000" b="1" i="0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2027​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pt-BR" sz="1000" b="1" i="0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2028​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pt-BR" sz="1000" b="1" i="0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2029​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pt-BR" sz="1000" b="1" i="0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2030​</a:t>
                      </a:r>
                      <a:endParaRPr lang="pt-BR" sz="1000" b="1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272206"/>
                  </a:ext>
                </a:extLst>
              </a:tr>
              <a:tr h="419504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1000" b="1" i="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Vendas diretas</a:t>
                      </a:r>
                      <a:endParaRPr lang="pt-BR" sz="10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R$ 0,9M </a:t>
                      </a:r>
                      <a:r>
                        <a:rPr lang="en-US" sz="1000" b="0" i="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​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R$ 1,3M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R$38,3M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R$ 45,6M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R$47,2M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R$ 48,8M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R$50,5M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973711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9DA6F8D2-C13D-F972-7B0F-39B11088717E}"/>
              </a:ext>
            </a:extLst>
          </p:cNvPr>
          <p:cNvSpPr txBox="1"/>
          <p:nvPr/>
        </p:nvSpPr>
        <p:spPr>
          <a:xfrm>
            <a:off x="1013198" y="1750115"/>
            <a:ext cx="603201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dirty="0">
                <a:latin typeface="Montserrat" panose="00000500000000000000" pitchFamily="2" charset="0"/>
              </a:rPr>
              <a:t>Com nosso forte ecossistema de locação, vendas e serviços, pretendemos expandir os serviços ofertados e ampliar mais uma linha de receita estratégica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A641FA7-68C0-131C-82C9-8293EB31C748}"/>
              </a:ext>
            </a:extLst>
          </p:cNvPr>
          <p:cNvGrpSpPr/>
          <p:nvPr/>
        </p:nvGrpSpPr>
        <p:grpSpPr>
          <a:xfrm>
            <a:off x="8349022" y="3510171"/>
            <a:ext cx="4910013" cy="1107658"/>
            <a:chOff x="7947799" y="3403619"/>
            <a:chExt cx="4910013" cy="1107658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DBFDE538-87E7-465D-C01C-6FE82AF50A67}"/>
                </a:ext>
              </a:extLst>
            </p:cNvPr>
            <p:cNvSpPr/>
            <p:nvPr/>
          </p:nvSpPr>
          <p:spPr>
            <a:xfrm>
              <a:off x="7947799" y="3403619"/>
              <a:ext cx="2040556" cy="1107658"/>
            </a:xfrm>
            <a:prstGeom prst="rect">
              <a:avLst/>
            </a:prstGeom>
            <a:noFill/>
            <a:ln>
              <a:solidFill>
                <a:srgbClr val="222A3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2467514E-AC88-15AE-5605-31B65B16CF50}"/>
                </a:ext>
              </a:extLst>
            </p:cNvPr>
            <p:cNvSpPr/>
            <p:nvPr/>
          </p:nvSpPr>
          <p:spPr>
            <a:xfrm>
              <a:off x="10817256" y="3403619"/>
              <a:ext cx="2040556" cy="1107658"/>
            </a:xfrm>
            <a:prstGeom prst="rect">
              <a:avLst/>
            </a:prstGeom>
            <a:noFill/>
            <a:ln>
              <a:solidFill>
                <a:srgbClr val="222A3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2E21329-97E2-A93E-CD23-7E21BC9D7694}"/>
                </a:ext>
              </a:extLst>
            </p:cNvPr>
            <p:cNvSpPr txBox="1"/>
            <p:nvPr/>
          </p:nvSpPr>
          <p:spPr>
            <a:xfrm>
              <a:off x="8222589" y="3621554"/>
              <a:ext cx="1490975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>
                  <a:latin typeface="Montserrat" panose="00000500000000000000" pitchFamily="2" charset="0"/>
                </a:rPr>
                <a:t>30%</a:t>
              </a:r>
            </a:p>
            <a:p>
              <a:pPr algn="ctr"/>
              <a:r>
                <a:rPr lang="pt-BR" sz="1500" dirty="0">
                  <a:latin typeface="Montserrat" panose="00000500000000000000" pitchFamily="2" charset="0"/>
                </a:rPr>
                <a:t>Cross- </a:t>
              </a:r>
              <a:r>
                <a:rPr lang="pt-BR" sz="1500" dirty="0" err="1">
                  <a:latin typeface="Montserrat" panose="00000500000000000000" pitchFamily="2" charset="0"/>
                </a:rPr>
                <a:t>Selling</a:t>
              </a:r>
              <a:endParaRPr lang="pt-BR" sz="1500" dirty="0">
                <a:latin typeface="Montserrat" panose="00000500000000000000" pitchFamily="2" charset="0"/>
              </a:endParaRP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A493BA6E-88E8-8EC7-97C6-47D5D881910E}"/>
                </a:ext>
              </a:extLst>
            </p:cNvPr>
            <p:cNvSpPr txBox="1"/>
            <p:nvPr/>
          </p:nvSpPr>
          <p:spPr>
            <a:xfrm>
              <a:off x="10954651" y="3481116"/>
              <a:ext cx="1765766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>
                  <a:latin typeface="Montserrat" panose="00000500000000000000" pitchFamily="2" charset="0"/>
                </a:rPr>
                <a:t>5%</a:t>
              </a:r>
            </a:p>
            <a:p>
              <a:pPr algn="ctr"/>
              <a:r>
                <a:rPr lang="pt-BR" sz="1500" dirty="0">
                  <a:latin typeface="Montserrat" panose="00000500000000000000" pitchFamily="2" charset="0"/>
                </a:rPr>
                <a:t>Valor do maquinário </a:t>
              </a:r>
              <a:r>
                <a:rPr lang="pt-BR" sz="1500" dirty="0" err="1">
                  <a:latin typeface="Montserrat" panose="00000500000000000000" pitchFamily="2" charset="0"/>
                </a:rPr>
                <a:t>a.a</a:t>
              </a:r>
              <a:endParaRPr lang="pt-BR" sz="1500" dirty="0">
                <a:latin typeface="Montserrat" panose="00000500000000000000" pitchFamily="2" charset="0"/>
              </a:endParaRPr>
            </a:p>
          </p:txBody>
        </p:sp>
      </p:grp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18059FC8-6624-8468-A8EC-69E4005F8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286061"/>
              </p:ext>
            </p:extLst>
          </p:nvPr>
        </p:nvGraphicFramePr>
        <p:xfrm>
          <a:off x="7459696" y="4909784"/>
          <a:ext cx="6846228" cy="2612780"/>
        </p:xfrm>
        <a:graphic>
          <a:graphicData uri="http://schemas.openxmlformats.org/drawingml/2006/table">
            <a:tbl>
              <a:tblPr/>
              <a:tblGrid>
                <a:gridCol w="1778558">
                  <a:extLst>
                    <a:ext uri="{9D8B030D-6E8A-4147-A177-3AD203B41FA5}">
                      <a16:colId xmlns:a16="http://schemas.microsoft.com/office/drawing/2014/main" val="2183497474"/>
                    </a:ext>
                  </a:extLst>
                </a:gridCol>
                <a:gridCol w="682187">
                  <a:extLst>
                    <a:ext uri="{9D8B030D-6E8A-4147-A177-3AD203B41FA5}">
                      <a16:colId xmlns:a16="http://schemas.microsoft.com/office/drawing/2014/main" val="1181523358"/>
                    </a:ext>
                  </a:extLst>
                </a:gridCol>
                <a:gridCol w="722793">
                  <a:extLst>
                    <a:ext uri="{9D8B030D-6E8A-4147-A177-3AD203B41FA5}">
                      <a16:colId xmlns:a16="http://schemas.microsoft.com/office/drawing/2014/main" val="2682553643"/>
                    </a:ext>
                  </a:extLst>
                </a:gridCol>
                <a:gridCol w="722793">
                  <a:extLst>
                    <a:ext uri="{9D8B030D-6E8A-4147-A177-3AD203B41FA5}">
                      <a16:colId xmlns:a16="http://schemas.microsoft.com/office/drawing/2014/main" val="3350896222"/>
                    </a:ext>
                  </a:extLst>
                </a:gridCol>
                <a:gridCol w="722793">
                  <a:extLst>
                    <a:ext uri="{9D8B030D-6E8A-4147-A177-3AD203B41FA5}">
                      <a16:colId xmlns:a16="http://schemas.microsoft.com/office/drawing/2014/main" val="890749392"/>
                    </a:ext>
                  </a:extLst>
                </a:gridCol>
                <a:gridCol w="722793">
                  <a:extLst>
                    <a:ext uri="{9D8B030D-6E8A-4147-A177-3AD203B41FA5}">
                      <a16:colId xmlns:a16="http://schemas.microsoft.com/office/drawing/2014/main" val="1399429619"/>
                    </a:ext>
                  </a:extLst>
                </a:gridCol>
                <a:gridCol w="722793">
                  <a:extLst>
                    <a:ext uri="{9D8B030D-6E8A-4147-A177-3AD203B41FA5}">
                      <a16:colId xmlns:a16="http://schemas.microsoft.com/office/drawing/2014/main" val="3256691470"/>
                    </a:ext>
                  </a:extLst>
                </a:gridCol>
                <a:gridCol w="771518">
                  <a:extLst>
                    <a:ext uri="{9D8B030D-6E8A-4147-A177-3AD203B41FA5}">
                      <a16:colId xmlns:a16="http://schemas.microsoft.com/office/drawing/2014/main" val="3974930468"/>
                    </a:ext>
                  </a:extLst>
                </a:gridCol>
              </a:tblGrid>
              <a:tr h="52255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Tipo de receita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2024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2025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2026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2027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2028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2029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2030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68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40120"/>
                  </a:ext>
                </a:extLst>
              </a:tr>
              <a:tr h="5225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Faturamento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Serviços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R$ 0,2M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R$ 0,2M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R$ 0,8M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R$ 1,5M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R$ 2,2M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R$ 2,9M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R$ 3,7M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6911"/>
                  </a:ext>
                </a:extLst>
              </a:tr>
              <a:tr h="5225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Entrega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técnica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(1%)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R$ 39 mil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R$ 12 mil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R$ 0,4M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R$ 0,5M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R$ 0,5M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R$ 0,5M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R$ 0,5M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263585"/>
                  </a:ext>
                </a:extLst>
              </a:tr>
              <a:tr h="5225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Acerto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Garantia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(1%)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R$ 12 mil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R$ 0,4M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R$ 0,5M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R$ 0,5M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R$ 0,5M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R$ 0,5M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320635"/>
                  </a:ext>
                </a:extLst>
              </a:tr>
              <a:tr h="522556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Faturamento </a:t>
                      </a:r>
                      <a:r>
                        <a:rPr lang="pt-B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toal</a:t>
                      </a: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serviços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R$ 0,2M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R$ 0,2M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R$ 1,5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R$ 2,4M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R$ 3,1M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R$ 3,9M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R$ 4,7M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346124"/>
                  </a:ext>
                </a:extLst>
              </a:tr>
            </a:tbl>
          </a:graphicData>
        </a:graphic>
      </p:graphicFrame>
      <p:sp>
        <p:nvSpPr>
          <p:cNvPr id="16" name="CaixaDeTexto 15">
            <a:extLst>
              <a:ext uri="{FF2B5EF4-FFF2-40B4-BE49-F238E27FC236}">
                <a16:creationId xmlns:a16="http://schemas.microsoft.com/office/drawing/2014/main" id="{470072CB-4D53-DEFE-7976-7F777C4BC6DF}"/>
              </a:ext>
            </a:extLst>
          </p:cNvPr>
          <p:cNvSpPr txBox="1"/>
          <p:nvPr/>
        </p:nvSpPr>
        <p:spPr>
          <a:xfrm>
            <a:off x="1033501" y="1270569"/>
            <a:ext cx="6400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2 </a:t>
            </a:r>
            <a:r>
              <a:rPr lang="pt-BR" sz="1500" b="1" dirty="0">
                <a:latin typeface="Montserrat" panose="00000500000000000000" pitchFamily="2" charset="0"/>
              </a:rPr>
              <a:t>Projeções de receita de serviços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3A06962-E41F-F8F9-7E38-95F3E1400E2D}"/>
              </a:ext>
            </a:extLst>
          </p:cNvPr>
          <p:cNvSpPr txBox="1"/>
          <p:nvPr/>
        </p:nvSpPr>
        <p:spPr>
          <a:xfrm>
            <a:off x="10150568" y="3109015"/>
            <a:ext cx="1397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dirty="0">
                <a:latin typeface="Montserrat" panose="00000500000000000000" pitchFamily="2" charset="0"/>
              </a:rPr>
              <a:t>Premissas</a:t>
            </a:r>
          </a:p>
        </p:txBody>
      </p:sp>
    </p:spTree>
    <p:extLst>
      <p:ext uri="{BB962C8B-B14F-4D97-AF65-F5344CB8AC3E}">
        <p14:creationId xmlns:p14="http://schemas.microsoft.com/office/powerpoint/2010/main" val="3190088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35E63-E6E7-41CD-CB7B-EF4F53DA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aixaDeTexto 36">
            <a:extLst>
              <a:ext uri="{FF2B5EF4-FFF2-40B4-BE49-F238E27FC236}">
                <a16:creationId xmlns:a16="http://schemas.microsoft.com/office/drawing/2014/main" id="{36AD1C94-1D5F-9E53-A50B-1DEC309C7DD5}"/>
              </a:ext>
            </a:extLst>
          </p:cNvPr>
          <p:cNvSpPr txBox="1"/>
          <p:nvPr/>
        </p:nvSpPr>
        <p:spPr>
          <a:xfrm>
            <a:off x="1058901" y="206706"/>
            <a:ext cx="999589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Projeções Financeiras para a expansão da Multylog.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89A6ED7-C3BF-690F-B211-5B261709749D}"/>
              </a:ext>
            </a:extLst>
          </p:cNvPr>
          <p:cNvSpPr txBox="1"/>
          <p:nvPr/>
        </p:nvSpPr>
        <p:spPr>
          <a:xfrm>
            <a:off x="1058900" y="1078319"/>
            <a:ext cx="56452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3. </a:t>
            </a:r>
            <a:r>
              <a:rPr lang="pt-BR" sz="1500" b="1" dirty="0">
                <a:latin typeface="Montserrat" panose="00000500000000000000" pitchFamily="2" charset="0"/>
              </a:rPr>
              <a:t>Projeção para compra de peças </a:t>
            </a:r>
          </a:p>
          <a:p>
            <a:r>
              <a:rPr lang="pt-BR" sz="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              </a:t>
            </a:r>
            <a:endParaRPr lang="pt-BR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AC3D5D8-A056-37C3-22F1-B52D5CC052DF}"/>
              </a:ext>
            </a:extLst>
          </p:cNvPr>
          <p:cNvSpPr txBox="1">
            <a:spLocks/>
          </p:cNvSpPr>
          <p:nvPr/>
        </p:nvSpPr>
        <p:spPr>
          <a:xfrm>
            <a:off x="-4320162" y="2965045"/>
            <a:ext cx="346909" cy="337661"/>
          </a:xfrm>
          <a:prstGeom prst="rect">
            <a:avLst/>
          </a:prstGeom>
          <a:solidFill>
            <a:srgbClr val="E11D23"/>
          </a:solidFill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1D4336-1275-F84C-A151-C19CFA08077B}" type="slidenum">
              <a:rPr lang="en-BR" smtClean="0"/>
              <a:pPr/>
              <a:t>11</a:t>
            </a:fld>
            <a:endParaRPr lang="en-BR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FF7BC593-AFEF-A692-718B-5D265B33F0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6010134"/>
              </p:ext>
            </p:extLst>
          </p:nvPr>
        </p:nvGraphicFramePr>
        <p:xfrm>
          <a:off x="1042062" y="1498600"/>
          <a:ext cx="6057517" cy="6071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06749076-D435-4DE4-ACFE-02A4E685FE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7553321"/>
              </p:ext>
            </p:extLst>
          </p:nvPr>
        </p:nvGraphicFramePr>
        <p:xfrm>
          <a:off x="7513985" y="2186314"/>
          <a:ext cx="6738628" cy="2520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22A6A08A-B967-41BF-8DC2-276AEE1BB4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9786422"/>
              </p:ext>
            </p:extLst>
          </p:nvPr>
        </p:nvGraphicFramePr>
        <p:xfrm>
          <a:off x="7760385" y="5140629"/>
          <a:ext cx="6245827" cy="2520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CB2834AC-C84A-8C30-36FD-AA2B5FADFE2F}"/>
              </a:ext>
            </a:extLst>
          </p:cNvPr>
          <p:cNvSpPr txBox="1"/>
          <p:nvPr/>
        </p:nvSpPr>
        <p:spPr>
          <a:xfrm>
            <a:off x="7495015" y="1192619"/>
            <a:ext cx="56452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3.1 </a:t>
            </a:r>
            <a:r>
              <a:rPr lang="pt-BR" sz="1500" b="1" dirty="0">
                <a:latin typeface="Montserrat" panose="00000500000000000000" pitchFamily="2" charset="0"/>
              </a:rPr>
              <a:t>Projeção para venda de peças, considerando 60% de giro de estoque e 1,75 de markup</a:t>
            </a:r>
          </a:p>
          <a:p>
            <a:r>
              <a:rPr lang="pt-BR" sz="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              </a:t>
            </a:r>
            <a:endParaRPr lang="pt-BR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8FFBE06-E299-6AD3-F4EF-56EAA0D520F6}"/>
              </a:ext>
            </a:extLst>
          </p:cNvPr>
          <p:cNvSpPr txBox="1"/>
          <p:nvPr/>
        </p:nvSpPr>
        <p:spPr>
          <a:xfrm>
            <a:off x="7495015" y="4588388"/>
            <a:ext cx="5645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3.2 </a:t>
            </a:r>
            <a:r>
              <a:rPr lang="pt-BR" sz="1500" b="1" dirty="0">
                <a:latin typeface="Montserrat" panose="00000500000000000000" pitchFamily="2" charset="0"/>
              </a:rPr>
              <a:t>Projeção para o estoque final de peças        </a:t>
            </a:r>
          </a:p>
        </p:txBody>
      </p:sp>
    </p:spTree>
    <p:extLst>
      <p:ext uri="{BB962C8B-B14F-4D97-AF65-F5344CB8AC3E}">
        <p14:creationId xmlns:p14="http://schemas.microsoft.com/office/powerpoint/2010/main" val="2558702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BE9E0-FF42-4DF3-B4E9-0628C15A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68B8A742-F517-76DF-92DB-BA792271902A}"/>
              </a:ext>
            </a:extLst>
          </p:cNvPr>
          <p:cNvSpPr txBox="1">
            <a:spLocks/>
          </p:cNvSpPr>
          <p:nvPr/>
        </p:nvSpPr>
        <p:spPr>
          <a:xfrm>
            <a:off x="922918" y="346335"/>
            <a:ext cx="10349444" cy="565613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>
                <a:latin typeface="Montserrat" panose="00000500000000000000" pitchFamily="2" charset="0"/>
              </a:rPr>
              <a:t>Expansão das linhas de receita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A4C7F0A4-50D2-84BE-36E9-B668D3FFE70E}"/>
              </a:ext>
            </a:extLst>
          </p:cNvPr>
          <p:cNvGrpSpPr/>
          <p:nvPr/>
        </p:nvGrpSpPr>
        <p:grpSpPr>
          <a:xfrm>
            <a:off x="632369" y="1739481"/>
            <a:ext cx="13797471" cy="2842519"/>
            <a:chOff x="695259" y="1755913"/>
            <a:chExt cx="13797471" cy="2842519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160F5BC8-767B-A8FB-6274-9C2E05751723}"/>
                </a:ext>
              </a:extLst>
            </p:cNvPr>
            <p:cNvSpPr/>
            <p:nvPr/>
          </p:nvSpPr>
          <p:spPr>
            <a:xfrm>
              <a:off x="922918" y="2124316"/>
              <a:ext cx="13569812" cy="24741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160"/>
                <a:t>‘</a:t>
              </a:r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EF2C70AB-6DB0-B4FB-3AC1-2AEB0FBEC8D3}"/>
                </a:ext>
              </a:extLst>
            </p:cNvPr>
            <p:cNvSpPr txBox="1"/>
            <p:nvPr/>
          </p:nvSpPr>
          <p:spPr>
            <a:xfrm>
              <a:off x="1092819" y="2824796"/>
              <a:ext cx="3600000" cy="1192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BR" sz="140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Forte investimento em maquinários; ​</a:t>
              </a: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BR" sz="140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Aumento exponencial do top </a:t>
              </a:r>
              <a:r>
                <a:rPr lang="pt-BR" sz="1400" err="1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line</a:t>
              </a:r>
              <a:r>
                <a:rPr lang="pt-BR" sz="140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da companhia.</a:t>
              </a:r>
              <a:endParaRPr lang="en-US" sz="140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" name="TextBox 47">
              <a:extLst>
                <a:ext uri="{FF2B5EF4-FFF2-40B4-BE49-F238E27FC236}">
                  <a16:creationId xmlns:a16="http://schemas.microsoft.com/office/drawing/2014/main" id="{EA672337-8C92-1213-23D9-9B78A7D4F00B}"/>
                </a:ext>
              </a:extLst>
            </p:cNvPr>
            <p:cNvSpPr txBox="1"/>
            <p:nvPr/>
          </p:nvSpPr>
          <p:spPr>
            <a:xfrm>
              <a:off x="695259" y="2392064"/>
              <a:ext cx="4601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u="sng">
                  <a:solidFill>
                    <a:srgbClr val="0E2841"/>
                  </a:solidFill>
                  <a:latin typeface="Popppins"/>
                  <a:cs typeface="Poppins Light" panose="00000400000000000000" pitchFamily="2" charset="0"/>
                </a:rPr>
                <a:t>E</a:t>
              </a:r>
              <a:r>
                <a:rPr lang="en-US" b="1" u="sng" err="1">
                  <a:solidFill>
                    <a:srgbClr val="0E2841"/>
                  </a:solidFill>
                  <a:latin typeface="Popppins"/>
                  <a:cs typeface="Poppins Light" panose="00000400000000000000" pitchFamily="2" charset="0"/>
                </a:rPr>
                <a:t>xpansão</a:t>
              </a:r>
              <a:r>
                <a:rPr lang="en-US" b="1" u="sng">
                  <a:solidFill>
                    <a:srgbClr val="0E2841"/>
                  </a:solidFill>
                  <a:latin typeface="Popppins"/>
                  <a:cs typeface="Poppins Light" panose="00000400000000000000" pitchFamily="2" charset="0"/>
                </a:rPr>
                <a:t> forte da </a:t>
              </a:r>
              <a:r>
                <a:rPr lang="en-US" b="1" u="sng" err="1">
                  <a:solidFill>
                    <a:srgbClr val="0E2841"/>
                  </a:solidFill>
                  <a:latin typeface="Popppins"/>
                  <a:cs typeface="Poppins Light" panose="00000400000000000000" pitchFamily="2" charset="0"/>
                </a:rPr>
                <a:t>frota</a:t>
              </a:r>
              <a:r>
                <a:rPr lang="en-US" b="1" u="sng">
                  <a:solidFill>
                    <a:srgbClr val="0E2841"/>
                  </a:solidFill>
                  <a:latin typeface="Popppins"/>
                  <a:cs typeface="Poppins Light" panose="00000400000000000000" pitchFamily="2" charset="0"/>
                </a:rPr>
                <a:t> de </a:t>
              </a:r>
              <a:r>
                <a:rPr lang="en-US" b="1" u="sng" err="1">
                  <a:solidFill>
                    <a:srgbClr val="0E2841"/>
                  </a:solidFill>
                  <a:latin typeface="Popppins"/>
                  <a:cs typeface="Poppins Light" panose="00000400000000000000" pitchFamily="2" charset="0"/>
                </a:rPr>
                <a:t>locação</a:t>
              </a:r>
              <a:endParaRPr lang="en-US" b="1" u="sng">
                <a:solidFill>
                  <a:srgbClr val="0E2841"/>
                </a:solidFill>
                <a:latin typeface="Popppins"/>
                <a:cs typeface="Poppins Light" panose="00000400000000000000" pitchFamily="2" charset="0"/>
              </a:endParaRPr>
            </a:p>
          </p:txBody>
        </p:sp>
        <p:sp>
          <p:nvSpPr>
            <p:cNvPr id="6" name="Oval 43">
              <a:extLst>
                <a:ext uri="{FF2B5EF4-FFF2-40B4-BE49-F238E27FC236}">
                  <a16:creationId xmlns:a16="http://schemas.microsoft.com/office/drawing/2014/main" id="{AD0B4047-7AF4-A6A1-0F3B-AB22BA458FF1}"/>
                </a:ext>
              </a:extLst>
            </p:cNvPr>
            <p:cNvSpPr/>
            <p:nvPr/>
          </p:nvSpPr>
          <p:spPr>
            <a:xfrm>
              <a:off x="2775416" y="1755913"/>
              <a:ext cx="495545" cy="495545"/>
            </a:xfrm>
            <a:prstGeom prst="ellipse">
              <a:avLst/>
            </a:prstGeom>
            <a:solidFill>
              <a:srgbClr val="D327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60">
                  <a:latin typeface="Poppins" panose="00000500000000000000" pitchFamily="2" charset="0"/>
                  <a:cs typeface="Poppins" panose="00000500000000000000" pitchFamily="2" charset="0"/>
                </a:rPr>
                <a:t>1</a:t>
              </a:r>
            </a:p>
          </p:txBody>
        </p:sp>
        <p:sp>
          <p:nvSpPr>
            <p:cNvPr id="7" name="Oval 44">
              <a:extLst>
                <a:ext uri="{FF2B5EF4-FFF2-40B4-BE49-F238E27FC236}">
                  <a16:creationId xmlns:a16="http://schemas.microsoft.com/office/drawing/2014/main" id="{C5FD067D-8311-9F9B-1827-AB818F66B4AC}"/>
                </a:ext>
              </a:extLst>
            </p:cNvPr>
            <p:cNvSpPr/>
            <p:nvPr/>
          </p:nvSpPr>
          <p:spPr>
            <a:xfrm>
              <a:off x="7083382" y="1755913"/>
              <a:ext cx="495545" cy="495545"/>
            </a:xfrm>
            <a:prstGeom prst="ellipse">
              <a:avLst/>
            </a:prstGeom>
            <a:solidFill>
              <a:srgbClr val="D327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60">
                  <a:latin typeface="Poppins" panose="00000500000000000000" pitchFamily="2" charset="0"/>
                  <a:cs typeface="Poppins" panose="00000500000000000000" pitchFamily="2" charset="0"/>
                </a:rPr>
                <a:t>2</a:t>
              </a:r>
            </a:p>
          </p:txBody>
        </p:sp>
        <p:sp>
          <p:nvSpPr>
            <p:cNvPr id="8" name="Oval 45">
              <a:extLst>
                <a:ext uri="{FF2B5EF4-FFF2-40B4-BE49-F238E27FC236}">
                  <a16:creationId xmlns:a16="http://schemas.microsoft.com/office/drawing/2014/main" id="{FD0ACEDF-2C26-D454-0D55-67EAB6167AEC}"/>
                </a:ext>
              </a:extLst>
            </p:cNvPr>
            <p:cNvSpPr/>
            <p:nvPr/>
          </p:nvSpPr>
          <p:spPr>
            <a:xfrm>
              <a:off x="11265849" y="1755913"/>
              <a:ext cx="495545" cy="495545"/>
            </a:xfrm>
            <a:prstGeom prst="ellipse">
              <a:avLst/>
            </a:prstGeom>
            <a:solidFill>
              <a:srgbClr val="D327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60">
                  <a:latin typeface="Poppins" panose="00000500000000000000" pitchFamily="2" charset="0"/>
                  <a:cs typeface="Poppins" panose="00000500000000000000" pitchFamily="2" charset="0"/>
                </a:rPr>
                <a:t>3</a:t>
              </a:r>
            </a:p>
          </p:txBody>
        </p:sp>
        <p:sp>
          <p:nvSpPr>
            <p:cNvPr id="9" name="TextBox 49">
              <a:extLst>
                <a:ext uri="{FF2B5EF4-FFF2-40B4-BE49-F238E27FC236}">
                  <a16:creationId xmlns:a16="http://schemas.microsoft.com/office/drawing/2014/main" id="{ED88FEB7-71C3-AFFE-A3FD-E7AF4EB9D70D}"/>
                </a:ext>
              </a:extLst>
            </p:cNvPr>
            <p:cNvSpPr txBox="1"/>
            <p:nvPr/>
          </p:nvSpPr>
          <p:spPr>
            <a:xfrm>
              <a:off x="5068869" y="2392064"/>
              <a:ext cx="4597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1680" b="1" u="sng">
                  <a:solidFill>
                    <a:srgbClr val="0E2841"/>
                  </a:solidFill>
                  <a:latin typeface="Popppins"/>
                  <a:cs typeface="Poppins Light" panose="00000400000000000000" pitchFamily="2" charset="0"/>
                </a:defRPr>
              </a:lvl1pPr>
            </a:lstStyle>
            <a:p>
              <a:r>
                <a:rPr lang="en-US"/>
                <a:t>Venda de </a:t>
              </a:r>
              <a:r>
                <a:rPr lang="en-US" err="1"/>
                <a:t>máquinas</a:t>
              </a:r>
              <a:r>
                <a:rPr lang="en-US"/>
                <a:t> </a:t>
              </a:r>
              <a:r>
                <a:rPr lang="en-US" sz="1800" err="1"/>
                <a:t>novas</a:t>
              </a:r>
              <a:endParaRPr lang="en-US"/>
            </a:p>
          </p:txBody>
        </p:sp>
        <p:sp>
          <p:nvSpPr>
            <p:cNvPr id="10" name="TextBox 51">
              <a:extLst>
                <a:ext uri="{FF2B5EF4-FFF2-40B4-BE49-F238E27FC236}">
                  <a16:creationId xmlns:a16="http://schemas.microsoft.com/office/drawing/2014/main" id="{704B0E91-16F4-05BB-A7B3-0866A38784CC}"/>
                </a:ext>
              </a:extLst>
            </p:cNvPr>
            <p:cNvSpPr txBox="1"/>
            <p:nvPr/>
          </p:nvSpPr>
          <p:spPr>
            <a:xfrm>
              <a:off x="9376273" y="2392064"/>
              <a:ext cx="4597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1680" b="1" u="sng">
                  <a:solidFill>
                    <a:srgbClr val="0E2841"/>
                  </a:solidFill>
                  <a:latin typeface="Popppins"/>
                  <a:cs typeface="Poppins Light" panose="00000400000000000000" pitchFamily="2" charset="0"/>
                </a:defRPr>
              </a:lvl1pPr>
            </a:lstStyle>
            <a:p>
              <a:r>
                <a:rPr lang="en-US" sz="1800"/>
                <a:t>Venda de </a:t>
              </a:r>
              <a:r>
                <a:rPr lang="en-US" sz="1800" err="1"/>
                <a:t>peças</a:t>
              </a:r>
              <a:endParaRPr lang="en-US" sz="1800"/>
            </a:p>
          </p:txBody>
        </p:sp>
        <p:sp>
          <p:nvSpPr>
            <p:cNvPr id="12" name="TextBox 50">
              <a:extLst>
                <a:ext uri="{FF2B5EF4-FFF2-40B4-BE49-F238E27FC236}">
                  <a16:creationId xmlns:a16="http://schemas.microsoft.com/office/drawing/2014/main" id="{5E4FDBC8-42E8-77BB-11C3-AA92C0431D54}"/>
                </a:ext>
              </a:extLst>
            </p:cNvPr>
            <p:cNvSpPr txBox="1"/>
            <p:nvPr/>
          </p:nvSpPr>
          <p:spPr>
            <a:xfrm>
              <a:off x="10045883" y="2677684"/>
              <a:ext cx="3600000" cy="1360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120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pPr algn="l"/>
              <a:endParaRPr lang="en-US" sz="1440"/>
            </a:p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pt-BR" sz="1440"/>
                <a:t>Entrada no segmento de peças;​</a:t>
              </a:r>
            </a:p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pt-BR" sz="1440"/>
                <a:t>Anúncios online e tráfego pago;​</a:t>
              </a:r>
            </a:p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pt-BR" sz="1440"/>
                <a:t>Time comercial com foco em resultado (em desenvolvimento).​</a:t>
              </a:r>
              <a:endParaRPr lang="en-US" sz="1440"/>
            </a:p>
          </p:txBody>
        </p:sp>
        <p:sp>
          <p:nvSpPr>
            <p:cNvPr id="13" name="TextBox 52">
              <a:extLst>
                <a:ext uri="{FF2B5EF4-FFF2-40B4-BE49-F238E27FC236}">
                  <a16:creationId xmlns:a16="http://schemas.microsoft.com/office/drawing/2014/main" id="{D47AAB39-0AF6-D874-ECE3-FDAE91E82277}"/>
                </a:ext>
              </a:extLst>
            </p:cNvPr>
            <p:cNvSpPr txBox="1"/>
            <p:nvPr/>
          </p:nvSpPr>
          <p:spPr>
            <a:xfrm>
              <a:off x="10230730" y="2887945"/>
              <a:ext cx="3645332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120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endParaRPr lang="en-US" sz="1440"/>
            </a:p>
          </p:txBody>
        </p:sp>
      </p:grp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F043F59A-BEF6-D0B4-BA34-304920C22C53}"/>
              </a:ext>
            </a:extLst>
          </p:cNvPr>
          <p:cNvSpPr txBox="1">
            <a:spLocks/>
          </p:cNvSpPr>
          <p:nvPr/>
        </p:nvSpPr>
        <p:spPr>
          <a:xfrm>
            <a:off x="939433" y="965428"/>
            <a:ext cx="9922958" cy="7284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err="1"/>
              <a:t>Multylog</a:t>
            </a:r>
            <a:r>
              <a:rPr lang="en-US"/>
              <a:t> </a:t>
            </a:r>
            <a:r>
              <a:rPr lang="en-US" err="1"/>
              <a:t>tende</a:t>
            </a:r>
            <a:r>
              <a:rPr lang="en-US"/>
              <a:t> a </a:t>
            </a:r>
            <a:r>
              <a:rPr lang="en-US" err="1"/>
              <a:t>desenvolver</a:t>
            </a:r>
            <a:r>
              <a:rPr lang="en-US"/>
              <a:t> um </a:t>
            </a:r>
            <a:r>
              <a:rPr lang="en-US" err="1"/>
              <a:t>ecossitstema</a:t>
            </a:r>
            <a:r>
              <a:rPr lang="en-US"/>
              <a:t> de </a:t>
            </a:r>
            <a:r>
              <a:rPr lang="en-US" err="1"/>
              <a:t>apoio</a:t>
            </a:r>
            <a:r>
              <a:rPr lang="en-US"/>
              <a:t> </a:t>
            </a:r>
            <a:r>
              <a:rPr lang="en-US" err="1"/>
              <a:t>intralogístico</a:t>
            </a:r>
            <a:r>
              <a:rPr lang="en-US"/>
              <a:t> </a:t>
            </a:r>
            <a:r>
              <a:rPr lang="en-US" err="1"/>
              <a:t>aumentando</a:t>
            </a:r>
            <a:r>
              <a:rPr lang="en-US"/>
              <a:t> o </a:t>
            </a:r>
            <a:r>
              <a:rPr lang="en-US" err="1"/>
              <a:t>seu</a:t>
            </a:r>
            <a:r>
              <a:rPr lang="en-US"/>
              <a:t> </a:t>
            </a:r>
            <a:r>
              <a:rPr lang="en-US" err="1"/>
              <a:t>cro</a:t>
            </a:r>
            <a:r>
              <a:rPr lang="en-US"/>
              <a:t>-selling de </a:t>
            </a:r>
            <a:r>
              <a:rPr lang="en-US" err="1"/>
              <a:t>produtos</a:t>
            </a:r>
            <a:endParaRPr lang="pt-BR"/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708281F2-2A2F-047A-430E-B829231A7885}"/>
              </a:ext>
            </a:extLst>
          </p:cNvPr>
          <p:cNvGrpSpPr/>
          <p:nvPr/>
        </p:nvGrpSpPr>
        <p:grpSpPr>
          <a:xfrm>
            <a:off x="13773012" y="3356141"/>
            <a:ext cx="450036" cy="384442"/>
            <a:chOff x="9254536" y="5340852"/>
            <a:chExt cx="450036" cy="384442"/>
          </a:xfrm>
        </p:grpSpPr>
        <p:cxnSp>
          <p:nvCxnSpPr>
            <p:cNvPr id="31" name="Conector reto 29">
              <a:extLst>
                <a:ext uri="{FF2B5EF4-FFF2-40B4-BE49-F238E27FC236}">
                  <a16:creationId xmlns:a16="http://schemas.microsoft.com/office/drawing/2014/main" id="{381DAA9D-1436-C97E-8D64-A37120FDB2AB}"/>
                </a:ext>
              </a:extLst>
            </p:cNvPr>
            <p:cNvCxnSpPr>
              <a:cxnSpLocks/>
            </p:cNvCxnSpPr>
            <p:nvPr/>
          </p:nvCxnSpPr>
          <p:spPr>
            <a:xfrm>
              <a:off x="9479554" y="5340852"/>
              <a:ext cx="0" cy="384442"/>
            </a:xfrm>
            <a:prstGeom prst="line">
              <a:avLst/>
            </a:prstGeom>
            <a:ln w="57150">
              <a:solidFill>
                <a:srgbClr val="D327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to 30">
              <a:extLst>
                <a:ext uri="{FF2B5EF4-FFF2-40B4-BE49-F238E27FC236}">
                  <a16:creationId xmlns:a16="http://schemas.microsoft.com/office/drawing/2014/main" id="{A595B823-48D5-11A4-189F-149A1A8D7F74}"/>
                </a:ext>
              </a:extLst>
            </p:cNvPr>
            <p:cNvCxnSpPr>
              <a:cxnSpLocks/>
            </p:cNvCxnSpPr>
            <p:nvPr/>
          </p:nvCxnSpPr>
          <p:spPr>
            <a:xfrm>
              <a:off x="9254536" y="5533073"/>
              <a:ext cx="450036" cy="0"/>
            </a:xfrm>
            <a:prstGeom prst="line">
              <a:avLst/>
            </a:prstGeom>
            <a:ln w="57150">
              <a:solidFill>
                <a:srgbClr val="D327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10">
            <a:extLst>
              <a:ext uri="{FF2B5EF4-FFF2-40B4-BE49-F238E27FC236}">
                <a16:creationId xmlns:a16="http://schemas.microsoft.com/office/drawing/2014/main" id="{D78D41B7-17A6-2B9A-4EEE-FCC1039FF99E}"/>
              </a:ext>
            </a:extLst>
          </p:cNvPr>
          <p:cNvSpPr txBox="1"/>
          <p:nvPr/>
        </p:nvSpPr>
        <p:spPr>
          <a:xfrm>
            <a:off x="5659775" y="2835710"/>
            <a:ext cx="3600000" cy="1671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1440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Forte atuação nas vendas de máquinas novas;​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1440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Estratégias de venda e campanhas;​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1440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Time comercial com foco em resultado (em desenvolvimento).​</a:t>
            </a:r>
            <a:endParaRPr lang="en-US" sz="1440" dirty="0">
              <a:solidFill>
                <a:srgbClr val="0E284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98C454DC-C766-7E5C-8E2D-8A71BDB07E0E}"/>
              </a:ext>
            </a:extLst>
          </p:cNvPr>
          <p:cNvGrpSpPr/>
          <p:nvPr/>
        </p:nvGrpSpPr>
        <p:grpSpPr>
          <a:xfrm>
            <a:off x="4765146" y="3356141"/>
            <a:ext cx="450036" cy="384442"/>
            <a:chOff x="9254536" y="5340852"/>
            <a:chExt cx="450036" cy="384442"/>
          </a:xfrm>
        </p:grpSpPr>
        <p:cxnSp>
          <p:nvCxnSpPr>
            <p:cNvPr id="58" name="Conector reto 29">
              <a:extLst>
                <a:ext uri="{FF2B5EF4-FFF2-40B4-BE49-F238E27FC236}">
                  <a16:creationId xmlns:a16="http://schemas.microsoft.com/office/drawing/2014/main" id="{37B39E29-6CB2-F3F2-4C0D-3ADBBE93D4BC}"/>
                </a:ext>
              </a:extLst>
            </p:cNvPr>
            <p:cNvCxnSpPr>
              <a:cxnSpLocks/>
            </p:cNvCxnSpPr>
            <p:nvPr/>
          </p:nvCxnSpPr>
          <p:spPr>
            <a:xfrm>
              <a:off x="9479554" y="5340852"/>
              <a:ext cx="0" cy="384442"/>
            </a:xfrm>
            <a:prstGeom prst="line">
              <a:avLst/>
            </a:prstGeom>
            <a:ln w="57150">
              <a:solidFill>
                <a:srgbClr val="D327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to 30">
              <a:extLst>
                <a:ext uri="{FF2B5EF4-FFF2-40B4-BE49-F238E27FC236}">
                  <a16:creationId xmlns:a16="http://schemas.microsoft.com/office/drawing/2014/main" id="{0D750297-6187-96E9-32D4-BCBDD660BB06}"/>
                </a:ext>
              </a:extLst>
            </p:cNvPr>
            <p:cNvCxnSpPr>
              <a:cxnSpLocks/>
            </p:cNvCxnSpPr>
            <p:nvPr/>
          </p:nvCxnSpPr>
          <p:spPr>
            <a:xfrm>
              <a:off x="9254536" y="5533073"/>
              <a:ext cx="450036" cy="0"/>
            </a:xfrm>
            <a:prstGeom prst="line">
              <a:avLst/>
            </a:prstGeom>
            <a:ln w="57150">
              <a:solidFill>
                <a:srgbClr val="D327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1BF6E7FA-8A8D-2ED6-2174-B46BB4A421C5}"/>
              </a:ext>
            </a:extLst>
          </p:cNvPr>
          <p:cNvGrpSpPr/>
          <p:nvPr/>
        </p:nvGrpSpPr>
        <p:grpSpPr>
          <a:xfrm>
            <a:off x="9153926" y="3356141"/>
            <a:ext cx="450036" cy="384442"/>
            <a:chOff x="9254536" y="5340852"/>
            <a:chExt cx="450036" cy="384442"/>
          </a:xfrm>
        </p:grpSpPr>
        <p:cxnSp>
          <p:nvCxnSpPr>
            <p:cNvPr id="61" name="Conector reto 29">
              <a:extLst>
                <a:ext uri="{FF2B5EF4-FFF2-40B4-BE49-F238E27FC236}">
                  <a16:creationId xmlns:a16="http://schemas.microsoft.com/office/drawing/2014/main" id="{17908389-8443-C31C-2168-F62CCD24064A}"/>
                </a:ext>
              </a:extLst>
            </p:cNvPr>
            <p:cNvCxnSpPr>
              <a:cxnSpLocks/>
            </p:cNvCxnSpPr>
            <p:nvPr/>
          </p:nvCxnSpPr>
          <p:spPr>
            <a:xfrm>
              <a:off x="9479554" y="5340852"/>
              <a:ext cx="0" cy="384442"/>
            </a:xfrm>
            <a:prstGeom prst="line">
              <a:avLst/>
            </a:prstGeom>
            <a:ln w="57150">
              <a:solidFill>
                <a:srgbClr val="D327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to 30">
              <a:extLst>
                <a:ext uri="{FF2B5EF4-FFF2-40B4-BE49-F238E27FC236}">
                  <a16:creationId xmlns:a16="http://schemas.microsoft.com/office/drawing/2014/main" id="{A0F1172F-334D-093C-53F5-8C3595E39BF9}"/>
                </a:ext>
              </a:extLst>
            </p:cNvPr>
            <p:cNvCxnSpPr>
              <a:cxnSpLocks/>
            </p:cNvCxnSpPr>
            <p:nvPr/>
          </p:nvCxnSpPr>
          <p:spPr>
            <a:xfrm>
              <a:off x="9254536" y="5533073"/>
              <a:ext cx="450036" cy="0"/>
            </a:xfrm>
            <a:prstGeom prst="line">
              <a:avLst/>
            </a:prstGeom>
            <a:ln w="57150">
              <a:solidFill>
                <a:srgbClr val="D327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D82F09A-E577-C4C5-CA29-7779B89AD8F4}"/>
              </a:ext>
            </a:extLst>
          </p:cNvPr>
          <p:cNvGrpSpPr/>
          <p:nvPr/>
        </p:nvGrpSpPr>
        <p:grpSpPr>
          <a:xfrm>
            <a:off x="659433" y="4689063"/>
            <a:ext cx="4601269" cy="3242707"/>
            <a:chOff x="657023" y="5013115"/>
            <a:chExt cx="4601269" cy="3242707"/>
          </a:xfrm>
        </p:grpSpPr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6434A58B-8CC5-B704-9C2B-AE11674E4A88}"/>
                </a:ext>
              </a:extLst>
            </p:cNvPr>
            <p:cNvGrpSpPr/>
            <p:nvPr/>
          </p:nvGrpSpPr>
          <p:grpSpPr>
            <a:xfrm>
              <a:off x="657023" y="5013115"/>
              <a:ext cx="4601269" cy="3242707"/>
              <a:chOff x="597517" y="1755913"/>
              <a:chExt cx="4601269" cy="3242707"/>
            </a:xfrm>
          </p:grpSpPr>
          <p:sp>
            <p:nvSpPr>
              <p:cNvPr id="35" name="Retângulo 34">
                <a:extLst>
                  <a:ext uri="{FF2B5EF4-FFF2-40B4-BE49-F238E27FC236}">
                    <a16:creationId xmlns:a16="http://schemas.microsoft.com/office/drawing/2014/main" id="{7C7E193D-CCDE-139B-7E25-9805373C3B66}"/>
                  </a:ext>
                </a:extLst>
              </p:cNvPr>
              <p:cNvSpPr/>
              <p:nvPr/>
            </p:nvSpPr>
            <p:spPr>
              <a:xfrm>
                <a:off x="846718" y="2124315"/>
                <a:ext cx="4232758" cy="26760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160"/>
                  <a:t>‘</a:t>
                </a:r>
              </a:p>
            </p:txBody>
          </p:sp>
          <p:sp>
            <p:nvSpPr>
              <p:cNvPr id="36" name="TextBox 10">
                <a:extLst>
                  <a:ext uri="{FF2B5EF4-FFF2-40B4-BE49-F238E27FC236}">
                    <a16:creationId xmlns:a16="http://schemas.microsoft.com/office/drawing/2014/main" id="{F688A35E-CCB8-B41E-CD58-AB6C41F26146}"/>
                  </a:ext>
                </a:extLst>
              </p:cNvPr>
              <p:cNvSpPr txBox="1"/>
              <p:nvPr/>
            </p:nvSpPr>
            <p:spPr>
              <a:xfrm>
                <a:off x="1225795" y="2838620"/>
                <a:ext cx="3600000" cy="216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endParaRPr lang="pt-BR" sz="144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>
                  <a:lnSpc>
                    <a:spcPct val="120000"/>
                  </a:lnSpc>
                </a:pPr>
                <a:endParaRPr lang="pt-BR" sz="144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sz="1440">
                    <a:solidFill>
                      <a:srgbClr val="0E284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Clientes atuais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sz="1440">
                    <a:solidFill>
                      <a:srgbClr val="0E284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Clientes que venham a comprar máquinas novas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pt-BR" sz="1440">
                    <a:solidFill>
                      <a:srgbClr val="0E284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Parque atual de máquinas Still PE, AL, PB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en-US" sz="144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37" name="TextBox 47">
                <a:extLst>
                  <a:ext uri="{FF2B5EF4-FFF2-40B4-BE49-F238E27FC236}">
                    <a16:creationId xmlns:a16="http://schemas.microsoft.com/office/drawing/2014/main" id="{01F14F2B-21C3-F962-196F-6EEC5D727913}"/>
                  </a:ext>
                </a:extLst>
              </p:cNvPr>
              <p:cNvSpPr txBox="1"/>
              <p:nvPr/>
            </p:nvSpPr>
            <p:spPr>
              <a:xfrm>
                <a:off x="597517" y="2392064"/>
                <a:ext cx="4601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algn="ctr">
                  <a:defRPr sz="1680" b="1" u="sng">
                    <a:solidFill>
                      <a:srgbClr val="0E2841"/>
                    </a:solidFill>
                    <a:latin typeface="Popppins"/>
                    <a:cs typeface="Poppins Light" panose="00000400000000000000" pitchFamily="2" charset="0"/>
                  </a:defRPr>
                </a:lvl1pPr>
              </a:lstStyle>
              <a:p>
                <a:r>
                  <a:rPr lang="pt-BR" sz="1800"/>
                  <a:t>Venda de serviços</a:t>
                </a:r>
                <a:endParaRPr lang="en-US" sz="1800"/>
              </a:p>
            </p:txBody>
          </p:sp>
          <p:sp>
            <p:nvSpPr>
              <p:cNvPr id="38" name="Oval 43">
                <a:extLst>
                  <a:ext uri="{FF2B5EF4-FFF2-40B4-BE49-F238E27FC236}">
                    <a16:creationId xmlns:a16="http://schemas.microsoft.com/office/drawing/2014/main" id="{303560BB-ABCE-6F1E-8F73-D1B1483FF69D}"/>
                  </a:ext>
                </a:extLst>
              </p:cNvPr>
              <p:cNvSpPr/>
              <p:nvPr/>
            </p:nvSpPr>
            <p:spPr>
              <a:xfrm>
                <a:off x="2748120" y="1755913"/>
                <a:ext cx="495545" cy="495545"/>
              </a:xfrm>
              <a:prstGeom prst="ellipse">
                <a:avLst/>
              </a:prstGeom>
              <a:solidFill>
                <a:srgbClr val="D3272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160">
                    <a:latin typeface="Poppins" panose="00000500000000000000" pitchFamily="2" charset="0"/>
                    <a:cs typeface="Poppins" panose="00000500000000000000" pitchFamily="2" charset="0"/>
                  </a:rPr>
                  <a:t>4</a:t>
                </a:r>
                <a:endParaRPr lang="en-US" sz="216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63" name="TextBox 10">
              <a:extLst>
                <a:ext uri="{FF2B5EF4-FFF2-40B4-BE49-F238E27FC236}">
                  <a16:creationId xmlns:a16="http://schemas.microsoft.com/office/drawing/2014/main" id="{25B2420F-2123-17C9-C896-A77FD4D92418}"/>
                </a:ext>
              </a:extLst>
            </p:cNvPr>
            <p:cNvSpPr txBox="1"/>
            <p:nvPr/>
          </p:nvSpPr>
          <p:spPr>
            <a:xfrm>
              <a:off x="1288030" y="6000131"/>
              <a:ext cx="3339259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pt-BR" sz="144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Potencial de Cross-</a:t>
              </a:r>
              <a:r>
                <a:rPr lang="pt-BR" sz="1440" err="1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Selling</a:t>
              </a:r>
              <a:r>
                <a:rPr lang="pt-BR" sz="144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de serviços para</a:t>
              </a:r>
              <a:endParaRPr lang="en-US" sz="144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6D506A1C-8781-0324-5A99-538BE1F2AD85}"/>
              </a:ext>
            </a:extLst>
          </p:cNvPr>
          <p:cNvGrpSpPr/>
          <p:nvPr/>
        </p:nvGrpSpPr>
        <p:grpSpPr>
          <a:xfrm>
            <a:off x="5367823" y="5244298"/>
            <a:ext cx="8855225" cy="2406738"/>
            <a:chOff x="5358913" y="5525912"/>
            <a:chExt cx="8855225" cy="2406738"/>
          </a:xfrm>
        </p:grpSpPr>
        <p:cxnSp>
          <p:nvCxnSpPr>
            <p:cNvPr id="52" name="Conector de Seta Reta 51">
              <a:extLst>
                <a:ext uri="{FF2B5EF4-FFF2-40B4-BE49-F238E27FC236}">
                  <a16:creationId xmlns:a16="http://schemas.microsoft.com/office/drawing/2014/main" id="{C32B7351-86E6-55B4-3E08-15EBF6E64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6162" y="6771528"/>
              <a:ext cx="2891303" cy="3134"/>
            </a:xfrm>
            <a:prstGeom prst="straightConnector1">
              <a:avLst/>
            </a:prstGeom>
            <a:ln w="38100">
              <a:solidFill>
                <a:srgbClr val="D3272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47">
              <a:extLst>
                <a:ext uri="{FF2B5EF4-FFF2-40B4-BE49-F238E27FC236}">
                  <a16:creationId xmlns:a16="http://schemas.microsoft.com/office/drawing/2014/main" id="{4203AC5A-2DE7-C01C-BCAC-CF0128C43A01}"/>
                </a:ext>
              </a:extLst>
            </p:cNvPr>
            <p:cNvSpPr txBox="1"/>
            <p:nvPr/>
          </p:nvSpPr>
          <p:spPr>
            <a:xfrm>
              <a:off x="5358913" y="6000131"/>
              <a:ext cx="3305421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80" u="sng">
                  <a:solidFill>
                    <a:srgbClr val="0E284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Criação de um forte ecossistema integrado</a:t>
              </a:r>
              <a:endParaRPr lang="en-US" sz="1680" u="sng">
                <a:solidFill>
                  <a:srgbClr val="0E2841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sp>
          <p:nvSpPr>
            <p:cNvPr id="109" name="TextBox 50">
              <a:extLst>
                <a:ext uri="{FF2B5EF4-FFF2-40B4-BE49-F238E27FC236}">
                  <a16:creationId xmlns:a16="http://schemas.microsoft.com/office/drawing/2014/main" id="{83EBC48C-0A26-A107-A30F-3FE99C950531}"/>
                </a:ext>
              </a:extLst>
            </p:cNvPr>
            <p:cNvSpPr txBox="1"/>
            <p:nvPr/>
          </p:nvSpPr>
          <p:spPr>
            <a:xfrm>
              <a:off x="12552533" y="6120483"/>
              <a:ext cx="1661605" cy="1281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120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pPr>
                <a:lnSpc>
                  <a:spcPct val="140000"/>
                </a:lnSpc>
              </a:pPr>
              <a:r>
                <a:rPr lang="en-US" sz="1400" u="sng" err="1"/>
                <a:t>Multylog</a:t>
              </a:r>
              <a:r>
                <a:rPr lang="en-US" sz="1400" u="sng"/>
                <a:t> se </a:t>
              </a:r>
              <a:r>
                <a:rPr lang="en-US" sz="1400" u="sng" err="1"/>
                <a:t>consolida</a:t>
              </a:r>
              <a:r>
                <a:rPr lang="en-US" sz="1400" u="sng"/>
                <a:t> </a:t>
              </a:r>
              <a:r>
                <a:rPr lang="en-US" sz="1400" u="sng" err="1"/>
                <a:t>como</a:t>
              </a:r>
              <a:r>
                <a:rPr lang="en-US" sz="1400" u="sng"/>
                <a:t> One Stop Shop</a:t>
              </a:r>
            </a:p>
            <a:p>
              <a:pPr marL="285750" indent="-285750">
                <a:lnSpc>
                  <a:spcPct val="140000"/>
                </a:lnSpc>
                <a:buFont typeface="Arial" panose="020B0604020202020204" pitchFamily="34" charset="0"/>
                <a:buChar char="•"/>
              </a:pPr>
              <a:endParaRPr lang="en-US" sz="1440" u="sng"/>
            </a:p>
          </p:txBody>
        </p:sp>
        <p:grpSp>
          <p:nvGrpSpPr>
            <p:cNvPr id="112" name="Agrupar 111">
              <a:extLst>
                <a:ext uri="{FF2B5EF4-FFF2-40B4-BE49-F238E27FC236}">
                  <a16:creationId xmlns:a16="http://schemas.microsoft.com/office/drawing/2014/main" id="{9BA6510B-073C-00CE-A1EF-18072B7FBCF0}"/>
                </a:ext>
              </a:extLst>
            </p:cNvPr>
            <p:cNvGrpSpPr/>
            <p:nvPr/>
          </p:nvGrpSpPr>
          <p:grpSpPr>
            <a:xfrm>
              <a:off x="8649475" y="5525912"/>
              <a:ext cx="2573450" cy="2406738"/>
              <a:chOff x="9112228" y="5518030"/>
              <a:chExt cx="2251666" cy="2255580"/>
            </a:xfrm>
          </p:grpSpPr>
          <p:grpSp>
            <p:nvGrpSpPr>
              <p:cNvPr id="105" name="Agrupar 104">
                <a:extLst>
                  <a:ext uri="{FF2B5EF4-FFF2-40B4-BE49-F238E27FC236}">
                    <a16:creationId xmlns:a16="http://schemas.microsoft.com/office/drawing/2014/main" id="{410989D6-DE12-1CC0-BCBB-CC023774A91B}"/>
                  </a:ext>
                </a:extLst>
              </p:cNvPr>
              <p:cNvGrpSpPr/>
              <p:nvPr/>
            </p:nvGrpSpPr>
            <p:grpSpPr>
              <a:xfrm>
                <a:off x="9112228" y="5518030"/>
                <a:ext cx="2251666" cy="2255580"/>
                <a:chOff x="9623199" y="5319632"/>
                <a:chExt cx="2476002" cy="2378878"/>
              </a:xfrm>
            </p:grpSpPr>
            <p:grpSp>
              <p:nvGrpSpPr>
                <p:cNvPr id="66" name="Group 190">
                  <a:extLst>
                    <a:ext uri="{FF2B5EF4-FFF2-40B4-BE49-F238E27FC236}">
                      <a16:creationId xmlns:a16="http://schemas.microsoft.com/office/drawing/2014/main" id="{BA767E51-77CE-8F26-3F64-779B46CE12ED}"/>
                    </a:ext>
                  </a:extLst>
                </p:cNvPr>
                <p:cNvGrpSpPr/>
                <p:nvPr/>
              </p:nvGrpSpPr>
              <p:grpSpPr>
                <a:xfrm>
                  <a:off x="9623199" y="5319632"/>
                  <a:ext cx="2476002" cy="2378878"/>
                  <a:chOff x="1800242" y="1200622"/>
                  <a:chExt cx="2665078" cy="2560537"/>
                </a:xfrm>
              </p:grpSpPr>
              <p:sp>
                <p:nvSpPr>
                  <p:cNvPr id="70" name="Arc 113">
                    <a:extLst>
                      <a:ext uri="{FF2B5EF4-FFF2-40B4-BE49-F238E27FC236}">
                        <a16:creationId xmlns:a16="http://schemas.microsoft.com/office/drawing/2014/main" id="{8B6F8A23-ACF8-9CF0-E6E5-94B319EB1A9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844781" y="1230952"/>
                    <a:ext cx="576000" cy="576000"/>
                  </a:xfrm>
                  <a:prstGeom prst="arc">
                    <a:avLst>
                      <a:gd name="adj1" fmla="val 150661"/>
                      <a:gd name="adj2" fmla="val 18350736"/>
                    </a:avLst>
                  </a:prstGeom>
                  <a:ln w="25400" cap="rnd">
                    <a:solidFill>
                      <a:srgbClr val="65666A"/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" name="Arc 114">
                    <a:extLst>
                      <a:ext uri="{FF2B5EF4-FFF2-40B4-BE49-F238E27FC236}">
                        <a16:creationId xmlns:a16="http://schemas.microsoft.com/office/drawing/2014/main" id="{DDC8F3F2-8370-78AE-F256-ACA0936E51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7693" y="1480967"/>
                    <a:ext cx="2016000" cy="2016000"/>
                  </a:xfrm>
                  <a:prstGeom prst="arc">
                    <a:avLst>
                      <a:gd name="adj1" fmla="val 17185846"/>
                      <a:gd name="adj2" fmla="val 20336614"/>
                    </a:avLst>
                  </a:prstGeom>
                  <a:ln w="25400" cap="rnd">
                    <a:solidFill>
                      <a:srgbClr val="D32727"/>
                    </a:solidFill>
                    <a:headEnd type="none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" name="Arc 115">
                    <a:extLst>
                      <a:ext uri="{FF2B5EF4-FFF2-40B4-BE49-F238E27FC236}">
                        <a16:creationId xmlns:a16="http://schemas.microsoft.com/office/drawing/2014/main" id="{1AD98095-0163-3ED6-1104-5BC9ABDD8F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24781" y="1488055"/>
                    <a:ext cx="2016000" cy="2016000"/>
                  </a:xfrm>
                  <a:prstGeom prst="arc">
                    <a:avLst>
                      <a:gd name="adj1" fmla="val 969002"/>
                      <a:gd name="adj2" fmla="val 4061659"/>
                    </a:avLst>
                  </a:prstGeom>
                  <a:ln w="25400" cap="rnd">
                    <a:solidFill>
                      <a:srgbClr val="D32727"/>
                    </a:solidFill>
                    <a:headEnd type="none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" name="Arc 116">
                    <a:extLst>
                      <a:ext uri="{FF2B5EF4-FFF2-40B4-BE49-F238E27FC236}">
                        <a16:creationId xmlns:a16="http://schemas.microsoft.com/office/drawing/2014/main" id="{C43E3F53-9BC7-AB6B-105F-EE6E09EA63C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844781" y="3185159"/>
                    <a:ext cx="576000" cy="576000"/>
                  </a:xfrm>
                  <a:prstGeom prst="arc">
                    <a:avLst>
                      <a:gd name="adj1" fmla="val 11001817"/>
                      <a:gd name="adj2" fmla="val 5242489"/>
                    </a:avLst>
                  </a:prstGeom>
                  <a:noFill/>
                  <a:ln w="25400" cap="rnd">
                    <a:solidFill>
                      <a:srgbClr val="65666A"/>
                    </a:solidFill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rgbClr val="000000"/>
                      </a:solidFill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74" name="Arc 117">
                    <a:extLst>
                      <a:ext uri="{FF2B5EF4-FFF2-40B4-BE49-F238E27FC236}">
                        <a16:creationId xmlns:a16="http://schemas.microsoft.com/office/drawing/2014/main" id="{C1D6FFC7-5651-2751-F292-BEFFE6A39AE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15924" y="2208055"/>
                    <a:ext cx="576000" cy="576000"/>
                  </a:xfrm>
                  <a:prstGeom prst="arc">
                    <a:avLst>
                      <a:gd name="adj1" fmla="val 5735190"/>
                      <a:gd name="adj2" fmla="val 522756"/>
                    </a:avLst>
                  </a:prstGeom>
                  <a:noFill/>
                  <a:ln w="25400" cap="rnd">
                    <a:solidFill>
                      <a:srgbClr val="65666A"/>
                    </a:solidFill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rgbClr val="000000"/>
                      </a:solidFill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75" name="Arc 118">
                    <a:extLst>
                      <a:ext uri="{FF2B5EF4-FFF2-40B4-BE49-F238E27FC236}">
                        <a16:creationId xmlns:a16="http://schemas.microsoft.com/office/drawing/2014/main" id="{45712D96-3E00-B4E5-DAD5-A6645015DA1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873638" y="2208055"/>
                    <a:ext cx="576000" cy="576000"/>
                  </a:xfrm>
                  <a:prstGeom prst="arc">
                    <a:avLst>
                      <a:gd name="adj1" fmla="val 16480804"/>
                      <a:gd name="adj2" fmla="val 11510872"/>
                    </a:avLst>
                  </a:prstGeom>
                  <a:noFill/>
                  <a:ln w="25400" cap="rnd">
                    <a:solidFill>
                      <a:srgbClr val="65666A"/>
                    </a:solidFill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rgbClr val="143980"/>
                      </a:solidFill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76" name="Arc 120">
                    <a:extLst>
                      <a:ext uri="{FF2B5EF4-FFF2-40B4-BE49-F238E27FC236}">
                        <a16:creationId xmlns:a16="http://schemas.microsoft.com/office/drawing/2014/main" id="{3AC0BD0A-EBAC-F079-5F11-DF15EB41657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24781" y="1488055"/>
                    <a:ext cx="2016000" cy="2016000"/>
                  </a:xfrm>
                  <a:prstGeom prst="arc">
                    <a:avLst>
                      <a:gd name="adj1" fmla="val 11787092"/>
                      <a:gd name="adj2" fmla="val 14975548"/>
                    </a:avLst>
                  </a:prstGeom>
                  <a:ln w="25400" cap="rnd">
                    <a:solidFill>
                      <a:srgbClr val="D32727"/>
                    </a:solidFill>
                    <a:headEnd type="none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" name="Oval 132">
                    <a:extLst>
                      <a:ext uri="{FF2B5EF4-FFF2-40B4-BE49-F238E27FC236}">
                        <a16:creationId xmlns:a16="http://schemas.microsoft.com/office/drawing/2014/main" id="{9BD9DEBE-95A9-430A-D2D0-A899A7F1ED1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244579" y="1200622"/>
                    <a:ext cx="144000" cy="144000"/>
                  </a:xfrm>
                  <a:prstGeom prst="ellipse">
                    <a:avLst/>
                  </a:prstGeom>
                  <a:solidFill>
                    <a:srgbClr val="65666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8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a:t>2</a:t>
                    </a:r>
                  </a:p>
                </p:txBody>
              </p:sp>
              <p:sp>
                <p:nvSpPr>
                  <p:cNvPr id="78" name="Oval 133">
                    <a:extLst>
                      <a:ext uri="{FF2B5EF4-FFF2-40B4-BE49-F238E27FC236}">
                        <a16:creationId xmlns:a16="http://schemas.microsoft.com/office/drawing/2014/main" id="{D48532CE-CB97-36F2-8D37-DF394789907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72781" y="3433764"/>
                    <a:ext cx="144000" cy="144000"/>
                  </a:xfrm>
                  <a:prstGeom prst="ellipse">
                    <a:avLst/>
                  </a:prstGeom>
                  <a:solidFill>
                    <a:srgbClr val="65666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8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a:t>4</a:t>
                    </a:r>
                  </a:p>
                </p:txBody>
              </p:sp>
              <p:sp>
                <p:nvSpPr>
                  <p:cNvPr id="79" name="Oval 134">
                    <a:extLst>
                      <a:ext uri="{FF2B5EF4-FFF2-40B4-BE49-F238E27FC236}">
                        <a16:creationId xmlns:a16="http://schemas.microsoft.com/office/drawing/2014/main" id="{6785FBA6-AAA0-8313-3BDC-0AE10DCFFE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21320" y="2424055"/>
                    <a:ext cx="144000" cy="144000"/>
                  </a:xfrm>
                  <a:prstGeom prst="ellipse">
                    <a:avLst/>
                  </a:prstGeom>
                  <a:solidFill>
                    <a:srgbClr val="65666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8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a:t>3</a:t>
                    </a:r>
                  </a:p>
                </p:txBody>
              </p:sp>
              <p:sp>
                <p:nvSpPr>
                  <p:cNvPr id="80" name="Oval 135">
                    <a:extLst>
                      <a:ext uri="{FF2B5EF4-FFF2-40B4-BE49-F238E27FC236}">
                        <a16:creationId xmlns:a16="http://schemas.microsoft.com/office/drawing/2014/main" id="{F7F800EB-509D-D4B3-0DEC-5E68CE098C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800242" y="2424055"/>
                    <a:ext cx="144000" cy="144000"/>
                  </a:xfrm>
                  <a:prstGeom prst="ellipse">
                    <a:avLst/>
                  </a:prstGeom>
                  <a:solidFill>
                    <a:srgbClr val="65666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8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a:t>1</a:t>
                    </a:r>
                  </a:p>
                </p:txBody>
              </p:sp>
            </p:grpSp>
            <p:sp>
              <p:nvSpPr>
                <p:cNvPr id="104" name="Arc 115">
                  <a:extLst>
                    <a:ext uri="{FF2B5EF4-FFF2-40B4-BE49-F238E27FC236}">
                      <a16:creationId xmlns:a16="http://schemas.microsoft.com/office/drawing/2014/main" id="{B923E66A-167A-417F-0E3C-44FE7C256D6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834158">
                  <a:off x="9937097" y="5674164"/>
                  <a:ext cx="1872973" cy="1872974"/>
                </a:xfrm>
                <a:prstGeom prst="arc">
                  <a:avLst>
                    <a:gd name="adj1" fmla="val 969002"/>
                    <a:gd name="adj2" fmla="val 4061659"/>
                  </a:avLst>
                </a:prstGeom>
                <a:ln w="25400" cap="rnd">
                  <a:solidFill>
                    <a:srgbClr val="D32727"/>
                  </a:solidFill>
                  <a:headEnd type="none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7170" name="Picture 2" descr="Generated image">
                <a:extLst>
                  <a:ext uri="{FF2B5EF4-FFF2-40B4-BE49-F238E27FC236}">
                    <a16:creationId xmlns:a16="http://schemas.microsoft.com/office/drawing/2014/main" id="{EE95DC09-0F8B-AA6C-34F9-A4AFEDD469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642047" y="6334187"/>
                <a:ext cx="1156064" cy="7707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72" name="Picture 4" descr="Generated image">
                <a:extLst>
                  <a:ext uri="{FF2B5EF4-FFF2-40B4-BE49-F238E27FC236}">
                    <a16:creationId xmlns:a16="http://schemas.microsoft.com/office/drawing/2014/main" id="{DE561CEC-074A-F117-9546-DB72310396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751" t="35667" r="51139" b="36499"/>
              <a:stretch>
                <a:fillRect/>
              </a:stretch>
            </p:blipFill>
            <p:spPr bwMode="auto">
              <a:xfrm>
                <a:off x="10897901" y="6478786"/>
                <a:ext cx="356751" cy="3411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76" name="Picture 8" descr="Generated image">
                <a:extLst>
                  <a:ext uri="{FF2B5EF4-FFF2-40B4-BE49-F238E27FC236}">
                    <a16:creationId xmlns:a16="http://schemas.microsoft.com/office/drawing/2014/main" id="{A0F97B2B-9B30-B221-470E-3C12403248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17254" y="6429182"/>
                <a:ext cx="443635" cy="4436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78" name="Picture 10" descr="Generated image">
                <a:extLst>
                  <a:ext uri="{FF2B5EF4-FFF2-40B4-BE49-F238E27FC236}">
                    <a16:creationId xmlns:a16="http://schemas.microsoft.com/office/drawing/2014/main" id="{941481A6-D0B9-69CB-3F03-683846D6A3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97921" y="5561622"/>
                <a:ext cx="472038" cy="4720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80" name="Picture 12" descr="Generated image">
                <a:extLst>
                  <a:ext uri="{FF2B5EF4-FFF2-40B4-BE49-F238E27FC236}">
                    <a16:creationId xmlns:a16="http://schemas.microsoft.com/office/drawing/2014/main" id="{2DFBA712-A2A8-5CD4-9A47-F14CD72072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06154" y="7308980"/>
                <a:ext cx="463805" cy="4638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13" name="Conector de Seta Reta 112">
              <a:extLst>
                <a:ext uri="{FF2B5EF4-FFF2-40B4-BE49-F238E27FC236}">
                  <a16:creationId xmlns:a16="http://schemas.microsoft.com/office/drawing/2014/main" id="{B14D6F70-9F44-34A7-0B87-3578080FEEDF}"/>
                </a:ext>
              </a:extLst>
            </p:cNvPr>
            <p:cNvCxnSpPr>
              <a:cxnSpLocks/>
            </p:cNvCxnSpPr>
            <p:nvPr/>
          </p:nvCxnSpPr>
          <p:spPr>
            <a:xfrm>
              <a:off x="11448091" y="6761267"/>
              <a:ext cx="893838" cy="9599"/>
            </a:xfrm>
            <a:prstGeom prst="straightConnector1">
              <a:avLst/>
            </a:prstGeom>
            <a:ln w="38100">
              <a:solidFill>
                <a:srgbClr val="D3272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6911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82ACE-E917-1BDC-A183-6C65E0745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8">
            <a:extLst>
              <a:ext uri="{FF2B5EF4-FFF2-40B4-BE49-F238E27FC236}">
                <a16:creationId xmlns:a16="http://schemas.microsoft.com/office/drawing/2014/main" id="{B83223DE-96EF-152E-F8D1-EFE2F696E0DA}"/>
              </a:ext>
            </a:extLst>
          </p:cNvPr>
          <p:cNvGrpSpPr/>
          <p:nvPr/>
        </p:nvGrpSpPr>
        <p:grpSpPr>
          <a:xfrm>
            <a:off x="0" y="1245593"/>
            <a:ext cx="2986326" cy="6267884"/>
            <a:chOff x="-19050" y="1207427"/>
            <a:chExt cx="2521585" cy="5507355"/>
          </a:xfrm>
        </p:grpSpPr>
        <p:sp>
          <p:nvSpPr>
            <p:cNvPr id="3" name="object 9">
              <a:extLst>
                <a:ext uri="{FF2B5EF4-FFF2-40B4-BE49-F238E27FC236}">
                  <a16:creationId xmlns:a16="http://schemas.microsoft.com/office/drawing/2014/main" id="{BC085456-15F8-4265-5441-B5A8D36AB061}"/>
                </a:ext>
              </a:extLst>
            </p:cNvPr>
            <p:cNvSpPr/>
            <p:nvPr/>
          </p:nvSpPr>
          <p:spPr>
            <a:xfrm>
              <a:off x="1272540" y="1930907"/>
              <a:ext cx="1229995" cy="4060190"/>
            </a:xfrm>
            <a:custGeom>
              <a:avLst/>
              <a:gdLst/>
              <a:ahLst/>
              <a:cxnLst/>
              <a:rect l="l" t="t" r="r" b="b"/>
              <a:pathLst>
                <a:path w="1229995" h="4060190">
                  <a:moveTo>
                    <a:pt x="614172" y="3752850"/>
                  </a:moveTo>
                  <a:lnTo>
                    <a:pt x="610831" y="3707485"/>
                  </a:lnTo>
                  <a:lnTo>
                    <a:pt x="601154" y="3664191"/>
                  </a:lnTo>
                  <a:lnTo>
                    <a:pt x="585609" y="3623424"/>
                  </a:lnTo>
                  <a:lnTo>
                    <a:pt x="564680" y="3585667"/>
                  </a:lnTo>
                  <a:lnTo>
                    <a:pt x="538822" y="3551402"/>
                  </a:lnTo>
                  <a:lnTo>
                    <a:pt x="508533" y="3521113"/>
                  </a:lnTo>
                  <a:lnTo>
                    <a:pt x="474268" y="3495256"/>
                  </a:lnTo>
                  <a:lnTo>
                    <a:pt x="436511" y="3474326"/>
                  </a:lnTo>
                  <a:lnTo>
                    <a:pt x="395744" y="3458781"/>
                  </a:lnTo>
                  <a:lnTo>
                    <a:pt x="352450" y="3449104"/>
                  </a:lnTo>
                  <a:lnTo>
                    <a:pt x="307086" y="3445764"/>
                  </a:lnTo>
                  <a:lnTo>
                    <a:pt x="261708" y="3449104"/>
                  </a:lnTo>
                  <a:lnTo>
                    <a:pt x="218414" y="3458781"/>
                  </a:lnTo>
                  <a:lnTo>
                    <a:pt x="177647" y="3474326"/>
                  </a:lnTo>
                  <a:lnTo>
                    <a:pt x="139890" y="3495256"/>
                  </a:lnTo>
                  <a:lnTo>
                    <a:pt x="105625" y="3521113"/>
                  </a:lnTo>
                  <a:lnTo>
                    <a:pt x="75336" y="3551402"/>
                  </a:lnTo>
                  <a:lnTo>
                    <a:pt x="49479" y="3585667"/>
                  </a:lnTo>
                  <a:lnTo>
                    <a:pt x="28549" y="3623424"/>
                  </a:lnTo>
                  <a:lnTo>
                    <a:pt x="13004" y="3664191"/>
                  </a:lnTo>
                  <a:lnTo>
                    <a:pt x="3327" y="3707485"/>
                  </a:lnTo>
                  <a:lnTo>
                    <a:pt x="0" y="3752850"/>
                  </a:lnTo>
                  <a:lnTo>
                    <a:pt x="3327" y="3798239"/>
                  </a:lnTo>
                  <a:lnTo>
                    <a:pt x="13004" y="3841546"/>
                  </a:lnTo>
                  <a:lnTo>
                    <a:pt x="28549" y="3882313"/>
                  </a:lnTo>
                  <a:lnTo>
                    <a:pt x="49479" y="3920071"/>
                  </a:lnTo>
                  <a:lnTo>
                    <a:pt x="75336" y="3954322"/>
                  </a:lnTo>
                  <a:lnTo>
                    <a:pt x="105625" y="3984612"/>
                  </a:lnTo>
                  <a:lnTo>
                    <a:pt x="139890" y="4010469"/>
                  </a:lnTo>
                  <a:lnTo>
                    <a:pt x="177647" y="4031399"/>
                  </a:lnTo>
                  <a:lnTo>
                    <a:pt x="218414" y="4046944"/>
                  </a:lnTo>
                  <a:lnTo>
                    <a:pt x="261708" y="4056608"/>
                  </a:lnTo>
                  <a:lnTo>
                    <a:pt x="307086" y="4059936"/>
                  </a:lnTo>
                  <a:lnTo>
                    <a:pt x="352450" y="4056608"/>
                  </a:lnTo>
                  <a:lnTo>
                    <a:pt x="395744" y="4046944"/>
                  </a:lnTo>
                  <a:lnTo>
                    <a:pt x="436511" y="4031399"/>
                  </a:lnTo>
                  <a:lnTo>
                    <a:pt x="474268" y="4010469"/>
                  </a:lnTo>
                  <a:lnTo>
                    <a:pt x="508533" y="3984612"/>
                  </a:lnTo>
                  <a:lnTo>
                    <a:pt x="538822" y="3954322"/>
                  </a:lnTo>
                  <a:lnTo>
                    <a:pt x="564680" y="3920071"/>
                  </a:lnTo>
                  <a:lnTo>
                    <a:pt x="585609" y="3882313"/>
                  </a:lnTo>
                  <a:lnTo>
                    <a:pt x="601154" y="3841546"/>
                  </a:lnTo>
                  <a:lnTo>
                    <a:pt x="610831" y="3798239"/>
                  </a:lnTo>
                  <a:lnTo>
                    <a:pt x="614172" y="3752850"/>
                  </a:lnTo>
                  <a:close/>
                </a:path>
                <a:path w="1229995" h="4060190">
                  <a:moveTo>
                    <a:pt x="614172" y="307086"/>
                  </a:moveTo>
                  <a:lnTo>
                    <a:pt x="610831" y="261721"/>
                  </a:lnTo>
                  <a:lnTo>
                    <a:pt x="601154" y="218427"/>
                  </a:lnTo>
                  <a:lnTo>
                    <a:pt x="585609" y="177660"/>
                  </a:lnTo>
                  <a:lnTo>
                    <a:pt x="564680" y="139903"/>
                  </a:lnTo>
                  <a:lnTo>
                    <a:pt x="538822" y="105638"/>
                  </a:lnTo>
                  <a:lnTo>
                    <a:pt x="508533" y="75349"/>
                  </a:lnTo>
                  <a:lnTo>
                    <a:pt x="474268" y="49491"/>
                  </a:lnTo>
                  <a:lnTo>
                    <a:pt x="436511" y="28562"/>
                  </a:lnTo>
                  <a:lnTo>
                    <a:pt x="395744" y="13017"/>
                  </a:lnTo>
                  <a:lnTo>
                    <a:pt x="352450" y="3340"/>
                  </a:lnTo>
                  <a:lnTo>
                    <a:pt x="307086" y="0"/>
                  </a:lnTo>
                  <a:lnTo>
                    <a:pt x="261708" y="3340"/>
                  </a:lnTo>
                  <a:lnTo>
                    <a:pt x="218414" y="13017"/>
                  </a:lnTo>
                  <a:lnTo>
                    <a:pt x="177647" y="28562"/>
                  </a:lnTo>
                  <a:lnTo>
                    <a:pt x="139890" y="49491"/>
                  </a:lnTo>
                  <a:lnTo>
                    <a:pt x="105625" y="75349"/>
                  </a:lnTo>
                  <a:lnTo>
                    <a:pt x="75336" y="105638"/>
                  </a:lnTo>
                  <a:lnTo>
                    <a:pt x="49479" y="139903"/>
                  </a:lnTo>
                  <a:lnTo>
                    <a:pt x="28549" y="177660"/>
                  </a:lnTo>
                  <a:lnTo>
                    <a:pt x="13004" y="218427"/>
                  </a:lnTo>
                  <a:lnTo>
                    <a:pt x="3327" y="261721"/>
                  </a:lnTo>
                  <a:lnTo>
                    <a:pt x="0" y="307086"/>
                  </a:lnTo>
                  <a:lnTo>
                    <a:pt x="3327" y="352463"/>
                  </a:lnTo>
                  <a:lnTo>
                    <a:pt x="13004" y="395757"/>
                  </a:lnTo>
                  <a:lnTo>
                    <a:pt x="28549" y="436524"/>
                  </a:lnTo>
                  <a:lnTo>
                    <a:pt x="49479" y="474281"/>
                  </a:lnTo>
                  <a:lnTo>
                    <a:pt x="75336" y="508546"/>
                  </a:lnTo>
                  <a:lnTo>
                    <a:pt x="105625" y="538835"/>
                  </a:lnTo>
                  <a:lnTo>
                    <a:pt x="139890" y="564692"/>
                  </a:lnTo>
                  <a:lnTo>
                    <a:pt x="177647" y="585622"/>
                  </a:lnTo>
                  <a:lnTo>
                    <a:pt x="218414" y="601167"/>
                  </a:lnTo>
                  <a:lnTo>
                    <a:pt x="261708" y="610844"/>
                  </a:lnTo>
                  <a:lnTo>
                    <a:pt x="307086" y="614172"/>
                  </a:lnTo>
                  <a:lnTo>
                    <a:pt x="352450" y="610844"/>
                  </a:lnTo>
                  <a:lnTo>
                    <a:pt x="395744" y="601167"/>
                  </a:lnTo>
                  <a:lnTo>
                    <a:pt x="436511" y="585622"/>
                  </a:lnTo>
                  <a:lnTo>
                    <a:pt x="474268" y="564692"/>
                  </a:lnTo>
                  <a:lnTo>
                    <a:pt x="508533" y="538835"/>
                  </a:lnTo>
                  <a:lnTo>
                    <a:pt x="538822" y="508546"/>
                  </a:lnTo>
                  <a:lnTo>
                    <a:pt x="564680" y="474281"/>
                  </a:lnTo>
                  <a:lnTo>
                    <a:pt x="585609" y="436524"/>
                  </a:lnTo>
                  <a:lnTo>
                    <a:pt x="601154" y="395757"/>
                  </a:lnTo>
                  <a:lnTo>
                    <a:pt x="610831" y="352463"/>
                  </a:lnTo>
                  <a:lnTo>
                    <a:pt x="614172" y="307086"/>
                  </a:lnTo>
                  <a:close/>
                </a:path>
                <a:path w="1229995" h="4060190">
                  <a:moveTo>
                    <a:pt x="1229868" y="2029206"/>
                  </a:moveTo>
                  <a:lnTo>
                    <a:pt x="1226527" y="1983841"/>
                  </a:lnTo>
                  <a:lnTo>
                    <a:pt x="1216825" y="1940547"/>
                  </a:lnTo>
                  <a:lnTo>
                    <a:pt x="1201254" y="1899780"/>
                  </a:lnTo>
                  <a:lnTo>
                    <a:pt x="1180274" y="1862023"/>
                  </a:lnTo>
                  <a:lnTo>
                    <a:pt x="1154366" y="1827758"/>
                  </a:lnTo>
                  <a:lnTo>
                    <a:pt x="1124000" y="1797469"/>
                  </a:lnTo>
                  <a:lnTo>
                    <a:pt x="1089660" y="1771611"/>
                  </a:lnTo>
                  <a:lnTo>
                    <a:pt x="1051814" y="1750682"/>
                  </a:lnTo>
                  <a:lnTo>
                    <a:pt x="1010932" y="1735137"/>
                  </a:lnTo>
                  <a:lnTo>
                    <a:pt x="967511" y="1725460"/>
                  </a:lnTo>
                  <a:lnTo>
                    <a:pt x="922020" y="1722120"/>
                  </a:lnTo>
                  <a:lnTo>
                    <a:pt x="876515" y="1725460"/>
                  </a:lnTo>
                  <a:lnTo>
                    <a:pt x="833094" y="1735137"/>
                  </a:lnTo>
                  <a:lnTo>
                    <a:pt x="792213" y="1750682"/>
                  </a:lnTo>
                  <a:lnTo>
                    <a:pt x="754367" y="1771611"/>
                  </a:lnTo>
                  <a:lnTo>
                    <a:pt x="720026" y="1797469"/>
                  </a:lnTo>
                  <a:lnTo>
                    <a:pt x="689660" y="1827758"/>
                  </a:lnTo>
                  <a:lnTo>
                    <a:pt x="663752" y="1862023"/>
                  </a:lnTo>
                  <a:lnTo>
                    <a:pt x="642772" y="1899780"/>
                  </a:lnTo>
                  <a:lnTo>
                    <a:pt x="627202" y="1940547"/>
                  </a:lnTo>
                  <a:lnTo>
                    <a:pt x="617499" y="1983841"/>
                  </a:lnTo>
                  <a:lnTo>
                    <a:pt x="614172" y="2029206"/>
                  </a:lnTo>
                  <a:lnTo>
                    <a:pt x="617499" y="2074583"/>
                  </a:lnTo>
                  <a:lnTo>
                    <a:pt x="627202" y="2117877"/>
                  </a:lnTo>
                  <a:lnTo>
                    <a:pt x="642772" y="2158644"/>
                  </a:lnTo>
                  <a:lnTo>
                    <a:pt x="663752" y="2196401"/>
                  </a:lnTo>
                  <a:lnTo>
                    <a:pt x="689660" y="2230666"/>
                  </a:lnTo>
                  <a:lnTo>
                    <a:pt x="720026" y="2260955"/>
                  </a:lnTo>
                  <a:lnTo>
                    <a:pt x="754367" y="2286812"/>
                  </a:lnTo>
                  <a:lnTo>
                    <a:pt x="792213" y="2307742"/>
                  </a:lnTo>
                  <a:lnTo>
                    <a:pt x="833094" y="2323287"/>
                  </a:lnTo>
                  <a:lnTo>
                    <a:pt x="876515" y="2332964"/>
                  </a:lnTo>
                  <a:lnTo>
                    <a:pt x="922020" y="2336292"/>
                  </a:lnTo>
                  <a:lnTo>
                    <a:pt x="967511" y="2332964"/>
                  </a:lnTo>
                  <a:lnTo>
                    <a:pt x="1010932" y="2323287"/>
                  </a:lnTo>
                  <a:lnTo>
                    <a:pt x="1051814" y="2307742"/>
                  </a:lnTo>
                  <a:lnTo>
                    <a:pt x="1089660" y="2286812"/>
                  </a:lnTo>
                  <a:lnTo>
                    <a:pt x="1124000" y="2260955"/>
                  </a:lnTo>
                  <a:lnTo>
                    <a:pt x="1154366" y="2230666"/>
                  </a:lnTo>
                  <a:lnTo>
                    <a:pt x="1180274" y="2196401"/>
                  </a:lnTo>
                  <a:lnTo>
                    <a:pt x="1201254" y="2158644"/>
                  </a:lnTo>
                  <a:lnTo>
                    <a:pt x="1216825" y="2117877"/>
                  </a:lnTo>
                  <a:lnTo>
                    <a:pt x="1226527" y="2074583"/>
                  </a:lnTo>
                  <a:lnTo>
                    <a:pt x="1229868" y="2029206"/>
                  </a:lnTo>
                  <a:close/>
                </a:path>
              </a:pathLst>
            </a:custGeom>
            <a:solidFill>
              <a:srgbClr val="EA1C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0">
              <a:extLst>
                <a:ext uri="{FF2B5EF4-FFF2-40B4-BE49-F238E27FC236}">
                  <a16:creationId xmlns:a16="http://schemas.microsoft.com/office/drawing/2014/main" id="{1941D228-B964-566A-D517-07E4DA1CBF1B}"/>
                </a:ext>
              </a:extLst>
            </p:cNvPr>
            <p:cNvSpPr/>
            <p:nvPr/>
          </p:nvSpPr>
          <p:spPr>
            <a:xfrm>
              <a:off x="0" y="1226477"/>
              <a:ext cx="2216785" cy="5469255"/>
            </a:xfrm>
            <a:custGeom>
              <a:avLst/>
              <a:gdLst/>
              <a:ahLst/>
              <a:cxnLst/>
              <a:rect l="l" t="t" r="r" b="b"/>
              <a:pathLst>
                <a:path w="2216785" h="5469255">
                  <a:moveTo>
                    <a:pt x="0" y="0"/>
                  </a:moveTo>
                  <a:lnTo>
                    <a:pt x="0" y="5468797"/>
                  </a:lnTo>
                  <a:lnTo>
                    <a:pt x="30884" y="5462208"/>
                  </a:lnTo>
                  <a:lnTo>
                    <a:pt x="75949" y="5451805"/>
                  </a:lnTo>
                  <a:lnTo>
                    <a:pt x="120732" y="5440679"/>
                  </a:lnTo>
                  <a:lnTo>
                    <a:pt x="165228" y="5428836"/>
                  </a:lnTo>
                  <a:lnTo>
                    <a:pt x="209430" y="5416282"/>
                  </a:lnTo>
                  <a:lnTo>
                    <a:pt x="253331" y="5403024"/>
                  </a:lnTo>
                  <a:lnTo>
                    <a:pt x="296924" y="5389069"/>
                  </a:lnTo>
                  <a:lnTo>
                    <a:pt x="340204" y="5374423"/>
                  </a:lnTo>
                  <a:lnTo>
                    <a:pt x="383163" y="5359092"/>
                  </a:lnTo>
                  <a:lnTo>
                    <a:pt x="425796" y="5343084"/>
                  </a:lnTo>
                  <a:lnTo>
                    <a:pt x="468095" y="5326404"/>
                  </a:lnTo>
                  <a:lnTo>
                    <a:pt x="510055" y="5309059"/>
                  </a:lnTo>
                  <a:lnTo>
                    <a:pt x="551668" y="5291056"/>
                  </a:lnTo>
                  <a:lnTo>
                    <a:pt x="592929" y="5272401"/>
                  </a:lnTo>
                  <a:lnTo>
                    <a:pt x="633830" y="5253101"/>
                  </a:lnTo>
                  <a:lnTo>
                    <a:pt x="674365" y="5233161"/>
                  </a:lnTo>
                  <a:lnTo>
                    <a:pt x="714528" y="5212589"/>
                  </a:lnTo>
                  <a:lnTo>
                    <a:pt x="754313" y="5191392"/>
                  </a:lnTo>
                  <a:lnTo>
                    <a:pt x="793712" y="5169574"/>
                  </a:lnTo>
                  <a:lnTo>
                    <a:pt x="832719" y="5147144"/>
                  </a:lnTo>
                  <a:lnTo>
                    <a:pt x="871328" y="5124108"/>
                  </a:lnTo>
                  <a:lnTo>
                    <a:pt x="909532" y="5100472"/>
                  </a:lnTo>
                  <a:lnTo>
                    <a:pt x="947324" y="5076242"/>
                  </a:lnTo>
                  <a:lnTo>
                    <a:pt x="984699" y="5051425"/>
                  </a:lnTo>
                  <a:lnTo>
                    <a:pt x="1021650" y="5026028"/>
                  </a:lnTo>
                  <a:lnTo>
                    <a:pt x="1058170" y="5000057"/>
                  </a:lnTo>
                  <a:lnTo>
                    <a:pt x="1094252" y="4973519"/>
                  </a:lnTo>
                  <a:lnTo>
                    <a:pt x="1129890" y="4946420"/>
                  </a:lnTo>
                  <a:lnTo>
                    <a:pt x="1165079" y="4918767"/>
                  </a:lnTo>
                  <a:lnTo>
                    <a:pt x="1199810" y="4890565"/>
                  </a:lnTo>
                  <a:lnTo>
                    <a:pt x="1234078" y="4861823"/>
                  </a:lnTo>
                  <a:lnTo>
                    <a:pt x="1267876" y="4832545"/>
                  </a:lnTo>
                  <a:lnTo>
                    <a:pt x="1301198" y="4802739"/>
                  </a:lnTo>
                  <a:lnTo>
                    <a:pt x="1334037" y="4772412"/>
                  </a:lnTo>
                  <a:lnTo>
                    <a:pt x="1366387" y="4741569"/>
                  </a:lnTo>
                  <a:lnTo>
                    <a:pt x="1398241" y="4710217"/>
                  </a:lnTo>
                  <a:lnTo>
                    <a:pt x="1429592" y="4678362"/>
                  </a:lnTo>
                  <a:lnTo>
                    <a:pt x="1460435" y="4646012"/>
                  </a:lnTo>
                  <a:lnTo>
                    <a:pt x="1490762" y="4613173"/>
                  </a:lnTo>
                  <a:lnTo>
                    <a:pt x="1520568" y="4579851"/>
                  </a:lnTo>
                  <a:lnTo>
                    <a:pt x="1549845" y="4546052"/>
                  </a:lnTo>
                  <a:lnTo>
                    <a:pt x="1578587" y="4511784"/>
                  </a:lnTo>
                  <a:lnTo>
                    <a:pt x="1606788" y="4477052"/>
                  </a:lnTo>
                  <a:lnTo>
                    <a:pt x="1634441" y="4441864"/>
                  </a:lnTo>
                  <a:lnTo>
                    <a:pt x="1661539" y="4406225"/>
                  </a:lnTo>
                  <a:lnTo>
                    <a:pt x="1688077" y="4370142"/>
                  </a:lnTo>
                  <a:lnTo>
                    <a:pt x="1714047" y="4333622"/>
                  </a:lnTo>
                  <a:lnTo>
                    <a:pt x="1739444" y="4296672"/>
                  </a:lnTo>
                  <a:lnTo>
                    <a:pt x="1764260" y="4259297"/>
                  </a:lnTo>
                  <a:lnTo>
                    <a:pt x="1788489" y="4221504"/>
                  </a:lnTo>
                  <a:lnTo>
                    <a:pt x="1812125" y="4183300"/>
                  </a:lnTo>
                  <a:lnTo>
                    <a:pt x="1835161" y="4144691"/>
                  </a:lnTo>
                  <a:lnTo>
                    <a:pt x="1857590" y="4105684"/>
                  </a:lnTo>
                  <a:lnTo>
                    <a:pt x="1879407" y="4066285"/>
                  </a:lnTo>
                  <a:lnTo>
                    <a:pt x="1900604" y="4026501"/>
                  </a:lnTo>
                  <a:lnTo>
                    <a:pt x="1921175" y="3986338"/>
                  </a:lnTo>
                  <a:lnTo>
                    <a:pt x="1941114" y="3945803"/>
                  </a:lnTo>
                  <a:lnTo>
                    <a:pt x="1960414" y="3904902"/>
                  </a:lnTo>
                  <a:lnTo>
                    <a:pt x="1979069" y="3863641"/>
                  </a:lnTo>
                  <a:lnTo>
                    <a:pt x="1997072" y="3822028"/>
                  </a:lnTo>
                  <a:lnTo>
                    <a:pt x="2014416" y="3780069"/>
                  </a:lnTo>
                  <a:lnTo>
                    <a:pt x="2031095" y="3737770"/>
                  </a:lnTo>
                  <a:lnTo>
                    <a:pt x="2047103" y="3695138"/>
                  </a:lnTo>
                  <a:lnTo>
                    <a:pt x="2062433" y="3652179"/>
                  </a:lnTo>
                  <a:lnTo>
                    <a:pt x="2077079" y="3608900"/>
                  </a:lnTo>
                  <a:lnTo>
                    <a:pt x="2091034" y="3565307"/>
                  </a:lnTo>
                  <a:lnTo>
                    <a:pt x="2104291" y="3521406"/>
                  </a:lnTo>
                  <a:lnTo>
                    <a:pt x="2116844" y="3477205"/>
                  </a:lnTo>
                  <a:lnTo>
                    <a:pt x="2128687" y="3432710"/>
                  </a:lnTo>
                  <a:lnTo>
                    <a:pt x="2139813" y="3387927"/>
                  </a:lnTo>
                  <a:lnTo>
                    <a:pt x="2150216" y="3342863"/>
                  </a:lnTo>
                  <a:lnTo>
                    <a:pt x="2159888" y="3297525"/>
                  </a:lnTo>
                  <a:lnTo>
                    <a:pt x="2168825" y="3251917"/>
                  </a:lnTo>
                  <a:lnTo>
                    <a:pt x="2177018" y="3206049"/>
                  </a:lnTo>
                  <a:lnTo>
                    <a:pt x="2184462" y="3159925"/>
                  </a:lnTo>
                  <a:lnTo>
                    <a:pt x="2191149" y="3113552"/>
                  </a:lnTo>
                  <a:lnTo>
                    <a:pt x="2197075" y="3066937"/>
                  </a:lnTo>
                  <a:lnTo>
                    <a:pt x="2202231" y="3020087"/>
                  </a:lnTo>
                  <a:lnTo>
                    <a:pt x="2206612" y="2973007"/>
                  </a:lnTo>
                  <a:lnTo>
                    <a:pt x="2210211" y="2925705"/>
                  </a:lnTo>
                  <a:lnTo>
                    <a:pt x="2213022" y="2878186"/>
                  </a:lnTo>
                  <a:lnTo>
                    <a:pt x="2215037" y="2830458"/>
                  </a:lnTo>
                  <a:lnTo>
                    <a:pt x="2216251" y="2782526"/>
                  </a:lnTo>
                  <a:lnTo>
                    <a:pt x="2216658" y="2734398"/>
                  </a:lnTo>
                  <a:lnTo>
                    <a:pt x="2216251" y="2686270"/>
                  </a:lnTo>
                  <a:lnTo>
                    <a:pt x="2215037" y="2638339"/>
                  </a:lnTo>
                  <a:lnTo>
                    <a:pt x="2213022" y="2590611"/>
                  </a:lnTo>
                  <a:lnTo>
                    <a:pt x="2210211" y="2543092"/>
                  </a:lnTo>
                  <a:lnTo>
                    <a:pt x="2206612" y="2495790"/>
                  </a:lnTo>
                  <a:lnTo>
                    <a:pt x="2202231" y="2448710"/>
                  </a:lnTo>
                  <a:lnTo>
                    <a:pt x="2197075" y="2401859"/>
                  </a:lnTo>
                  <a:lnTo>
                    <a:pt x="2191149" y="2355244"/>
                  </a:lnTo>
                  <a:lnTo>
                    <a:pt x="2184462" y="2308872"/>
                  </a:lnTo>
                  <a:lnTo>
                    <a:pt x="2177018" y="2262748"/>
                  </a:lnTo>
                  <a:lnTo>
                    <a:pt x="2168825" y="2216879"/>
                  </a:lnTo>
                  <a:lnTo>
                    <a:pt x="2159888" y="2171272"/>
                  </a:lnTo>
                  <a:lnTo>
                    <a:pt x="2150216" y="2125933"/>
                  </a:lnTo>
                  <a:lnTo>
                    <a:pt x="2139813" y="2080869"/>
                  </a:lnTo>
                  <a:lnTo>
                    <a:pt x="2128687" y="2036086"/>
                  </a:lnTo>
                  <a:lnTo>
                    <a:pt x="2116844" y="1991591"/>
                  </a:lnTo>
                  <a:lnTo>
                    <a:pt x="2104291" y="1947390"/>
                  </a:lnTo>
                  <a:lnTo>
                    <a:pt x="2091034" y="1903490"/>
                  </a:lnTo>
                  <a:lnTo>
                    <a:pt x="2077079" y="1859897"/>
                  </a:lnTo>
                  <a:lnTo>
                    <a:pt x="2062433" y="1816618"/>
                  </a:lnTo>
                  <a:lnTo>
                    <a:pt x="2047103" y="1773659"/>
                  </a:lnTo>
                  <a:lnTo>
                    <a:pt x="2031095" y="1731027"/>
                  </a:lnTo>
                  <a:lnTo>
                    <a:pt x="2014416" y="1688728"/>
                  </a:lnTo>
                  <a:lnTo>
                    <a:pt x="1997072" y="1646768"/>
                  </a:lnTo>
                  <a:lnTo>
                    <a:pt x="1979069" y="1605155"/>
                  </a:lnTo>
                  <a:lnTo>
                    <a:pt x="1960414" y="1563895"/>
                  </a:lnTo>
                  <a:lnTo>
                    <a:pt x="1941114" y="1522994"/>
                  </a:lnTo>
                  <a:lnTo>
                    <a:pt x="1921175" y="1482459"/>
                  </a:lnTo>
                  <a:lnTo>
                    <a:pt x="1900604" y="1442296"/>
                  </a:lnTo>
                  <a:lnTo>
                    <a:pt x="1879407" y="1402512"/>
                  </a:lnTo>
                  <a:lnTo>
                    <a:pt x="1857590" y="1363113"/>
                  </a:lnTo>
                  <a:lnTo>
                    <a:pt x="1835161" y="1324106"/>
                  </a:lnTo>
                  <a:lnTo>
                    <a:pt x="1812125" y="1285497"/>
                  </a:lnTo>
                  <a:lnTo>
                    <a:pt x="1788489" y="1247293"/>
                  </a:lnTo>
                  <a:lnTo>
                    <a:pt x="1764260" y="1209500"/>
                  </a:lnTo>
                  <a:lnTo>
                    <a:pt x="1739444" y="1172125"/>
                  </a:lnTo>
                  <a:lnTo>
                    <a:pt x="1714047" y="1135174"/>
                  </a:lnTo>
                  <a:lnTo>
                    <a:pt x="1688077" y="1098654"/>
                  </a:lnTo>
                  <a:lnTo>
                    <a:pt x="1661539" y="1062572"/>
                  </a:lnTo>
                  <a:lnTo>
                    <a:pt x="1634441" y="1026933"/>
                  </a:lnTo>
                  <a:lnTo>
                    <a:pt x="1606788" y="991744"/>
                  </a:lnTo>
                  <a:lnTo>
                    <a:pt x="1578587" y="957013"/>
                  </a:lnTo>
                  <a:lnTo>
                    <a:pt x="1549845" y="922744"/>
                  </a:lnTo>
                  <a:lnTo>
                    <a:pt x="1520568" y="888946"/>
                  </a:lnTo>
                  <a:lnTo>
                    <a:pt x="1490762" y="855624"/>
                  </a:lnTo>
                  <a:lnTo>
                    <a:pt x="1460435" y="822784"/>
                  </a:lnTo>
                  <a:lnTo>
                    <a:pt x="1429592" y="790434"/>
                  </a:lnTo>
                  <a:lnTo>
                    <a:pt x="1398241" y="758580"/>
                  </a:lnTo>
                  <a:lnTo>
                    <a:pt x="1366387" y="727228"/>
                  </a:lnTo>
                  <a:lnTo>
                    <a:pt x="1334037" y="696385"/>
                  </a:lnTo>
                  <a:lnTo>
                    <a:pt x="1301198" y="666057"/>
                  </a:lnTo>
                  <a:lnTo>
                    <a:pt x="1267876" y="636251"/>
                  </a:lnTo>
                  <a:lnTo>
                    <a:pt x="1234078" y="606974"/>
                  </a:lnTo>
                  <a:lnTo>
                    <a:pt x="1199810" y="578231"/>
                  </a:lnTo>
                  <a:lnTo>
                    <a:pt x="1165079" y="550030"/>
                  </a:lnTo>
                  <a:lnTo>
                    <a:pt x="1129890" y="522376"/>
                  </a:lnTo>
                  <a:lnTo>
                    <a:pt x="1094252" y="495277"/>
                  </a:lnTo>
                  <a:lnTo>
                    <a:pt x="1058170" y="468739"/>
                  </a:lnTo>
                  <a:lnTo>
                    <a:pt x="1021650" y="442768"/>
                  </a:lnTo>
                  <a:lnTo>
                    <a:pt x="984699" y="417371"/>
                  </a:lnTo>
                  <a:lnTo>
                    <a:pt x="947324" y="392555"/>
                  </a:lnTo>
                  <a:lnTo>
                    <a:pt x="909532" y="368325"/>
                  </a:lnTo>
                  <a:lnTo>
                    <a:pt x="871328" y="344689"/>
                  </a:lnTo>
                  <a:lnTo>
                    <a:pt x="832719" y="321652"/>
                  </a:lnTo>
                  <a:lnTo>
                    <a:pt x="793712" y="299222"/>
                  </a:lnTo>
                  <a:lnTo>
                    <a:pt x="754313" y="277405"/>
                  </a:lnTo>
                  <a:lnTo>
                    <a:pt x="714528" y="256207"/>
                  </a:lnTo>
                  <a:lnTo>
                    <a:pt x="674365" y="235636"/>
                  </a:lnTo>
                  <a:lnTo>
                    <a:pt x="633830" y="215696"/>
                  </a:lnTo>
                  <a:lnTo>
                    <a:pt x="592929" y="196396"/>
                  </a:lnTo>
                  <a:lnTo>
                    <a:pt x="551668" y="177740"/>
                  </a:lnTo>
                  <a:lnTo>
                    <a:pt x="510055" y="159737"/>
                  </a:lnTo>
                  <a:lnTo>
                    <a:pt x="468095" y="142392"/>
                  </a:lnTo>
                  <a:lnTo>
                    <a:pt x="425796" y="125713"/>
                  </a:lnTo>
                  <a:lnTo>
                    <a:pt x="383163" y="109704"/>
                  </a:lnTo>
                  <a:lnTo>
                    <a:pt x="340204" y="94374"/>
                  </a:lnTo>
                  <a:lnTo>
                    <a:pt x="296924" y="79728"/>
                  </a:lnTo>
                  <a:lnTo>
                    <a:pt x="253331" y="65772"/>
                  </a:lnTo>
                  <a:lnTo>
                    <a:pt x="209430" y="52515"/>
                  </a:lnTo>
                  <a:lnTo>
                    <a:pt x="165228" y="39961"/>
                  </a:lnTo>
                  <a:lnTo>
                    <a:pt x="120732" y="28118"/>
                  </a:lnTo>
                  <a:lnTo>
                    <a:pt x="75949" y="16991"/>
                  </a:lnTo>
                  <a:lnTo>
                    <a:pt x="30884" y="65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11">
              <a:extLst>
                <a:ext uri="{FF2B5EF4-FFF2-40B4-BE49-F238E27FC236}">
                  <a16:creationId xmlns:a16="http://schemas.microsoft.com/office/drawing/2014/main" id="{1C15A52F-381F-6FBA-3016-293E6A7A916E}"/>
                </a:ext>
              </a:extLst>
            </p:cNvPr>
            <p:cNvSpPr/>
            <p:nvPr/>
          </p:nvSpPr>
          <p:spPr>
            <a:xfrm>
              <a:off x="0" y="1226477"/>
              <a:ext cx="2216785" cy="5469255"/>
            </a:xfrm>
            <a:custGeom>
              <a:avLst/>
              <a:gdLst/>
              <a:ahLst/>
              <a:cxnLst/>
              <a:rect l="l" t="t" r="r" b="b"/>
              <a:pathLst>
                <a:path w="2216785" h="5469255">
                  <a:moveTo>
                    <a:pt x="0" y="0"/>
                  </a:moveTo>
                  <a:lnTo>
                    <a:pt x="75949" y="16991"/>
                  </a:lnTo>
                  <a:lnTo>
                    <a:pt x="120732" y="28118"/>
                  </a:lnTo>
                  <a:lnTo>
                    <a:pt x="165228" y="39961"/>
                  </a:lnTo>
                  <a:lnTo>
                    <a:pt x="209430" y="52515"/>
                  </a:lnTo>
                  <a:lnTo>
                    <a:pt x="253331" y="65772"/>
                  </a:lnTo>
                  <a:lnTo>
                    <a:pt x="296924" y="79728"/>
                  </a:lnTo>
                  <a:lnTo>
                    <a:pt x="340204" y="94374"/>
                  </a:lnTo>
                  <a:lnTo>
                    <a:pt x="383163" y="109704"/>
                  </a:lnTo>
                  <a:lnTo>
                    <a:pt x="425796" y="125713"/>
                  </a:lnTo>
                  <a:lnTo>
                    <a:pt x="468095" y="142392"/>
                  </a:lnTo>
                  <a:lnTo>
                    <a:pt x="510055" y="159737"/>
                  </a:lnTo>
                  <a:lnTo>
                    <a:pt x="551668" y="177740"/>
                  </a:lnTo>
                  <a:lnTo>
                    <a:pt x="592929" y="196396"/>
                  </a:lnTo>
                  <a:lnTo>
                    <a:pt x="633830" y="215696"/>
                  </a:lnTo>
                  <a:lnTo>
                    <a:pt x="674365" y="235636"/>
                  </a:lnTo>
                  <a:lnTo>
                    <a:pt x="714528" y="256207"/>
                  </a:lnTo>
                  <a:lnTo>
                    <a:pt x="754313" y="277405"/>
                  </a:lnTo>
                  <a:lnTo>
                    <a:pt x="793712" y="299222"/>
                  </a:lnTo>
                  <a:lnTo>
                    <a:pt x="832719" y="321652"/>
                  </a:lnTo>
                  <a:lnTo>
                    <a:pt x="871328" y="344689"/>
                  </a:lnTo>
                  <a:lnTo>
                    <a:pt x="909532" y="368325"/>
                  </a:lnTo>
                  <a:lnTo>
                    <a:pt x="947324" y="392555"/>
                  </a:lnTo>
                  <a:lnTo>
                    <a:pt x="984699" y="417371"/>
                  </a:lnTo>
                  <a:lnTo>
                    <a:pt x="1021650" y="442768"/>
                  </a:lnTo>
                  <a:lnTo>
                    <a:pt x="1058170" y="468739"/>
                  </a:lnTo>
                  <a:lnTo>
                    <a:pt x="1094252" y="495277"/>
                  </a:lnTo>
                  <a:lnTo>
                    <a:pt x="1129890" y="522376"/>
                  </a:lnTo>
                  <a:lnTo>
                    <a:pt x="1165079" y="550030"/>
                  </a:lnTo>
                  <a:lnTo>
                    <a:pt x="1199810" y="578231"/>
                  </a:lnTo>
                  <a:lnTo>
                    <a:pt x="1234078" y="606974"/>
                  </a:lnTo>
                  <a:lnTo>
                    <a:pt x="1267876" y="636251"/>
                  </a:lnTo>
                  <a:lnTo>
                    <a:pt x="1301198" y="666057"/>
                  </a:lnTo>
                  <a:lnTo>
                    <a:pt x="1334037" y="696385"/>
                  </a:lnTo>
                  <a:lnTo>
                    <a:pt x="1366387" y="727228"/>
                  </a:lnTo>
                  <a:lnTo>
                    <a:pt x="1398241" y="758580"/>
                  </a:lnTo>
                  <a:lnTo>
                    <a:pt x="1429592" y="790434"/>
                  </a:lnTo>
                  <a:lnTo>
                    <a:pt x="1460435" y="822784"/>
                  </a:lnTo>
                  <a:lnTo>
                    <a:pt x="1490762" y="855624"/>
                  </a:lnTo>
                  <a:lnTo>
                    <a:pt x="1520568" y="888946"/>
                  </a:lnTo>
                  <a:lnTo>
                    <a:pt x="1549845" y="922744"/>
                  </a:lnTo>
                  <a:lnTo>
                    <a:pt x="1578587" y="957013"/>
                  </a:lnTo>
                  <a:lnTo>
                    <a:pt x="1606788" y="991744"/>
                  </a:lnTo>
                  <a:lnTo>
                    <a:pt x="1634441" y="1026933"/>
                  </a:lnTo>
                  <a:lnTo>
                    <a:pt x="1661539" y="1062572"/>
                  </a:lnTo>
                  <a:lnTo>
                    <a:pt x="1688077" y="1098654"/>
                  </a:lnTo>
                  <a:lnTo>
                    <a:pt x="1714047" y="1135174"/>
                  </a:lnTo>
                  <a:lnTo>
                    <a:pt x="1739444" y="1172125"/>
                  </a:lnTo>
                  <a:lnTo>
                    <a:pt x="1764260" y="1209500"/>
                  </a:lnTo>
                  <a:lnTo>
                    <a:pt x="1788489" y="1247293"/>
                  </a:lnTo>
                  <a:lnTo>
                    <a:pt x="1812125" y="1285497"/>
                  </a:lnTo>
                  <a:lnTo>
                    <a:pt x="1835161" y="1324106"/>
                  </a:lnTo>
                  <a:lnTo>
                    <a:pt x="1857590" y="1363113"/>
                  </a:lnTo>
                  <a:lnTo>
                    <a:pt x="1879407" y="1402512"/>
                  </a:lnTo>
                  <a:lnTo>
                    <a:pt x="1900604" y="1442296"/>
                  </a:lnTo>
                  <a:lnTo>
                    <a:pt x="1921175" y="1482459"/>
                  </a:lnTo>
                  <a:lnTo>
                    <a:pt x="1941114" y="1522994"/>
                  </a:lnTo>
                  <a:lnTo>
                    <a:pt x="1960414" y="1563895"/>
                  </a:lnTo>
                  <a:lnTo>
                    <a:pt x="1979069" y="1605155"/>
                  </a:lnTo>
                  <a:lnTo>
                    <a:pt x="1997072" y="1646768"/>
                  </a:lnTo>
                  <a:lnTo>
                    <a:pt x="2014416" y="1688728"/>
                  </a:lnTo>
                  <a:lnTo>
                    <a:pt x="2031095" y="1731027"/>
                  </a:lnTo>
                  <a:lnTo>
                    <a:pt x="2047103" y="1773659"/>
                  </a:lnTo>
                  <a:lnTo>
                    <a:pt x="2062433" y="1816618"/>
                  </a:lnTo>
                  <a:lnTo>
                    <a:pt x="2077079" y="1859897"/>
                  </a:lnTo>
                  <a:lnTo>
                    <a:pt x="2091034" y="1903490"/>
                  </a:lnTo>
                  <a:lnTo>
                    <a:pt x="2104291" y="1947390"/>
                  </a:lnTo>
                  <a:lnTo>
                    <a:pt x="2116844" y="1991591"/>
                  </a:lnTo>
                  <a:lnTo>
                    <a:pt x="2128687" y="2036086"/>
                  </a:lnTo>
                  <a:lnTo>
                    <a:pt x="2139813" y="2080869"/>
                  </a:lnTo>
                  <a:lnTo>
                    <a:pt x="2150216" y="2125933"/>
                  </a:lnTo>
                  <a:lnTo>
                    <a:pt x="2159888" y="2171272"/>
                  </a:lnTo>
                  <a:lnTo>
                    <a:pt x="2168825" y="2216879"/>
                  </a:lnTo>
                  <a:lnTo>
                    <a:pt x="2177018" y="2262748"/>
                  </a:lnTo>
                  <a:lnTo>
                    <a:pt x="2184462" y="2308872"/>
                  </a:lnTo>
                  <a:lnTo>
                    <a:pt x="2191149" y="2355244"/>
                  </a:lnTo>
                  <a:lnTo>
                    <a:pt x="2197075" y="2401859"/>
                  </a:lnTo>
                  <a:lnTo>
                    <a:pt x="2202231" y="2448710"/>
                  </a:lnTo>
                  <a:lnTo>
                    <a:pt x="2206612" y="2495790"/>
                  </a:lnTo>
                  <a:lnTo>
                    <a:pt x="2210211" y="2543092"/>
                  </a:lnTo>
                  <a:lnTo>
                    <a:pt x="2213022" y="2590611"/>
                  </a:lnTo>
                  <a:lnTo>
                    <a:pt x="2215037" y="2638339"/>
                  </a:lnTo>
                  <a:lnTo>
                    <a:pt x="2216251" y="2686270"/>
                  </a:lnTo>
                  <a:lnTo>
                    <a:pt x="2216658" y="2734398"/>
                  </a:lnTo>
                  <a:lnTo>
                    <a:pt x="2216251" y="2782526"/>
                  </a:lnTo>
                  <a:lnTo>
                    <a:pt x="2215037" y="2830458"/>
                  </a:lnTo>
                  <a:lnTo>
                    <a:pt x="2213022" y="2878186"/>
                  </a:lnTo>
                  <a:lnTo>
                    <a:pt x="2210211" y="2925705"/>
                  </a:lnTo>
                  <a:lnTo>
                    <a:pt x="2206612" y="2973007"/>
                  </a:lnTo>
                  <a:lnTo>
                    <a:pt x="2202231" y="3020087"/>
                  </a:lnTo>
                  <a:lnTo>
                    <a:pt x="2197075" y="3066937"/>
                  </a:lnTo>
                  <a:lnTo>
                    <a:pt x="2191149" y="3113552"/>
                  </a:lnTo>
                  <a:lnTo>
                    <a:pt x="2184462" y="3159925"/>
                  </a:lnTo>
                  <a:lnTo>
                    <a:pt x="2177018" y="3206049"/>
                  </a:lnTo>
                  <a:lnTo>
                    <a:pt x="2168825" y="3251917"/>
                  </a:lnTo>
                  <a:lnTo>
                    <a:pt x="2159888" y="3297525"/>
                  </a:lnTo>
                  <a:lnTo>
                    <a:pt x="2150216" y="3342863"/>
                  </a:lnTo>
                  <a:lnTo>
                    <a:pt x="2139813" y="3387927"/>
                  </a:lnTo>
                  <a:lnTo>
                    <a:pt x="2128687" y="3432710"/>
                  </a:lnTo>
                  <a:lnTo>
                    <a:pt x="2116844" y="3477205"/>
                  </a:lnTo>
                  <a:lnTo>
                    <a:pt x="2104291" y="3521406"/>
                  </a:lnTo>
                  <a:lnTo>
                    <a:pt x="2091034" y="3565307"/>
                  </a:lnTo>
                  <a:lnTo>
                    <a:pt x="2077079" y="3608900"/>
                  </a:lnTo>
                  <a:lnTo>
                    <a:pt x="2062433" y="3652179"/>
                  </a:lnTo>
                  <a:lnTo>
                    <a:pt x="2047103" y="3695138"/>
                  </a:lnTo>
                  <a:lnTo>
                    <a:pt x="2031095" y="3737770"/>
                  </a:lnTo>
                  <a:lnTo>
                    <a:pt x="2014416" y="3780069"/>
                  </a:lnTo>
                  <a:lnTo>
                    <a:pt x="1997072" y="3822028"/>
                  </a:lnTo>
                  <a:lnTo>
                    <a:pt x="1979069" y="3863641"/>
                  </a:lnTo>
                  <a:lnTo>
                    <a:pt x="1960414" y="3904902"/>
                  </a:lnTo>
                  <a:lnTo>
                    <a:pt x="1941114" y="3945803"/>
                  </a:lnTo>
                  <a:lnTo>
                    <a:pt x="1921175" y="3986338"/>
                  </a:lnTo>
                  <a:lnTo>
                    <a:pt x="1900604" y="4026501"/>
                  </a:lnTo>
                  <a:lnTo>
                    <a:pt x="1879407" y="4066285"/>
                  </a:lnTo>
                  <a:lnTo>
                    <a:pt x="1857590" y="4105684"/>
                  </a:lnTo>
                  <a:lnTo>
                    <a:pt x="1835161" y="4144691"/>
                  </a:lnTo>
                  <a:lnTo>
                    <a:pt x="1812125" y="4183300"/>
                  </a:lnTo>
                  <a:lnTo>
                    <a:pt x="1788489" y="4221504"/>
                  </a:lnTo>
                  <a:lnTo>
                    <a:pt x="1764260" y="4259297"/>
                  </a:lnTo>
                  <a:lnTo>
                    <a:pt x="1739444" y="4296672"/>
                  </a:lnTo>
                  <a:lnTo>
                    <a:pt x="1714047" y="4333622"/>
                  </a:lnTo>
                  <a:lnTo>
                    <a:pt x="1688077" y="4370142"/>
                  </a:lnTo>
                  <a:lnTo>
                    <a:pt x="1661539" y="4406225"/>
                  </a:lnTo>
                  <a:lnTo>
                    <a:pt x="1634441" y="4441864"/>
                  </a:lnTo>
                  <a:lnTo>
                    <a:pt x="1606788" y="4477052"/>
                  </a:lnTo>
                  <a:lnTo>
                    <a:pt x="1578587" y="4511784"/>
                  </a:lnTo>
                  <a:lnTo>
                    <a:pt x="1549845" y="4546052"/>
                  </a:lnTo>
                  <a:lnTo>
                    <a:pt x="1520568" y="4579851"/>
                  </a:lnTo>
                  <a:lnTo>
                    <a:pt x="1490762" y="4613173"/>
                  </a:lnTo>
                  <a:lnTo>
                    <a:pt x="1460435" y="4646012"/>
                  </a:lnTo>
                  <a:lnTo>
                    <a:pt x="1429592" y="4678362"/>
                  </a:lnTo>
                  <a:lnTo>
                    <a:pt x="1398241" y="4710217"/>
                  </a:lnTo>
                  <a:lnTo>
                    <a:pt x="1366387" y="4741569"/>
                  </a:lnTo>
                  <a:lnTo>
                    <a:pt x="1334037" y="4772412"/>
                  </a:lnTo>
                  <a:lnTo>
                    <a:pt x="1301198" y="4802739"/>
                  </a:lnTo>
                  <a:lnTo>
                    <a:pt x="1267876" y="4832545"/>
                  </a:lnTo>
                  <a:lnTo>
                    <a:pt x="1234078" y="4861823"/>
                  </a:lnTo>
                  <a:lnTo>
                    <a:pt x="1199810" y="4890565"/>
                  </a:lnTo>
                  <a:lnTo>
                    <a:pt x="1165079" y="4918767"/>
                  </a:lnTo>
                  <a:lnTo>
                    <a:pt x="1129890" y="4946420"/>
                  </a:lnTo>
                  <a:lnTo>
                    <a:pt x="1094252" y="4973519"/>
                  </a:lnTo>
                  <a:lnTo>
                    <a:pt x="1058170" y="5000057"/>
                  </a:lnTo>
                  <a:lnTo>
                    <a:pt x="1021650" y="5026028"/>
                  </a:lnTo>
                  <a:lnTo>
                    <a:pt x="984699" y="5051425"/>
                  </a:lnTo>
                  <a:lnTo>
                    <a:pt x="947324" y="5076242"/>
                  </a:lnTo>
                  <a:lnTo>
                    <a:pt x="909532" y="5100472"/>
                  </a:lnTo>
                  <a:lnTo>
                    <a:pt x="871328" y="5124108"/>
                  </a:lnTo>
                  <a:lnTo>
                    <a:pt x="832719" y="5147144"/>
                  </a:lnTo>
                  <a:lnTo>
                    <a:pt x="793712" y="5169574"/>
                  </a:lnTo>
                  <a:lnTo>
                    <a:pt x="754313" y="5191392"/>
                  </a:lnTo>
                  <a:lnTo>
                    <a:pt x="714528" y="5212589"/>
                  </a:lnTo>
                  <a:lnTo>
                    <a:pt x="674365" y="5233161"/>
                  </a:lnTo>
                  <a:lnTo>
                    <a:pt x="633830" y="5253101"/>
                  </a:lnTo>
                  <a:lnTo>
                    <a:pt x="592929" y="5272401"/>
                  </a:lnTo>
                  <a:lnTo>
                    <a:pt x="551668" y="5291056"/>
                  </a:lnTo>
                  <a:lnTo>
                    <a:pt x="510055" y="5309059"/>
                  </a:lnTo>
                  <a:lnTo>
                    <a:pt x="468095" y="5326404"/>
                  </a:lnTo>
                  <a:lnTo>
                    <a:pt x="425796" y="5343084"/>
                  </a:lnTo>
                  <a:lnTo>
                    <a:pt x="383163" y="5359092"/>
                  </a:lnTo>
                  <a:lnTo>
                    <a:pt x="340204" y="5374423"/>
                  </a:lnTo>
                  <a:lnTo>
                    <a:pt x="296924" y="5389069"/>
                  </a:lnTo>
                  <a:lnTo>
                    <a:pt x="253331" y="5403024"/>
                  </a:lnTo>
                  <a:lnTo>
                    <a:pt x="209430" y="5416282"/>
                  </a:lnTo>
                  <a:lnTo>
                    <a:pt x="165228" y="5428836"/>
                  </a:lnTo>
                  <a:lnTo>
                    <a:pt x="120732" y="5440679"/>
                  </a:lnTo>
                  <a:lnTo>
                    <a:pt x="75949" y="5451805"/>
                  </a:lnTo>
                  <a:lnTo>
                    <a:pt x="30884" y="5462208"/>
                  </a:lnTo>
                  <a:lnTo>
                    <a:pt x="0" y="5468797"/>
                  </a:lnTo>
                </a:path>
              </a:pathLst>
            </a:custGeom>
            <a:ln w="38100">
              <a:solidFill>
                <a:srgbClr val="EA1C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12">
              <a:extLst>
                <a:ext uri="{FF2B5EF4-FFF2-40B4-BE49-F238E27FC236}">
                  <a16:creationId xmlns:a16="http://schemas.microsoft.com/office/drawing/2014/main" id="{227F02C5-638A-F356-636C-E56F8ADE52C0}"/>
                </a:ext>
              </a:extLst>
            </p:cNvPr>
            <p:cNvSpPr/>
            <p:nvPr/>
          </p:nvSpPr>
          <p:spPr>
            <a:xfrm>
              <a:off x="0" y="1568098"/>
              <a:ext cx="1892300" cy="4790440"/>
            </a:xfrm>
            <a:custGeom>
              <a:avLst/>
              <a:gdLst/>
              <a:ahLst/>
              <a:cxnLst/>
              <a:rect l="l" t="t" r="r" b="b"/>
              <a:pathLst>
                <a:path w="1892300" h="4790440">
                  <a:moveTo>
                    <a:pt x="0" y="0"/>
                  </a:moveTo>
                  <a:lnTo>
                    <a:pt x="40274" y="9853"/>
                  </a:lnTo>
                  <a:lnTo>
                    <a:pt x="85087" y="21724"/>
                  </a:lnTo>
                  <a:lnTo>
                    <a:pt x="129561" y="34412"/>
                  </a:lnTo>
                  <a:lnTo>
                    <a:pt x="173689" y="47909"/>
                  </a:lnTo>
                  <a:lnTo>
                    <a:pt x="217461" y="62206"/>
                  </a:lnTo>
                  <a:lnTo>
                    <a:pt x="260868" y="77295"/>
                  </a:lnTo>
                  <a:lnTo>
                    <a:pt x="303903" y="93167"/>
                  </a:lnTo>
                  <a:lnTo>
                    <a:pt x="346556" y="109813"/>
                  </a:lnTo>
                  <a:lnTo>
                    <a:pt x="388820" y="127226"/>
                  </a:lnTo>
                  <a:lnTo>
                    <a:pt x="430685" y="145396"/>
                  </a:lnTo>
                  <a:lnTo>
                    <a:pt x="472144" y="164315"/>
                  </a:lnTo>
                  <a:lnTo>
                    <a:pt x="513187" y="183974"/>
                  </a:lnTo>
                  <a:lnTo>
                    <a:pt x="553805" y="204366"/>
                  </a:lnTo>
                  <a:lnTo>
                    <a:pt x="593991" y="225480"/>
                  </a:lnTo>
                  <a:lnTo>
                    <a:pt x="633736" y="247309"/>
                  </a:lnTo>
                  <a:lnTo>
                    <a:pt x="673032" y="269845"/>
                  </a:lnTo>
                  <a:lnTo>
                    <a:pt x="711869" y="293078"/>
                  </a:lnTo>
                  <a:lnTo>
                    <a:pt x="750239" y="317000"/>
                  </a:lnTo>
                  <a:lnTo>
                    <a:pt x="788134" y="341603"/>
                  </a:lnTo>
                  <a:lnTo>
                    <a:pt x="825545" y="366877"/>
                  </a:lnTo>
                  <a:lnTo>
                    <a:pt x="862464" y="392816"/>
                  </a:lnTo>
                  <a:lnTo>
                    <a:pt x="898881" y="419409"/>
                  </a:lnTo>
                  <a:lnTo>
                    <a:pt x="934789" y="446648"/>
                  </a:lnTo>
                  <a:lnTo>
                    <a:pt x="970179" y="474525"/>
                  </a:lnTo>
                  <a:lnTo>
                    <a:pt x="1005043" y="503031"/>
                  </a:lnTo>
                  <a:lnTo>
                    <a:pt x="1039371" y="532159"/>
                  </a:lnTo>
                  <a:lnTo>
                    <a:pt x="1073155" y="561898"/>
                  </a:lnTo>
                  <a:lnTo>
                    <a:pt x="1106387" y="592240"/>
                  </a:lnTo>
                  <a:lnTo>
                    <a:pt x="1139058" y="623178"/>
                  </a:lnTo>
                  <a:lnTo>
                    <a:pt x="1171160" y="654702"/>
                  </a:lnTo>
                  <a:lnTo>
                    <a:pt x="1202684" y="686805"/>
                  </a:lnTo>
                  <a:lnTo>
                    <a:pt x="1233621" y="719476"/>
                  </a:lnTo>
                  <a:lnTo>
                    <a:pt x="1263964" y="752709"/>
                  </a:lnTo>
                  <a:lnTo>
                    <a:pt x="1293703" y="786493"/>
                  </a:lnTo>
                  <a:lnTo>
                    <a:pt x="1322829" y="820822"/>
                  </a:lnTo>
                  <a:lnTo>
                    <a:pt x="1351335" y="855685"/>
                  </a:lnTo>
                  <a:lnTo>
                    <a:pt x="1379212" y="891075"/>
                  </a:lnTo>
                  <a:lnTo>
                    <a:pt x="1406451" y="926983"/>
                  </a:lnTo>
                  <a:lnTo>
                    <a:pt x="1433043" y="963401"/>
                  </a:lnTo>
                  <a:lnTo>
                    <a:pt x="1458981" y="1000320"/>
                  </a:lnTo>
                  <a:lnTo>
                    <a:pt x="1484255" y="1037731"/>
                  </a:lnTo>
                  <a:lnTo>
                    <a:pt x="1508858" y="1075626"/>
                  </a:lnTo>
                  <a:lnTo>
                    <a:pt x="1532779" y="1113996"/>
                  </a:lnTo>
                  <a:lnTo>
                    <a:pt x="1556012" y="1152833"/>
                  </a:lnTo>
                  <a:lnTo>
                    <a:pt x="1578547" y="1192129"/>
                  </a:lnTo>
                  <a:lnTo>
                    <a:pt x="1600376" y="1231874"/>
                  </a:lnTo>
                  <a:lnTo>
                    <a:pt x="1621490" y="1272060"/>
                  </a:lnTo>
                  <a:lnTo>
                    <a:pt x="1641881" y="1312678"/>
                  </a:lnTo>
                  <a:lnTo>
                    <a:pt x="1661540" y="1353721"/>
                  </a:lnTo>
                  <a:lnTo>
                    <a:pt x="1680458" y="1395179"/>
                  </a:lnTo>
                  <a:lnTo>
                    <a:pt x="1698628" y="1437044"/>
                  </a:lnTo>
                  <a:lnTo>
                    <a:pt x="1716040" y="1479308"/>
                  </a:lnTo>
                  <a:lnTo>
                    <a:pt x="1732686" y="1521961"/>
                  </a:lnTo>
                  <a:lnTo>
                    <a:pt x="1748558" y="1564995"/>
                  </a:lnTo>
                  <a:lnTo>
                    <a:pt x="1763646" y="1608402"/>
                  </a:lnTo>
                  <a:lnTo>
                    <a:pt x="1777943" y="1652174"/>
                  </a:lnTo>
                  <a:lnTo>
                    <a:pt x="1791439" y="1696301"/>
                  </a:lnTo>
                  <a:lnTo>
                    <a:pt x="1804127" y="1740775"/>
                  </a:lnTo>
                  <a:lnTo>
                    <a:pt x="1815997" y="1785587"/>
                  </a:lnTo>
                  <a:lnTo>
                    <a:pt x="1827042" y="1830730"/>
                  </a:lnTo>
                  <a:lnTo>
                    <a:pt x="1837252" y="1876193"/>
                  </a:lnTo>
                  <a:lnTo>
                    <a:pt x="1846619" y="1921970"/>
                  </a:lnTo>
                  <a:lnTo>
                    <a:pt x="1855135" y="1968051"/>
                  </a:lnTo>
                  <a:lnTo>
                    <a:pt x="1862790" y="2014428"/>
                  </a:lnTo>
                  <a:lnTo>
                    <a:pt x="1869577" y="2061092"/>
                  </a:lnTo>
                  <a:lnTo>
                    <a:pt x="1875487" y="2108034"/>
                  </a:lnTo>
                  <a:lnTo>
                    <a:pt x="1880511" y="2155247"/>
                  </a:lnTo>
                  <a:lnTo>
                    <a:pt x="1884640" y="2202721"/>
                  </a:lnTo>
                  <a:lnTo>
                    <a:pt x="1887867" y="2250449"/>
                  </a:lnTo>
                  <a:lnTo>
                    <a:pt x="1890183" y="2298420"/>
                  </a:lnTo>
                  <a:lnTo>
                    <a:pt x="1891578" y="2346628"/>
                  </a:lnTo>
                  <a:lnTo>
                    <a:pt x="1892045" y="2395063"/>
                  </a:lnTo>
                  <a:lnTo>
                    <a:pt x="1891578" y="2443498"/>
                  </a:lnTo>
                  <a:lnTo>
                    <a:pt x="1890183" y="2491705"/>
                  </a:lnTo>
                  <a:lnTo>
                    <a:pt x="1887867" y="2539677"/>
                  </a:lnTo>
                  <a:lnTo>
                    <a:pt x="1884640" y="2587404"/>
                  </a:lnTo>
                  <a:lnTo>
                    <a:pt x="1880511" y="2634878"/>
                  </a:lnTo>
                  <a:lnTo>
                    <a:pt x="1875487" y="2682091"/>
                  </a:lnTo>
                  <a:lnTo>
                    <a:pt x="1869577" y="2729034"/>
                  </a:lnTo>
                  <a:lnTo>
                    <a:pt x="1862790" y="2775698"/>
                  </a:lnTo>
                  <a:lnTo>
                    <a:pt x="1855135" y="2822074"/>
                  </a:lnTo>
                  <a:lnTo>
                    <a:pt x="1846619" y="2868155"/>
                  </a:lnTo>
                  <a:lnTo>
                    <a:pt x="1837252" y="2913932"/>
                  </a:lnTo>
                  <a:lnTo>
                    <a:pt x="1827042" y="2959396"/>
                  </a:lnTo>
                  <a:lnTo>
                    <a:pt x="1815997" y="3004538"/>
                  </a:lnTo>
                  <a:lnTo>
                    <a:pt x="1804127" y="3049351"/>
                  </a:lnTo>
                  <a:lnTo>
                    <a:pt x="1791439" y="3093825"/>
                  </a:lnTo>
                  <a:lnTo>
                    <a:pt x="1777943" y="3137952"/>
                  </a:lnTo>
                  <a:lnTo>
                    <a:pt x="1763646" y="3181723"/>
                  </a:lnTo>
                  <a:lnTo>
                    <a:pt x="1748558" y="3225130"/>
                  </a:lnTo>
                  <a:lnTo>
                    <a:pt x="1732686" y="3268165"/>
                  </a:lnTo>
                  <a:lnTo>
                    <a:pt x="1716040" y="3310818"/>
                  </a:lnTo>
                  <a:lnTo>
                    <a:pt x="1698628" y="3353081"/>
                  </a:lnTo>
                  <a:lnTo>
                    <a:pt x="1680458" y="3394946"/>
                  </a:lnTo>
                  <a:lnTo>
                    <a:pt x="1661540" y="3436404"/>
                  </a:lnTo>
                  <a:lnTo>
                    <a:pt x="1641881" y="3477447"/>
                  </a:lnTo>
                  <a:lnTo>
                    <a:pt x="1621490" y="3518066"/>
                  </a:lnTo>
                  <a:lnTo>
                    <a:pt x="1600376" y="3558252"/>
                  </a:lnTo>
                  <a:lnTo>
                    <a:pt x="1578547" y="3597997"/>
                  </a:lnTo>
                  <a:lnTo>
                    <a:pt x="1556012" y="3637292"/>
                  </a:lnTo>
                  <a:lnTo>
                    <a:pt x="1532779" y="3676129"/>
                  </a:lnTo>
                  <a:lnTo>
                    <a:pt x="1508858" y="3714500"/>
                  </a:lnTo>
                  <a:lnTo>
                    <a:pt x="1484255" y="3752395"/>
                  </a:lnTo>
                  <a:lnTo>
                    <a:pt x="1458981" y="3789806"/>
                  </a:lnTo>
                  <a:lnTo>
                    <a:pt x="1433043" y="3826724"/>
                  </a:lnTo>
                  <a:lnTo>
                    <a:pt x="1406451" y="3863142"/>
                  </a:lnTo>
                  <a:lnTo>
                    <a:pt x="1379212" y="3899050"/>
                  </a:lnTo>
                  <a:lnTo>
                    <a:pt x="1351335" y="3934441"/>
                  </a:lnTo>
                  <a:lnTo>
                    <a:pt x="1322829" y="3969304"/>
                  </a:lnTo>
                  <a:lnTo>
                    <a:pt x="1293703" y="4003632"/>
                  </a:lnTo>
                  <a:lnTo>
                    <a:pt x="1263964" y="4037417"/>
                  </a:lnTo>
                  <a:lnTo>
                    <a:pt x="1233621" y="4070649"/>
                  </a:lnTo>
                  <a:lnTo>
                    <a:pt x="1202684" y="4103321"/>
                  </a:lnTo>
                  <a:lnTo>
                    <a:pt x="1171160" y="4135423"/>
                  </a:lnTo>
                  <a:lnTo>
                    <a:pt x="1139058" y="4166947"/>
                  </a:lnTo>
                  <a:lnTo>
                    <a:pt x="1106387" y="4197885"/>
                  </a:lnTo>
                  <a:lnTo>
                    <a:pt x="1073155" y="4228228"/>
                  </a:lnTo>
                  <a:lnTo>
                    <a:pt x="1039371" y="4257967"/>
                  </a:lnTo>
                  <a:lnTo>
                    <a:pt x="1005043" y="4287094"/>
                  </a:lnTo>
                  <a:lnTo>
                    <a:pt x="970179" y="4315600"/>
                  </a:lnTo>
                  <a:lnTo>
                    <a:pt x="934789" y="4343478"/>
                  </a:lnTo>
                  <a:lnTo>
                    <a:pt x="898881" y="4370717"/>
                  </a:lnTo>
                  <a:lnTo>
                    <a:pt x="862464" y="4397310"/>
                  </a:lnTo>
                  <a:lnTo>
                    <a:pt x="825545" y="4423248"/>
                  </a:lnTo>
                  <a:lnTo>
                    <a:pt x="788134" y="4448523"/>
                  </a:lnTo>
                  <a:lnTo>
                    <a:pt x="750239" y="4473126"/>
                  </a:lnTo>
                  <a:lnTo>
                    <a:pt x="711869" y="4497048"/>
                  </a:lnTo>
                  <a:lnTo>
                    <a:pt x="673032" y="4520281"/>
                  </a:lnTo>
                  <a:lnTo>
                    <a:pt x="633736" y="4542816"/>
                  </a:lnTo>
                  <a:lnTo>
                    <a:pt x="593991" y="4564646"/>
                  </a:lnTo>
                  <a:lnTo>
                    <a:pt x="553805" y="4585760"/>
                  </a:lnTo>
                  <a:lnTo>
                    <a:pt x="513187" y="4606151"/>
                  </a:lnTo>
                  <a:lnTo>
                    <a:pt x="472144" y="4625811"/>
                  </a:lnTo>
                  <a:lnTo>
                    <a:pt x="430685" y="4644730"/>
                  </a:lnTo>
                  <a:lnTo>
                    <a:pt x="388820" y="4662900"/>
                  </a:lnTo>
                  <a:lnTo>
                    <a:pt x="346556" y="4680312"/>
                  </a:lnTo>
                  <a:lnTo>
                    <a:pt x="303903" y="4696959"/>
                  </a:lnTo>
                  <a:lnTo>
                    <a:pt x="260868" y="4712831"/>
                  </a:lnTo>
                  <a:lnTo>
                    <a:pt x="217461" y="4727920"/>
                  </a:lnTo>
                  <a:lnTo>
                    <a:pt x="173689" y="4742217"/>
                  </a:lnTo>
                  <a:lnTo>
                    <a:pt x="129561" y="4755714"/>
                  </a:lnTo>
                  <a:lnTo>
                    <a:pt x="85087" y="4768402"/>
                  </a:lnTo>
                  <a:lnTo>
                    <a:pt x="40274" y="4780272"/>
                  </a:lnTo>
                  <a:lnTo>
                    <a:pt x="0" y="4790126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279EBB9B-77C8-DE5C-A81D-5F505C51A963}"/>
                </a:ext>
              </a:extLst>
            </p:cNvPr>
            <p:cNvSpPr/>
            <p:nvPr/>
          </p:nvSpPr>
          <p:spPr>
            <a:xfrm>
              <a:off x="0" y="1872086"/>
              <a:ext cx="1587500" cy="4179570"/>
            </a:xfrm>
            <a:custGeom>
              <a:avLst/>
              <a:gdLst/>
              <a:ahLst/>
              <a:cxnLst/>
              <a:rect l="l" t="t" r="r" b="b"/>
              <a:pathLst>
                <a:path w="1587500" h="4179570">
                  <a:moveTo>
                    <a:pt x="0" y="0"/>
                  </a:moveTo>
                  <a:lnTo>
                    <a:pt x="0" y="4179103"/>
                  </a:lnTo>
                  <a:lnTo>
                    <a:pt x="24240" y="4172345"/>
                  </a:lnTo>
                  <a:lnTo>
                    <a:pt x="68452" y="4158988"/>
                  </a:lnTo>
                  <a:lnTo>
                    <a:pt x="112262" y="4144721"/>
                  </a:lnTo>
                  <a:lnTo>
                    <a:pt x="155658" y="4129556"/>
                  </a:lnTo>
                  <a:lnTo>
                    <a:pt x="198628" y="4113503"/>
                  </a:lnTo>
                  <a:lnTo>
                    <a:pt x="241163" y="4096573"/>
                  </a:lnTo>
                  <a:lnTo>
                    <a:pt x="283251" y="4078778"/>
                  </a:lnTo>
                  <a:lnTo>
                    <a:pt x="324881" y="4060129"/>
                  </a:lnTo>
                  <a:lnTo>
                    <a:pt x="366042" y="4040636"/>
                  </a:lnTo>
                  <a:lnTo>
                    <a:pt x="406723" y="4020311"/>
                  </a:lnTo>
                  <a:lnTo>
                    <a:pt x="446913" y="3999164"/>
                  </a:lnTo>
                  <a:lnTo>
                    <a:pt x="486601" y="3977207"/>
                  </a:lnTo>
                  <a:lnTo>
                    <a:pt x="525775" y="3954450"/>
                  </a:lnTo>
                  <a:lnTo>
                    <a:pt x="564426" y="3930906"/>
                  </a:lnTo>
                  <a:lnTo>
                    <a:pt x="602541" y="3906583"/>
                  </a:lnTo>
                  <a:lnTo>
                    <a:pt x="640110" y="3881495"/>
                  </a:lnTo>
                  <a:lnTo>
                    <a:pt x="677122" y="3855651"/>
                  </a:lnTo>
                  <a:lnTo>
                    <a:pt x="713566" y="3829062"/>
                  </a:lnTo>
                  <a:lnTo>
                    <a:pt x="749431" y="3801741"/>
                  </a:lnTo>
                  <a:lnTo>
                    <a:pt x="784705" y="3773697"/>
                  </a:lnTo>
                  <a:lnTo>
                    <a:pt x="819378" y="3744942"/>
                  </a:lnTo>
                  <a:lnTo>
                    <a:pt x="853439" y="3715486"/>
                  </a:lnTo>
                  <a:lnTo>
                    <a:pt x="886877" y="3685342"/>
                  </a:lnTo>
                  <a:lnTo>
                    <a:pt x="919680" y="3654519"/>
                  </a:lnTo>
                  <a:lnTo>
                    <a:pt x="951838" y="3623029"/>
                  </a:lnTo>
                  <a:lnTo>
                    <a:pt x="983339" y="3590883"/>
                  </a:lnTo>
                  <a:lnTo>
                    <a:pt x="1014173" y="3558091"/>
                  </a:lnTo>
                  <a:lnTo>
                    <a:pt x="1044328" y="3524666"/>
                  </a:lnTo>
                  <a:lnTo>
                    <a:pt x="1073794" y="3490617"/>
                  </a:lnTo>
                  <a:lnTo>
                    <a:pt x="1102560" y="3455956"/>
                  </a:lnTo>
                  <a:lnTo>
                    <a:pt x="1130614" y="3420695"/>
                  </a:lnTo>
                  <a:lnTo>
                    <a:pt x="1157946" y="3384843"/>
                  </a:lnTo>
                  <a:lnTo>
                    <a:pt x="1184544" y="3348412"/>
                  </a:lnTo>
                  <a:lnTo>
                    <a:pt x="1210397" y="3311413"/>
                  </a:lnTo>
                  <a:lnTo>
                    <a:pt x="1235495" y="3273857"/>
                  </a:lnTo>
                  <a:lnTo>
                    <a:pt x="1259826" y="3235755"/>
                  </a:lnTo>
                  <a:lnTo>
                    <a:pt x="1283380" y="3197118"/>
                  </a:lnTo>
                  <a:lnTo>
                    <a:pt x="1306145" y="3157957"/>
                  </a:lnTo>
                  <a:lnTo>
                    <a:pt x="1328110" y="3118283"/>
                  </a:lnTo>
                  <a:lnTo>
                    <a:pt x="1349264" y="3078108"/>
                  </a:lnTo>
                  <a:lnTo>
                    <a:pt x="1369597" y="3037441"/>
                  </a:lnTo>
                  <a:lnTo>
                    <a:pt x="1389097" y="2996294"/>
                  </a:lnTo>
                  <a:lnTo>
                    <a:pt x="1407753" y="2954679"/>
                  </a:lnTo>
                  <a:lnTo>
                    <a:pt x="1425555" y="2912605"/>
                  </a:lnTo>
                  <a:lnTo>
                    <a:pt x="1442491" y="2870085"/>
                  </a:lnTo>
                  <a:lnTo>
                    <a:pt x="1458549" y="2827129"/>
                  </a:lnTo>
                  <a:lnTo>
                    <a:pt x="1473720" y="2783748"/>
                  </a:lnTo>
                  <a:lnTo>
                    <a:pt x="1487992" y="2739954"/>
                  </a:lnTo>
                  <a:lnTo>
                    <a:pt x="1501355" y="2695756"/>
                  </a:lnTo>
                  <a:lnTo>
                    <a:pt x="1513796" y="2651167"/>
                  </a:lnTo>
                  <a:lnTo>
                    <a:pt x="1525305" y="2606197"/>
                  </a:lnTo>
                  <a:lnTo>
                    <a:pt x="1535871" y="2560858"/>
                  </a:lnTo>
                  <a:lnTo>
                    <a:pt x="1545484" y="2515160"/>
                  </a:lnTo>
                  <a:lnTo>
                    <a:pt x="1554131" y="2469114"/>
                  </a:lnTo>
                  <a:lnTo>
                    <a:pt x="1561802" y="2422731"/>
                  </a:lnTo>
                  <a:lnTo>
                    <a:pt x="1568486" y="2376023"/>
                  </a:lnTo>
                  <a:lnTo>
                    <a:pt x="1574172" y="2329000"/>
                  </a:lnTo>
                  <a:lnTo>
                    <a:pt x="1578849" y="2281673"/>
                  </a:lnTo>
                  <a:lnTo>
                    <a:pt x="1582506" y="2234054"/>
                  </a:lnTo>
                  <a:lnTo>
                    <a:pt x="1585132" y="2186154"/>
                  </a:lnTo>
                  <a:lnTo>
                    <a:pt x="1586715" y="2137982"/>
                  </a:lnTo>
                  <a:lnTo>
                    <a:pt x="1587246" y="2089551"/>
                  </a:lnTo>
                  <a:lnTo>
                    <a:pt x="1586715" y="2041121"/>
                  </a:lnTo>
                  <a:lnTo>
                    <a:pt x="1585132" y="1992949"/>
                  </a:lnTo>
                  <a:lnTo>
                    <a:pt x="1582506" y="1945049"/>
                  </a:lnTo>
                  <a:lnTo>
                    <a:pt x="1578849" y="1897430"/>
                  </a:lnTo>
                  <a:lnTo>
                    <a:pt x="1574172" y="1850103"/>
                  </a:lnTo>
                  <a:lnTo>
                    <a:pt x="1568486" y="1803080"/>
                  </a:lnTo>
                  <a:lnTo>
                    <a:pt x="1561802" y="1756372"/>
                  </a:lnTo>
                  <a:lnTo>
                    <a:pt x="1554131" y="1709989"/>
                  </a:lnTo>
                  <a:lnTo>
                    <a:pt x="1545484" y="1663943"/>
                  </a:lnTo>
                  <a:lnTo>
                    <a:pt x="1535871" y="1618245"/>
                  </a:lnTo>
                  <a:lnTo>
                    <a:pt x="1525305" y="1572905"/>
                  </a:lnTo>
                  <a:lnTo>
                    <a:pt x="1513796" y="1527936"/>
                  </a:lnTo>
                  <a:lnTo>
                    <a:pt x="1501355" y="1483346"/>
                  </a:lnTo>
                  <a:lnTo>
                    <a:pt x="1487992" y="1439149"/>
                  </a:lnTo>
                  <a:lnTo>
                    <a:pt x="1473720" y="1395354"/>
                  </a:lnTo>
                  <a:lnTo>
                    <a:pt x="1458549" y="1351974"/>
                  </a:lnTo>
                  <a:lnTo>
                    <a:pt x="1442491" y="1309018"/>
                  </a:lnTo>
                  <a:lnTo>
                    <a:pt x="1425555" y="1266497"/>
                  </a:lnTo>
                  <a:lnTo>
                    <a:pt x="1407753" y="1224424"/>
                  </a:lnTo>
                  <a:lnTo>
                    <a:pt x="1389097" y="1182809"/>
                  </a:lnTo>
                  <a:lnTo>
                    <a:pt x="1369597" y="1141662"/>
                  </a:lnTo>
                  <a:lnTo>
                    <a:pt x="1349264" y="1100995"/>
                  </a:lnTo>
                  <a:lnTo>
                    <a:pt x="1328110" y="1060820"/>
                  </a:lnTo>
                  <a:lnTo>
                    <a:pt x="1306145" y="1021146"/>
                  </a:lnTo>
                  <a:lnTo>
                    <a:pt x="1283380" y="981985"/>
                  </a:lnTo>
                  <a:lnTo>
                    <a:pt x="1259826" y="943348"/>
                  </a:lnTo>
                  <a:lnTo>
                    <a:pt x="1235495" y="905246"/>
                  </a:lnTo>
                  <a:lnTo>
                    <a:pt x="1210397" y="867690"/>
                  </a:lnTo>
                  <a:lnTo>
                    <a:pt x="1184544" y="830691"/>
                  </a:lnTo>
                  <a:lnTo>
                    <a:pt x="1157946" y="794260"/>
                  </a:lnTo>
                  <a:lnTo>
                    <a:pt x="1130614" y="758408"/>
                  </a:lnTo>
                  <a:lnTo>
                    <a:pt x="1102560" y="723146"/>
                  </a:lnTo>
                  <a:lnTo>
                    <a:pt x="1073794" y="688486"/>
                  </a:lnTo>
                  <a:lnTo>
                    <a:pt x="1044328" y="654437"/>
                  </a:lnTo>
                  <a:lnTo>
                    <a:pt x="1014173" y="621012"/>
                  </a:lnTo>
                  <a:lnTo>
                    <a:pt x="983339" y="588220"/>
                  </a:lnTo>
                  <a:lnTo>
                    <a:pt x="951838" y="556074"/>
                  </a:lnTo>
                  <a:lnTo>
                    <a:pt x="919680" y="524584"/>
                  </a:lnTo>
                  <a:lnTo>
                    <a:pt x="886877" y="493761"/>
                  </a:lnTo>
                  <a:lnTo>
                    <a:pt x="853439" y="463617"/>
                  </a:lnTo>
                  <a:lnTo>
                    <a:pt x="819378" y="434161"/>
                  </a:lnTo>
                  <a:lnTo>
                    <a:pt x="784705" y="405406"/>
                  </a:lnTo>
                  <a:lnTo>
                    <a:pt x="749431" y="377362"/>
                  </a:lnTo>
                  <a:lnTo>
                    <a:pt x="713566" y="350041"/>
                  </a:lnTo>
                  <a:lnTo>
                    <a:pt x="677122" y="323452"/>
                  </a:lnTo>
                  <a:lnTo>
                    <a:pt x="640110" y="297608"/>
                  </a:lnTo>
                  <a:lnTo>
                    <a:pt x="602541" y="272520"/>
                  </a:lnTo>
                  <a:lnTo>
                    <a:pt x="564426" y="248197"/>
                  </a:lnTo>
                  <a:lnTo>
                    <a:pt x="525775" y="224652"/>
                  </a:lnTo>
                  <a:lnTo>
                    <a:pt x="486601" y="201896"/>
                  </a:lnTo>
                  <a:lnTo>
                    <a:pt x="446913" y="179939"/>
                  </a:lnTo>
                  <a:lnTo>
                    <a:pt x="406723" y="158792"/>
                  </a:lnTo>
                  <a:lnTo>
                    <a:pt x="366042" y="138467"/>
                  </a:lnTo>
                  <a:lnTo>
                    <a:pt x="324881" y="118974"/>
                  </a:lnTo>
                  <a:lnTo>
                    <a:pt x="283251" y="100325"/>
                  </a:lnTo>
                  <a:lnTo>
                    <a:pt x="241163" y="82530"/>
                  </a:lnTo>
                  <a:lnTo>
                    <a:pt x="198628" y="65600"/>
                  </a:lnTo>
                  <a:lnTo>
                    <a:pt x="155658" y="49547"/>
                  </a:lnTo>
                  <a:lnTo>
                    <a:pt x="112262" y="34382"/>
                  </a:lnTo>
                  <a:lnTo>
                    <a:pt x="68452" y="20115"/>
                  </a:lnTo>
                  <a:lnTo>
                    <a:pt x="24240" y="67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6BB4F9D6-AA36-4BF9-E933-0E91904A1E0C}"/>
                </a:ext>
              </a:extLst>
            </p:cNvPr>
            <p:cNvSpPr/>
            <p:nvPr/>
          </p:nvSpPr>
          <p:spPr>
            <a:xfrm>
              <a:off x="0" y="1872086"/>
              <a:ext cx="1587500" cy="4179570"/>
            </a:xfrm>
            <a:custGeom>
              <a:avLst/>
              <a:gdLst/>
              <a:ahLst/>
              <a:cxnLst/>
              <a:rect l="l" t="t" r="r" b="b"/>
              <a:pathLst>
                <a:path w="1587500" h="4179570">
                  <a:moveTo>
                    <a:pt x="0" y="0"/>
                  </a:moveTo>
                  <a:lnTo>
                    <a:pt x="68452" y="20115"/>
                  </a:lnTo>
                  <a:lnTo>
                    <a:pt x="112262" y="34382"/>
                  </a:lnTo>
                  <a:lnTo>
                    <a:pt x="155658" y="49547"/>
                  </a:lnTo>
                  <a:lnTo>
                    <a:pt x="198628" y="65600"/>
                  </a:lnTo>
                  <a:lnTo>
                    <a:pt x="241163" y="82530"/>
                  </a:lnTo>
                  <a:lnTo>
                    <a:pt x="283251" y="100325"/>
                  </a:lnTo>
                  <a:lnTo>
                    <a:pt x="324881" y="118974"/>
                  </a:lnTo>
                  <a:lnTo>
                    <a:pt x="366042" y="138467"/>
                  </a:lnTo>
                  <a:lnTo>
                    <a:pt x="406723" y="158792"/>
                  </a:lnTo>
                  <a:lnTo>
                    <a:pt x="446913" y="179939"/>
                  </a:lnTo>
                  <a:lnTo>
                    <a:pt x="486601" y="201896"/>
                  </a:lnTo>
                  <a:lnTo>
                    <a:pt x="525775" y="224652"/>
                  </a:lnTo>
                  <a:lnTo>
                    <a:pt x="564426" y="248197"/>
                  </a:lnTo>
                  <a:lnTo>
                    <a:pt x="602541" y="272520"/>
                  </a:lnTo>
                  <a:lnTo>
                    <a:pt x="640110" y="297608"/>
                  </a:lnTo>
                  <a:lnTo>
                    <a:pt x="677122" y="323452"/>
                  </a:lnTo>
                  <a:lnTo>
                    <a:pt x="713566" y="350041"/>
                  </a:lnTo>
                  <a:lnTo>
                    <a:pt x="749431" y="377362"/>
                  </a:lnTo>
                  <a:lnTo>
                    <a:pt x="784705" y="405406"/>
                  </a:lnTo>
                  <a:lnTo>
                    <a:pt x="819378" y="434161"/>
                  </a:lnTo>
                  <a:lnTo>
                    <a:pt x="853439" y="463617"/>
                  </a:lnTo>
                  <a:lnTo>
                    <a:pt x="886877" y="493761"/>
                  </a:lnTo>
                  <a:lnTo>
                    <a:pt x="919680" y="524584"/>
                  </a:lnTo>
                  <a:lnTo>
                    <a:pt x="951838" y="556074"/>
                  </a:lnTo>
                  <a:lnTo>
                    <a:pt x="983339" y="588220"/>
                  </a:lnTo>
                  <a:lnTo>
                    <a:pt x="1014173" y="621012"/>
                  </a:lnTo>
                  <a:lnTo>
                    <a:pt x="1044328" y="654437"/>
                  </a:lnTo>
                  <a:lnTo>
                    <a:pt x="1073794" y="688486"/>
                  </a:lnTo>
                  <a:lnTo>
                    <a:pt x="1102560" y="723146"/>
                  </a:lnTo>
                  <a:lnTo>
                    <a:pt x="1130614" y="758408"/>
                  </a:lnTo>
                  <a:lnTo>
                    <a:pt x="1157946" y="794260"/>
                  </a:lnTo>
                  <a:lnTo>
                    <a:pt x="1184544" y="830691"/>
                  </a:lnTo>
                  <a:lnTo>
                    <a:pt x="1210397" y="867690"/>
                  </a:lnTo>
                  <a:lnTo>
                    <a:pt x="1235495" y="905246"/>
                  </a:lnTo>
                  <a:lnTo>
                    <a:pt x="1259826" y="943348"/>
                  </a:lnTo>
                  <a:lnTo>
                    <a:pt x="1283380" y="981985"/>
                  </a:lnTo>
                  <a:lnTo>
                    <a:pt x="1306145" y="1021146"/>
                  </a:lnTo>
                  <a:lnTo>
                    <a:pt x="1328110" y="1060820"/>
                  </a:lnTo>
                  <a:lnTo>
                    <a:pt x="1349264" y="1100995"/>
                  </a:lnTo>
                  <a:lnTo>
                    <a:pt x="1369597" y="1141662"/>
                  </a:lnTo>
                  <a:lnTo>
                    <a:pt x="1389097" y="1182809"/>
                  </a:lnTo>
                  <a:lnTo>
                    <a:pt x="1407753" y="1224424"/>
                  </a:lnTo>
                  <a:lnTo>
                    <a:pt x="1425555" y="1266497"/>
                  </a:lnTo>
                  <a:lnTo>
                    <a:pt x="1442491" y="1309018"/>
                  </a:lnTo>
                  <a:lnTo>
                    <a:pt x="1458549" y="1351974"/>
                  </a:lnTo>
                  <a:lnTo>
                    <a:pt x="1473720" y="1395354"/>
                  </a:lnTo>
                  <a:lnTo>
                    <a:pt x="1487992" y="1439149"/>
                  </a:lnTo>
                  <a:lnTo>
                    <a:pt x="1501355" y="1483346"/>
                  </a:lnTo>
                  <a:lnTo>
                    <a:pt x="1513796" y="1527936"/>
                  </a:lnTo>
                  <a:lnTo>
                    <a:pt x="1525305" y="1572905"/>
                  </a:lnTo>
                  <a:lnTo>
                    <a:pt x="1535871" y="1618245"/>
                  </a:lnTo>
                  <a:lnTo>
                    <a:pt x="1545484" y="1663943"/>
                  </a:lnTo>
                  <a:lnTo>
                    <a:pt x="1554131" y="1709989"/>
                  </a:lnTo>
                  <a:lnTo>
                    <a:pt x="1561802" y="1756372"/>
                  </a:lnTo>
                  <a:lnTo>
                    <a:pt x="1568486" y="1803080"/>
                  </a:lnTo>
                  <a:lnTo>
                    <a:pt x="1574172" y="1850103"/>
                  </a:lnTo>
                  <a:lnTo>
                    <a:pt x="1578849" y="1897430"/>
                  </a:lnTo>
                  <a:lnTo>
                    <a:pt x="1582506" y="1945049"/>
                  </a:lnTo>
                  <a:lnTo>
                    <a:pt x="1585132" y="1992949"/>
                  </a:lnTo>
                  <a:lnTo>
                    <a:pt x="1586715" y="2041121"/>
                  </a:lnTo>
                  <a:lnTo>
                    <a:pt x="1587246" y="2089551"/>
                  </a:lnTo>
                  <a:lnTo>
                    <a:pt x="1586715" y="2137982"/>
                  </a:lnTo>
                  <a:lnTo>
                    <a:pt x="1585132" y="2186154"/>
                  </a:lnTo>
                  <a:lnTo>
                    <a:pt x="1582506" y="2234054"/>
                  </a:lnTo>
                  <a:lnTo>
                    <a:pt x="1578849" y="2281673"/>
                  </a:lnTo>
                  <a:lnTo>
                    <a:pt x="1574172" y="2329000"/>
                  </a:lnTo>
                  <a:lnTo>
                    <a:pt x="1568486" y="2376023"/>
                  </a:lnTo>
                  <a:lnTo>
                    <a:pt x="1561802" y="2422731"/>
                  </a:lnTo>
                  <a:lnTo>
                    <a:pt x="1554131" y="2469114"/>
                  </a:lnTo>
                  <a:lnTo>
                    <a:pt x="1545484" y="2515160"/>
                  </a:lnTo>
                  <a:lnTo>
                    <a:pt x="1535871" y="2560858"/>
                  </a:lnTo>
                  <a:lnTo>
                    <a:pt x="1525305" y="2606197"/>
                  </a:lnTo>
                  <a:lnTo>
                    <a:pt x="1513796" y="2651167"/>
                  </a:lnTo>
                  <a:lnTo>
                    <a:pt x="1501355" y="2695756"/>
                  </a:lnTo>
                  <a:lnTo>
                    <a:pt x="1487992" y="2739954"/>
                  </a:lnTo>
                  <a:lnTo>
                    <a:pt x="1473720" y="2783748"/>
                  </a:lnTo>
                  <a:lnTo>
                    <a:pt x="1458549" y="2827129"/>
                  </a:lnTo>
                  <a:lnTo>
                    <a:pt x="1442491" y="2870085"/>
                  </a:lnTo>
                  <a:lnTo>
                    <a:pt x="1425555" y="2912605"/>
                  </a:lnTo>
                  <a:lnTo>
                    <a:pt x="1407753" y="2954679"/>
                  </a:lnTo>
                  <a:lnTo>
                    <a:pt x="1389097" y="2996294"/>
                  </a:lnTo>
                  <a:lnTo>
                    <a:pt x="1369597" y="3037441"/>
                  </a:lnTo>
                  <a:lnTo>
                    <a:pt x="1349264" y="3078108"/>
                  </a:lnTo>
                  <a:lnTo>
                    <a:pt x="1328110" y="3118283"/>
                  </a:lnTo>
                  <a:lnTo>
                    <a:pt x="1306145" y="3157957"/>
                  </a:lnTo>
                  <a:lnTo>
                    <a:pt x="1283380" y="3197118"/>
                  </a:lnTo>
                  <a:lnTo>
                    <a:pt x="1259826" y="3235755"/>
                  </a:lnTo>
                  <a:lnTo>
                    <a:pt x="1235495" y="3273857"/>
                  </a:lnTo>
                  <a:lnTo>
                    <a:pt x="1210397" y="3311413"/>
                  </a:lnTo>
                  <a:lnTo>
                    <a:pt x="1184544" y="3348412"/>
                  </a:lnTo>
                  <a:lnTo>
                    <a:pt x="1157946" y="3384843"/>
                  </a:lnTo>
                  <a:lnTo>
                    <a:pt x="1130614" y="3420695"/>
                  </a:lnTo>
                  <a:lnTo>
                    <a:pt x="1102560" y="3455956"/>
                  </a:lnTo>
                  <a:lnTo>
                    <a:pt x="1073794" y="3490617"/>
                  </a:lnTo>
                  <a:lnTo>
                    <a:pt x="1044328" y="3524666"/>
                  </a:lnTo>
                  <a:lnTo>
                    <a:pt x="1014173" y="3558091"/>
                  </a:lnTo>
                  <a:lnTo>
                    <a:pt x="983339" y="3590883"/>
                  </a:lnTo>
                  <a:lnTo>
                    <a:pt x="951838" y="3623029"/>
                  </a:lnTo>
                  <a:lnTo>
                    <a:pt x="919680" y="3654519"/>
                  </a:lnTo>
                  <a:lnTo>
                    <a:pt x="886877" y="3685342"/>
                  </a:lnTo>
                  <a:lnTo>
                    <a:pt x="853439" y="3715486"/>
                  </a:lnTo>
                  <a:lnTo>
                    <a:pt x="819378" y="3744942"/>
                  </a:lnTo>
                  <a:lnTo>
                    <a:pt x="784705" y="3773697"/>
                  </a:lnTo>
                  <a:lnTo>
                    <a:pt x="749431" y="3801741"/>
                  </a:lnTo>
                  <a:lnTo>
                    <a:pt x="713566" y="3829062"/>
                  </a:lnTo>
                  <a:lnTo>
                    <a:pt x="677122" y="3855651"/>
                  </a:lnTo>
                  <a:lnTo>
                    <a:pt x="640110" y="3881495"/>
                  </a:lnTo>
                  <a:lnTo>
                    <a:pt x="602541" y="3906583"/>
                  </a:lnTo>
                  <a:lnTo>
                    <a:pt x="564426" y="3930906"/>
                  </a:lnTo>
                  <a:lnTo>
                    <a:pt x="525775" y="3954450"/>
                  </a:lnTo>
                  <a:lnTo>
                    <a:pt x="486601" y="3977207"/>
                  </a:lnTo>
                  <a:lnTo>
                    <a:pt x="446913" y="3999164"/>
                  </a:lnTo>
                  <a:lnTo>
                    <a:pt x="406723" y="4020311"/>
                  </a:lnTo>
                  <a:lnTo>
                    <a:pt x="366042" y="4040636"/>
                  </a:lnTo>
                  <a:lnTo>
                    <a:pt x="324881" y="4060129"/>
                  </a:lnTo>
                  <a:lnTo>
                    <a:pt x="283251" y="4078778"/>
                  </a:lnTo>
                  <a:lnTo>
                    <a:pt x="241163" y="4096573"/>
                  </a:lnTo>
                  <a:lnTo>
                    <a:pt x="198628" y="4113503"/>
                  </a:lnTo>
                  <a:lnTo>
                    <a:pt x="155658" y="4129556"/>
                  </a:lnTo>
                  <a:lnTo>
                    <a:pt x="112262" y="4144721"/>
                  </a:lnTo>
                  <a:lnTo>
                    <a:pt x="68452" y="4158988"/>
                  </a:lnTo>
                  <a:lnTo>
                    <a:pt x="24240" y="4172345"/>
                  </a:lnTo>
                  <a:lnTo>
                    <a:pt x="0" y="4179103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7E0A7F5C-8415-ED06-44F1-B080B8290F35}"/>
              </a:ext>
            </a:extLst>
          </p:cNvPr>
          <p:cNvGrpSpPr/>
          <p:nvPr/>
        </p:nvGrpSpPr>
        <p:grpSpPr>
          <a:xfrm>
            <a:off x="3695393" y="1917573"/>
            <a:ext cx="7452000" cy="900000"/>
            <a:chOff x="3695393" y="1917573"/>
            <a:chExt cx="7385240" cy="900000"/>
          </a:xfrm>
        </p:grpSpPr>
        <p:grpSp>
          <p:nvGrpSpPr>
            <p:cNvPr id="9" name="object 19">
              <a:extLst>
                <a:ext uri="{FF2B5EF4-FFF2-40B4-BE49-F238E27FC236}">
                  <a16:creationId xmlns:a16="http://schemas.microsoft.com/office/drawing/2014/main" id="{F8A959EF-C465-3973-90E3-EC3E58CFAD95}"/>
                </a:ext>
              </a:extLst>
            </p:cNvPr>
            <p:cNvGrpSpPr/>
            <p:nvPr/>
          </p:nvGrpSpPr>
          <p:grpSpPr>
            <a:xfrm>
              <a:off x="3695393" y="1934245"/>
              <a:ext cx="1616710" cy="601980"/>
              <a:chOff x="2518410" y="1933955"/>
              <a:chExt cx="1616710" cy="601980"/>
            </a:xfrm>
          </p:grpSpPr>
          <p:sp>
            <p:nvSpPr>
              <p:cNvPr id="10" name="object 20">
                <a:extLst>
                  <a:ext uri="{FF2B5EF4-FFF2-40B4-BE49-F238E27FC236}">
                    <a16:creationId xmlns:a16="http://schemas.microsoft.com/office/drawing/2014/main" id="{73FADCCB-2223-9990-2685-10491AC93469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21">
                <a:extLst>
                  <a:ext uri="{FF2B5EF4-FFF2-40B4-BE49-F238E27FC236}">
                    <a16:creationId xmlns:a16="http://schemas.microsoft.com/office/drawing/2014/main" id="{43BCD5F9-9C96-CD92-51FE-C6AEE0096081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0FA1B8DA-FBA0-C817-1071-2D4F7D33963D}"/>
                </a:ext>
              </a:extLst>
            </p:cNvPr>
            <p:cNvSpPr txBox="1"/>
            <p:nvPr/>
          </p:nvSpPr>
          <p:spPr>
            <a:xfrm>
              <a:off x="5788633" y="1917573"/>
              <a:ext cx="5292000" cy="90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FFFFFF"/>
                  </a:solidFill>
                  <a:latin typeface="Montserrat" panose="00000500000000000000" pitchFamily="2" charset="0"/>
                </a:rPr>
                <a:t>Business overview e estrutura operacional atual</a:t>
              </a:r>
              <a:endParaRPr lang="pt-BR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F8CE513D-9758-DD61-84F0-04B41E3897E1}"/>
              </a:ext>
            </a:extLst>
          </p:cNvPr>
          <p:cNvGrpSpPr/>
          <p:nvPr/>
        </p:nvGrpSpPr>
        <p:grpSpPr>
          <a:xfrm>
            <a:off x="3695393" y="3417019"/>
            <a:ext cx="7452000" cy="832385"/>
            <a:chOff x="3695393" y="3865681"/>
            <a:chExt cx="7385240" cy="832385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12C85548-6B36-E7E7-F922-8984A5335543}"/>
                </a:ext>
              </a:extLst>
            </p:cNvPr>
            <p:cNvSpPr txBox="1"/>
            <p:nvPr/>
          </p:nvSpPr>
          <p:spPr>
            <a:xfrm>
              <a:off x="5788633" y="3867069"/>
              <a:ext cx="5292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Premissas de crescimento e novas linhas de receita</a:t>
              </a:r>
              <a:endParaRPr lang="pt-BR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4" name="object 19">
              <a:extLst>
                <a:ext uri="{FF2B5EF4-FFF2-40B4-BE49-F238E27FC236}">
                  <a16:creationId xmlns:a16="http://schemas.microsoft.com/office/drawing/2014/main" id="{A543D22B-AB3F-E595-C7AF-1A7B7225C66D}"/>
                </a:ext>
              </a:extLst>
            </p:cNvPr>
            <p:cNvGrpSpPr/>
            <p:nvPr/>
          </p:nvGrpSpPr>
          <p:grpSpPr>
            <a:xfrm>
              <a:off x="3695393" y="3865681"/>
              <a:ext cx="1616710" cy="601980"/>
              <a:chOff x="2518410" y="1933955"/>
              <a:chExt cx="1616710" cy="601980"/>
            </a:xfrm>
          </p:grpSpPr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743FB7E8-5C1B-9B94-91D9-B3D7598EC403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21">
                <a:extLst>
                  <a:ext uri="{FF2B5EF4-FFF2-40B4-BE49-F238E27FC236}">
                    <a16:creationId xmlns:a16="http://schemas.microsoft.com/office/drawing/2014/main" id="{48DCE6BB-C29B-86B3-789B-4FCD4AA17B1F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A2CFC876-44EA-4032-2B6A-8867E5C9EDF1}"/>
              </a:ext>
            </a:extLst>
          </p:cNvPr>
          <p:cNvGrpSpPr/>
          <p:nvPr/>
        </p:nvGrpSpPr>
        <p:grpSpPr>
          <a:xfrm>
            <a:off x="3695393" y="6284587"/>
            <a:ext cx="7131666" cy="830997"/>
            <a:chOff x="3695393" y="6284587"/>
            <a:chExt cx="6745805" cy="830997"/>
          </a:xfrm>
        </p:grpSpPr>
        <p:grpSp>
          <p:nvGrpSpPr>
            <p:cNvPr id="17" name="object 19">
              <a:extLst>
                <a:ext uri="{FF2B5EF4-FFF2-40B4-BE49-F238E27FC236}">
                  <a16:creationId xmlns:a16="http://schemas.microsoft.com/office/drawing/2014/main" id="{3E65B893-3C67-9607-6E4F-48F2302DE6C4}"/>
                </a:ext>
              </a:extLst>
            </p:cNvPr>
            <p:cNvGrpSpPr/>
            <p:nvPr/>
          </p:nvGrpSpPr>
          <p:grpSpPr>
            <a:xfrm>
              <a:off x="3695393" y="6399096"/>
              <a:ext cx="1616710" cy="601980"/>
              <a:chOff x="2518410" y="1933955"/>
              <a:chExt cx="1616710" cy="601980"/>
            </a:xfrm>
          </p:grpSpPr>
          <p:sp>
            <p:nvSpPr>
              <p:cNvPr id="18" name="object 20">
                <a:extLst>
                  <a:ext uri="{FF2B5EF4-FFF2-40B4-BE49-F238E27FC236}">
                    <a16:creationId xmlns:a16="http://schemas.microsoft.com/office/drawing/2014/main" id="{22E35133-D19A-76B7-8D79-0C8141F4AD35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214CAEAE-F665-6304-BA10-6989F70E85D3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A1FB65F2-6DD1-8249-E691-4EBF45F6697D}"/>
                </a:ext>
              </a:extLst>
            </p:cNvPr>
            <p:cNvSpPr txBox="1"/>
            <p:nvPr/>
          </p:nvSpPr>
          <p:spPr>
            <a:xfrm>
              <a:off x="5849592" y="6284587"/>
              <a:ext cx="45916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Surgimento de uma parceria rica em sinergias</a:t>
              </a:r>
              <a:endParaRPr lang="pt-BR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47B2DEF-234D-286D-20E4-96856FAD4EB9}"/>
              </a:ext>
            </a:extLst>
          </p:cNvPr>
          <p:cNvSpPr txBox="1"/>
          <p:nvPr/>
        </p:nvSpPr>
        <p:spPr>
          <a:xfrm>
            <a:off x="0" y="356036"/>
            <a:ext cx="6581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Montserrat" panose="00000500000000000000" pitchFamily="2" charset="0"/>
              </a:rPr>
              <a:t>Business </a:t>
            </a:r>
            <a:r>
              <a:rPr lang="pt-BR" sz="2400" b="1" err="1">
                <a:solidFill>
                  <a:srgbClr val="FFFFFF"/>
                </a:solidFill>
                <a:latin typeface="Montserrat" panose="00000500000000000000" pitchFamily="2" charset="0"/>
              </a:rPr>
              <a:t>Plan</a:t>
            </a:r>
            <a:r>
              <a:rPr lang="pt-BR" sz="2400" b="1">
                <a:solidFill>
                  <a:srgbClr val="FFFFFF"/>
                </a:solidFill>
                <a:latin typeface="Montserrat" panose="00000500000000000000" pitchFamily="2" charset="0"/>
              </a:rPr>
              <a:t> – Sumário Executivo </a:t>
            </a:r>
            <a:endParaRPr lang="pt-BR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376D393F-D642-7CB5-BA8C-D0B355B81364}"/>
              </a:ext>
            </a:extLst>
          </p:cNvPr>
          <p:cNvGrpSpPr/>
          <p:nvPr/>
        </p:nvGrpSpPr>
        <p:grpSpPr>
          <a:xfrm>
            <a:off x="3695393" y="4968653"/>
            <a:ext cx="8572807" cy="601980"/>
            <a:chOff x="3695393" y="5191488"/>
            <a:chExt cx="8108972" cy="601980"/>
          </a:xfrm>
        </p:grpSpPr>
        <p:grpSp>
          <p:nvGrpSpPr>
            <p:cNvPr id="22" name="object 19">
              <a:extLst>
                <a:ext uri="{FF2B5EF4-FFF2-40B4-BE49-F238E27FC236}">
                  <a16:creationId xmlns:a16="http://schemas.microsoft.com/office/drawing/2014/main" id="{83E6980D-31BD-5D33-C6FE-DD35B44DC2DB}"/>
                </a:ext>
              </a:extLst>
            </p:cNvPr>
            <p:cNvGrpSpPr/>
            <p:nvPr/>
          </p:nvGrpSpPr>
          <p:grpSpPr>
            <a:xfrm>
              <a:off x="3695393" y="5191488"/>
              <a:ext cx="1616710" cy="601980"/>
              <a:chOff x="2518410" y="1933955"/>
              <a:chExt cx="1616710" cy="601980"/>
            </a:xfrm>
          </p:grpSpPr>
          <p:sp>
            <p:nvSpPr>
              <p:cNvPr id="23" name="object 20">
                <a:extLst>
                  <a:ext uri="{FF2B5EF4-FFF2-40B4-BE49-F238E27FC236}">
                    <a16:creationId xmlns:a16="http://schemas.microsoft.com/office/drawing/2014/main" id="{E35F4DA9-1A3B-F100-5E93-4FA04DF1CB80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1">
                <a:extLst>
                  <a:ext uri="{FF2B5EF4-FFF2-40B4-BE49-F238E27FC236}">
                    <a16:creationId xmlns:a16="http://schemas.microsoft.com/office/drawing/2014/main" id="{516FBD2B-96DF-61AB-8034-BEDB4F9D86F9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5675B46E-2B04-3BA8-15F3-A7F595610170}"/>
                </a:ext>
              </a:extLst>
            </p:cNvPr>
            <p:cNvSpPr txBox="1"/>
            <p:nvPr/>
          </p:nvSpPr>
          <p:spPr>
            <a:xfrm>
              <a:off x="5379277" y="5247478"/>
              <a:ext cx="6425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Projeções financeiras e operacionais</a:t>
              </a:r>
              <a:endParaRPr lang="pt-BR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32" name="Retângulo 17">
            <a:extLst>
              <a:ext uri="{FF2B5EF4-FFF2-40B4-BE49-F238E27FC236}">
                <a16:creationId xmlns:a16="http://schemas.microsoft.com/office/drawing/2014/main" id="{690E93E4-3E45-02E3-9E84-C22CDAFF9957}"/>
              </a:ext>
            </a:extLst>
          </p:cNvPr>
          <p:cNvSpPr/>
          <p:nvPr/>
        </p:nvSpPr>
        <p:spPr>
          <a:xfrm>
            <a:off x="-326367" y="-2755441"/>
            <a:ext cx="15460933" cy="7491797"/>
          </a:xfrm>
          <a:prstGeom prst="rect">
            <a:avLst/>
          </a:prstGeom>
          <a:gradFill flip="none" rotWithShape="1">
            <a:gsLst>
              <a:gs pos="10000">
                <a:srgbClr val="0E2841">
                  <a:alpha val="20000"/>
                </a:srgbClr>
              </a:gs>
              <a:gs pos="100000">
                <a:srgbClr val="2E3434"/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17">
            <a:extLst>
              <a:ext uri="{FF2B5EF4-FFF2-40B4-BE49-F238E27FC236}">
                <a16:creationId xmlns:a16="http://schemas.microsoft.com/office/drawing/2014/main" id="{76155475-7D8E-8D6E-0F7D-7D9ED697A02C}"/>
              </a:ext>
            </a:extLst>
          </p:cNvPr>
          <p:cNvSpPr/>
          <p:nvPr/>
        </p:nvSpPr>
        <p:spPr>
          <a:xfrm rot="10800000">
            <a:off x="-326367" y="6024167"/>
            <a:ext cx="15460933" cy="7491797"/>
          </a:xfrm>
          <a:prstGeom prst="rect">
            <a:avLst/>
          </a:prstGeom>
          <a:gradFill flip="none" rotWithShape="1">
            <a:gsLst>
              <a:gs pos="10000">
                <a:srgbClr val="0E2841">
                  <a:alpha val="20000"/>
                </a:srgbClr>
              </a:gs>
              <a:gs pos="100000">
                <a:srgbClr val="2E3434"/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125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4CD02-5CB0-C5A7-AB5E-664B805D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69C2228C-37FD-8D35-16D0-C4BBA00CB7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812370"/>
              </p:ext>
            </p:extLst>
          </p:nvPr>
        </p:nvGraphicFramePr>
        <p:xfrm>
          <a:off x="7841193" y="2048909"/>
          <a:ext cx="5906117" cy="5634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C11DADC3-EF7F-78B2-D6E5-E10DBA6FEC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5896394"/>
              </p:ext>
            </p:extLst>
          </p:nvPr>
        </p:nvGraphicFramePr>
        <p:xfrm>
          <a:off x="1091583" y="2129729"/>
          <a:ext cx="5906117" cy="5553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CaixaDeTexto 36">
            <a:extLst>
              <a:ext uri="{FF2B5EF4-FFF2-40B4-BE49-F238E27FC236}">
                <a16:creationId xmlns:a16="http://schemas.microsoft.com/office/drawing/2014/main" id="{6ED0BAE1-F9BF-3A76-3696-04A073DCFECA}"/>
              </a:ext>
            </a:extLst>
          </p:cNvPr>
          <p:cNvSpPr txBox="1"/>
          <p:nvPr/>
        </p:nvSpPr>
        <p:spPr>
          <a:xfrm>
            <a:off x="956202" y="351579"/>
            <a:ext cx="1056944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Frota de locação impulsiona o top </a:t>
            </a:r>
            <a:r>
              <a:rPr lang="pt-BR" sz="2800" err="1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line</a:t>
            </a:r>
            <a:r>
              <a:rPr lang="pt-BR" sz="280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 da companhia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24A93BA-BFB3-4789-DA0D-69A94EA15C2E}"/>
              </a:ext>
            </a:extLst>
          </p:cNvPr>
          <p:cNvSpPr txBox="1"/>
          <p:nvPr/>
        </p:nvSpPr>
        <p:spPr>
          <a:xfrm>
            <a:off x="2580531" y="4023337"/>
            <a:ext cx="1463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Montserrat" panose="00000500000000000000" pitchFamily="2" charset="0"/>
              </a:rPr>
              <a:t>CAGR 33%</a:t>
            </a:r>
            <a:endParaRPr lang="pt-BR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58F09FC-4C23-D708-BACD-D2A84D19EC52}"/>
              </a:ext>
            </a:extLst>
          </p:cNvPr>
          <p:cNvGrpSpPr/>
          <p:nvPr/>
        </p:nvGrpSpPr>
        <p:grpSpPr>
          <a:xfrm>
            <a:off x="1091583" y="1211598"/>
            <a:ext cx="5512417" cy="906131"/>
            <a:chOff x="1091583" y="1141531"/>
            <a:chExt cx="5512417" cy="906131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57EB1DB7-7D56-B37D-8366-08309AE3A9FD}"/>
                </a:ext>
              </a:extLst>
            </p:cNvPr>
            <p:cNvSpPr txBox="1"/>
            <p:nvPr/>
          </p:nvSpPr>
          <p:spPr>
            <a:xfrm>
              <a:off x="1091583" y="1141531"/>
              <a:ext cx="52546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>
                  <a:solidFill>
                    <a:srgbClr val="FF0000"/>
                  </a:solidFill>
                  <a:latin typeface="Montserrat" panose="00000500000000000000" pitchFamily="2" charset="0"/>
                </a:rPr>
                <a:t>1. </a:t>
              </a:r>
              <a:r>
                <a:rPr lang="pt-BR" sz="1500" b="1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Projeções de Receita Bruta por linha de atuação</a:t>
              </a:r>
              <a:endParaRPr lang="pt-BR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3BA63196-83E2-0851-A210-8B2490828D07}"/>
                </a:ext>
              </a:extLst>
            </p:cNvPr>
            <p:cNvSpPr txBox="1"/>
            <p:nvPr/>
          </p:nvSpPr>
          <p:spPr>
            <a:xfrm>
              <a:off x="1205882" y="1524442"/>
              <a:ext cx="53981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latin typeface="Poppins" panose="00000500000000000000" pitchFamily="2" charset="0"/>
                  <a:cs typeface="Poppins" panose="00000500000000000000" pitchFamily="2" charset="0"/>
                </a:rPr>
                <a:t>Locação segue sendo nosso core business com 85% de participação sob receita em média nos próximos anos</a:t>
              </a:r>
              <a:endParaRPr lang="pt-BR" sz="16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D7B7D274-FCC5-957F-F1C6-E682EE64C504}"/>
              </a:ext>
            </a:extLst>
          </p:cNvPr>
          <p:cNvGrpSpPr/>
          <p:nvPr/>
        </p:nvGrpSpPr>
        <p:grpSpPr>
          <a:xfrm>
            <a:off x="7613711" y="1217054"/>
            <a:ext cx="6674620" cy="895218"/>
            <a:chOff x="7613711" y="1292577"/>
            <a:chExt cx="6674620" cy="895218"/>
          </a:xfrm>
        </p:grpSpPr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1448311F-2397-D29E-6B6A-8685222D1586}"/>
                </a:ext>
              </a:extLst>
            </p:cNvPr>
            <p:cNvSpPr txBox="1"/>
            <p:nvPr/>
          </p:nvSpPr>
          <p:spPr>
            <a:xfrm>
              <a:off x="7613711" y="1292577"/>
              <a:ext cx="39119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>
                  <a:solidFill>
                    <a:srgbClr val="FF0000"/>
                  </a:solidFill>
                  <a:latin typeface="Montserrat" panose="00000500000000000000" pitchFamily="2" charset="0"/>
                </a:rPr>
                <a:t>2. </a:t>
              </a:r>
              <a:r>
                <a:rPr lang="pt-BR" sz="1500" b="1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Número de máquinas frota própria</a:t>
              </a:r>
              <a:endParaRPr lang="pt-BR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D8BFE569-5C6C-F7A4-8A7D-88FDEBCDD181}"/>
                </a:ext>
              </a:extLst>
            </p:cNvPr>
            <p:cNvSpPr txBox="1"/>
            <p:nvPr/>
          </p:nvSpPr>
          <p:spPr>
            <a:xfrm>
              <a:off x="7632701" y="1664575"/>
              <a:ext cx="66556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latin typeface="Poppins" panose="00000500000000000000" pitchFamily="2" charset="0"/>
                  <a:cs typeface="Poppins" panose="00000500000000000000" pitchFamily="2" charset="0"/>
                </a:rPr>
                <a:t>Frota de locação cresce de forma consistente nos próximos 5 anos nos posicionando em um outro patamar regionalmente</a:t>
              </a: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5DC2498B-2614-3BED-2EB4-6B4DE0A5423F}"/>
              </a:ext>
            </a:extLst>
          </p:cNvPr>
          <p:cNvSpPr/>
          <p:nvPr/>
        </p:nvSpPr>
        <p:spPr>
          <a:xfrm>
            <a:off x="6024205" y="2905444"/>
            <a:ext cx="844867" cy="2841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R$ 64,9M</a:t>
            </a:r>
            <a:endParaRPr lang="en-US" sz="11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FDFDA1D-5578-06E1-8ED9-90C30606FFAB}"/>
              </a:ext>
            </a:extLst>
          </p:cNvPr>
          <p:cNvSpPr/>
          <p:nvPr/>
        </p:nvSpPr>
        <p:spPr>
          <a:xfrm>
            <a:off x="5208726" y="3635409"/>
            <a:ext cx="844867" cy="2841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R$ 53,4 M</a:t>
            </a:r>
            <a:endParaRPr lang="en-US" sz="11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9900605-636B-9435-41D0-90FCE71364D7}"/>
              </a:ext>
            </a:extLst>
          </p:cNvPr>
          <p:cNvSpPr/>
          <p:nvPr/>
        </p:nvSpPr>
        <p:spPr>
          <a:xfrm>
            <a:off x="4403761" y="4308509"/>
            <a:ext cx="844867" cy="2841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R$ 42,8 M</a:t>
            </a:r>
            <a:endParaRPr lang="en-US" sz="11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1E24691-31A5-E81A-0DC1-405563401D0D}"/>
              </a:ext>
            </a:extLst>
          </p:cNvPr>
          <p:cNvSpPr/>
          <p:nvPr/>
        </p:nvSpPr>
        <p:spPr>
          <a:xfrm>
            <a:off x="3648905" y="4918207"/>
            <a:ext cx="844867" cy="2841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R$ 33,2 M</a:t>
            </a:r>
            <a:endParaRPr lang="en-US" sz="11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F01A5BB-0E5B-83D9-32E3-AAE410218850}"/>
              </a:ext>
            </a:extLst>
          </p:cNvPr>
          <p:cNvSpPr/>
          <p:nvPr/>
        </p:nvSpPr>
        <p:spPr>
          <a:xfrm>
            <a:off x="2805082" y="5457745"/>
            <a:ext cx="844867" cy="2841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R$ 24,3 M</a:t>
            </a:r>
            <a:endParaRPr lang="en-US" sz="11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FADA464-9A01-DC23-911C-B524151F976E}"/>
              </a:ext>
            </a:extLst>
          </p:cNvPr>
          <p:cNvSpPr/>
          <p:nvPr/>
        </p:nvSpPr>
        <p:spPr>
          <a:xfrm>
            <a:off x="2010762" y="5927819"/>
            <a:ext cx="844867" cy="2841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R$ 15,1M</a:t>
            </a:r>
            <a:endParaRPr lang="en-US" sz="11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FC9838A-822A-3D56-5D3C-F5AA1C7BAE69}"/>
              </a:ext>
            </a:extLst>
          </p:cNvPr>
          <p:cNvSpPr/>
          <p:nvPr/>
        </p:nvSpPr>
        <p:spPr>
          <a:xfrm>
            <a:off x="1167269" y="6156419"/>
            <a:ext cx="844867" cy="2841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R$ 11,9M</a:t>
            </a:r>
            <a:endParaRPr lang="en-US" sz="11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F43CBB2-763B-9E44-F35C-D57ADFEC7079}"/>
              </a:ext>
            </a:extLst>
          </p:cNvPr>
          <p:cNvSpPr/>
          <p:nvPr/>
        </p:nvSpPr>
        <p:spPr>
          <a:xfrm>
            <a:off x="3914502" y="2746446"/>
            <a:ext cx="86650" cy="10341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CEC302D-171C-6DD4-6CA2-E1377B4B4CF7}"/>
              </a:ext>
            </a:extLst>
          </p:cNvPr>
          <p:cNvSpPr txBox="1"/>
          <p:nvPr/>
        </p:nvSpPr>
        <p:spPr>
          <a:xfrm>
            <a:off x="4001152" y="2685428"/>
            <a:ext cx="31029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rgbClr val="59595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Receita total</a:t>
            </a:r>
          </a:p>
        </p:txBody>
      </p:sp>
    </p:spTree>
    <p:extLst>
      <p:ext uri="{BB962C8B-B14F-4D97-AF65-F5344CB8AC3E}">
        <p14:creationId xmlns:p14="http://schemas.microsoft.com/office/powerpoint/2010/main" val="2625541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206AC-C098-B401-F680-ABED9EA42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800FB4F9-F121-2505-3AA9-3803D4A9F2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1748159"/>
              </p:ext>
            </p:extLst>
          </p:nvPr>
        </p:nvGraphicFramePr>
        <p:xfrm>
          <a:off x="7121494" y="2085474"/>
          <a:ext cx="7164658" cy="5678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A5B6387D-3956-85D1-A28F-880E1211AD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0773440"/>
              </p:ext>
            </p:extLst>
          </p:nvPr>
        </p:nvGraphicFramePr>
        <p:xfrm>
          <a:off x="734838" y="2406199"/>
          <a:ext cx="6245442" cy="5358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CaixaDeTexto 36">
            <a:extLst>
              <a:ext uri="{FF2B5EF4-FFF2-40B4-BE49-F238E27FC236}">
                <a16:creationId xmlns:a16="http://schemas.microsoft.com/office/drawing/2014/main" id="{206FA90B-B614-D4ED-B308-FAD62B0E0A70}"/>
              </a:ext>
            </a:extLst>
          </p:cNvPr>
          <p:cNvSpPr txBox="1"/>
          <p:nvPr/>
        </p:nvSpPr>
        <p:spPr>
          <a:xfrm>
            <a:off x="1005248" y="307211"/>
            <a:ext cx="909739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Projeções Financeiras para a expansão da Multylog.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A85D84-A587-B4C2-981A-A124B55CDE21}"/>
              </a:ext>
            </a:extLst>
          </p:cNvPr>
          <p:cNvSpPr txBox="1"/>
          <p:nvPr/>
        </p:nvSpPr>
        <p:spPr>
          <a:xfrm>
            <a:off x="876052" y="1405971"/>
            <a:ext cx="588821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Montserrat" panose="00000500000000000000" pitchFamily="2" charset="0"/>
              </a:rPr>
              <a:t>3. </a:t>
            </a:r>
            <a:r>
              <a:rPr lang="pt-BR" sz="15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Margem Bruta (Depreciação incluída)</a:t>
            </a:r>
          </a:p>
          <a:p>
            <a:r>
              <a:rPr lang="pt-BR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pt-BR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just"/>
            <a:r>
              <a:rPr lang="pt-B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A margem bruta deve ser sustentada pelo markup de 1.75x nas peças e pelas margens saudáveis nas vendas de máquinas e locação. </a:t>
            </a:r>
          </a:p>
          <a:p>
            <a:pPr algn="just"/>
            <a:endParaRPr lang="pt-BR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  <a:p>
            <a:pPr algn="just"/>
            <a:r>
              <a:rPr lang="pt-B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A otimização dos custos de aquisição e a gestão eficiente do estoque serão cruciais para manter essa margem.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612D96-7D92-3DB8-4A20-136FF7A8EA71}"/>
              </a:ext>
            </a:extLst>
          </p:cNvPr>
          <p:cNvSpPr txBox="1"/>
          <p:nvPr/>
        </p:nvSpPr>
        <p:spPr>
          <a:xfrm>
            <a:off x="7280484" y="1405971"/>
            <a:ext cx="6678578" cy="11233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Montserrat" panose="00000500000000000000" pitchFamily="2" charset="0"/>
              </a:rPr>
              <a:t>4. </a:t>
            </a:r>
            <a:r>
              <a:rPr lang="pt-BR" sz="15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Despesas e Despesas/Receita Líquida</a:t>
            </a:r>
          </a:p>
          <a:p>
            <a:r>
              <a:rPr lang="pt-BR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</a:p>
          <a:p>
            <a:pPr algn="just"/>
            <a:r>
              <a:rPr lang="pt-B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</a:rPr>
              <a:t>Incluem aluguel de espaço, energia, marketing, comissões de vendas, e outras despesas gerais, reajustadas anualmente pela inflação e escalonadas de acordo com o crescimento da receita.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144900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BE839-5000-92E2-9C41-A4F4B3F7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4F6EEC7E-50D5-BBFA-F334-41BDF4DDE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944330"/>
              </p:ext>
            </p:extLst>
          </p:nvPr>
        </p:nvGraphicFramePr>
        <p:xfrm>
          <a:off x="7468970" y="3000506"/>
          <a:ext cx="6678592" cy="4676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488D685D-E43A-0B1D-79CE-94E1764486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2672991"/>
              </p:ext>
            </p:extLst>
          </p:nvPr>
        </p:nvGraphicFramePr>
        <p:xfrm>
          <a:off x="632755" y="2133602"/>
          <a:ext cx="6678592" cy="3095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9A4C23A3-2C8E-7694-E4B4-470FF0E1879F}"/>
              </a:ext>
            </a:extLst>
          </p:cNvPr>
          <p:cNvSpPr txBox="1"/>
          <p:nvPr/>
        </p:nvSpPr>
        <p:spPr>
          <a:xfrm>
            <a:off x="7468970" y="1153847"/>
            <a:ext cx="6490092" cy="15081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Montserrat" panose="00000500000000000000" pitchFamily="2" charset="0"/>
              </a:rPr>
              <a:t>5. </a:t>
            </a:r>
            <a:r>
              <a:rPr lang="pt-BR" sz="15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EBIT</a:t>
            </a:r>
          </a:p>
          <a:p>
            <a:r>
              <a:rPr lang="pt-BR" sz="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</a:p>
          <a:p>
            <a:pPr algn="just"/>
            <a:r>
              <a:rPr lang="pt-B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</a:rPr>
              <a:t>É uma ferramenta útil para avaliar a capacidade da empresa de gerar lucro a partir de suas operações, neste caso observamos uma trajetória de crescimento saindo de BRL 4,1 milhões em 2024 para um pouco mais de BRL 19 milhões em 2030. </a:t>
            </a:r>
          </a:p>
          <a:p>
            <a:pPr algn="just"/>
            <a:endParaRPr lang="pt-BR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  <a:p>
            <a:pPr algn="just"/>
            <a:r>
              <a:rPr lang="pt-B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Com uma eficiência operacional, uma gestão de despesas e o crescimento da receita, teremos uma forte contribuição para a melhoria da margem EBIT.</a:t>
            </a:r>
            <a:endParaRPr lang="pt-BR" sz="1100" dirty="0">
              <a:solidFill>
                <a:schemeClr val="tx1">
                  <a:lumMod val="85000"/>
                  <a:lumOff val="15000"/>
                </a:schemeClr>
              </a:solidFill>
              <a:latin typeface="Montserra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2B6F85E-6BAD-A6F5-0F7B-97B2D68908F5}"/>
              </a:ext>
            </a:extLst>
          </p:cNvPr>
          <p:cNvSpPr txBox="1"/>
          <p:nvPr/>
        </p:nvSpPr>
        <p:spPr>
          <a:xfrm>
            <a:off x="937555" y="1184810"/>
            <a:ext cx="6223876" cy="11233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Montserrat" panose="00000500000000000000" pitchFamily="2" charset="0"/>
              </a:rPr>
              <a:t>4. </a:t>
            </a:r>
            <a:r>
              <a:rPr lang="pt-BR" sz="15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Composição da Folha e Headcount</a:t>
            </a:r>
          </a:p>
          <a:p>
            <a:r>
              <a:rPr lang="pt-BR" sz="5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               </a:t>
            </a:r>
            <a:endParaRPr lang="pt-BR" sz="400" b="1" dirty="0">
              <a:solidFill>
                <a:schemeClr val="bg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algn="just"/>
            <a:r>
              <a:rPr lang="pt-B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+mn-lt"/>
                <a:cs typeface="+mn-lt"/>
              </a:rPr>
              <a:t>Projetadas com base no aumento do quadro de funcionários para suportar o crescimento das operações de venda de máquinas e peças, e ainda a manutenção de todo esse ecossistema, com reajustes salariais anuais pela inflação e convenção coletiva.</a:t>
            </a:r>
            <a:endParaRPr lang="pt-BR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00222D-ED1C-5571-3B54-A89E077E50F6}"/>
              </a:ext>
            </a:extLst>
          </p:cNvPr>
          <p:cNvSpPr txBox="1"/>
          <p:nvPr/>
        </p:nvSpPr>
        <p:spPr>
          <a:xfrm>
            <a:off x="1005248" y="307211"/>
            <a:ext cx="909739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Projeções Financeiras para a expansão da </a:t>
            </a:r>
            <a:r>
              <a:rPr lang="pt-BR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Multylog</a:t>
            </a:r>
            <a:r>
              <a:rPr lang="pt-B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E65F975-3F2F-AA14-B5AE-56D8C4732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60223"/>
              </p:ext>
            </p:extLst>
          </p:nvPr>
        </p:nvGraphicFramePr>
        <p:xfrm>
          <a:off x="1225428" y="5220628"/>
          <a:ext cx="5780498" cy="2604294"/>
        </p:xfrm>
        <a:graphic>
          <a:graphicData uri="http://schemas.openxmlformats.org/drawingml/2006/table">
            <a:tbl>
              <a:tblPr/>
              <a:tblGrid>
                <a:gridCol w="1114438">
                  <a:extLst>
                    <a:ext uri="{9D8B030D-6E8A-4147-A177-3AD203B41FA5}">
                      <a16:colId xmlns:a16="http://schemas.microsoft.com/office/drawing/2014/main" val="3925135475"/>
                    </a:ext>
                  </a:extLst>
                </a:gridCol>
                <a:gridCol w="666580">
                  <a:extLst>
                    <a:ext uri="{9D8B030D-6E8A-4147-A177-3AD203B41FA5}">
                      <a16:colId xmlns:a16="http://schemas.microsoft.com/office/drawing/2014/main" val="3009759025"/>
                    </a:ext>
                  </a:extLst>
                </a:gridCol>
                <a:gridCol w="666580">
                  <a:extLst>
                    <a:ext uri="{9D8B030D-6E8A-4147-A177-3AD203B41FA5}">
                      <a16:colId xmlns:a16="http://schemas.microsoft.com/office/drawing/2014/main" val="1255131909"/>
                    </a:ext>
                  </a:extLst>
                </a:gridCol>
                <a:gridCol w="666580">
                  <a:extLst>
                    <a:ext uri="{9D8B030D-6E8A-4147-A177-3AD203B41FA5}">
                      <a16:colId xmlns:a16="http://schemas.microsoft.com/office/drawing/2014/main" val="1380315362"/>
                    </a:ext>
                  </a:extLst>
                </a:gridCol>
                <a:gridCol w="666580">
                  <a:extLst>
                    <a:ext uri="{9D8B030D-6E8A-4147-A177-3AD203B41FA5}">
                      <a16:colId xmlns:a16="http://schemas.microsoft.com/office/drawing/2014/main" val="2331353466"/>
                    </a:ext>
                  </a:extLst>
                </a:gridCol>
                <a:gridCol w="666580">
                  <a:extLst>
                    <a:ext uri="{9D8B030D-6E8A-4147-A177-3AD203B41FA5}">
                      <a16:colId xmlns:a16="http://schemas.microsoft.com/office/drawing/2014/main" val="1569412949"/>
                    </a:ext>
                  </a:extLst>
                </a:gridCol>
                <a:gridCol w="666580">
                  <a:extLst>
                    <a:ext uri="{9D8B030D-6E8A-4147-A177-3AD203B41FA5}">
                      <a16:colId xmlns:a16="http://schemas.microsoft.com/office/drawing/2014/main" val="182926155"/>
                    </a:ext>
                  </a:extLst>
                </a:gridCol>
                <a:gridCol w="666580">
                  <a:extLst>
                    <a:ext uri="{9D8B030D-6E8A-4147-A177-3AD203B41FA5}">
                      <a16:colId xmlns:a16="http://schemas.microsoft.com/office/drawing/2014/main" val="3619306768"/>
                    </a:ext>
                  </a:extLst>
                </a:gridCol>
              </a:tblGrid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1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Setor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2027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2028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2029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2030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321440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Comercial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39252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Manutenção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06946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Compras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04470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Estoque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864572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Financeiro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951203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Administrativo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21552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CS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717761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Marketing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10656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Faturamento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002801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RH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752013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Depto Pessoal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834631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Diretoria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044699"/>
                  </a:ext>
                </a:extLst>
              </a:tr>
              <a:tr h="186021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1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04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617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D291A-0181-64A5-5BDE-4775D84D9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B883156F-DBF5-477A-B144-699F76F976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2280354"/>
              </p:ext>
            </p:extLst>
          </p:nvPr>
        </p:nvGraphicFramePr>
        <p:xfrm>
          <a:off x="15099822" y="2762016"/>
          <a:ext cx="6917190" cy="5037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8A57E857-6BE8-4DEC-BBC4-5257B58118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9207963"/>
              </p:ext>
            </p:extLst>
          </p:nvPr>
        </p:nvGraphicFramePr>
        <p:xfrm>
          <a:off x="834084" y="2252357"/>
          <a:ext cx="6083651" cy="5546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E8E30C22-4827-F150-2F96-8F4E5B7AE7E6}"/>
              </a:ext>
            </a:extLst>
          </p:cNvPr>
          <p:cNvSpPr txBox="1"/>
          <p:nvPr/>
        </p:nvSpPr>
        <p:spPr>
          <a:xfrm>
            <a:off x="7395382" y="1405971"/>
            <a:ext cx="6490092" cy="8463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Montserrat" panose="00000500000000000000" pitchFamily="2" charset="0"/>
              </a:rPr>
              <a:t>7. </a:t>
            </a:r>
            <a:r>
              <a:rPr lang="pt-BR" sz="15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Dívida Líquida</a:t>
            </a:r>
          </a:p>
          <a:p>
            <a:r>
              <a:rPr lang="pt-BR" sz="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</a:p>
          <a:p>
            <a:pPr algn="just"/>
            <a:r>
              <a:rPr lang="pt-B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</a:rPr>
              <a:t>A dívida líquida deve apresentar um aumento significativo, especialmente em 2026 e 2027, devido aos investimentos em aquisição de máquinas e no estoque de peças.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730CA3E-F01E-C70B-DD43-040403E3B8D4}"/>
              </a:ext>
            </a:extLst>
          </p:cNvPr>
          <p:cNvSpPr txBox="1"/>
          <p:nvPr/>
        </p:nvSpPr>
        <p:spPr>
          <a:xfrm>
            <a:off x="841035" y="1405971"/>
            <a:ext cx="6076700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Montserrat" panose="00000500000000000000" pitchFamily="2" charset="0"/>
              </a:rPr>
              <a:t>6. </a:t>
            </a:r>
            <a:r>
              <a:rPr lang="pt-BR" sz="15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Lucro Líquido</a:t>
            </a:r>
          </a:p>
          <a:p>
            <a:r>
              <a:rPr lang="pt-BR" sz="11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         </a:t>
            </a:r>
          </a:p>
          <a:p>
            <a:pPr algn="just"/>
            <a:r>
              <a:rPr lang="pt-B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+mn-lt"/>
                <a:cs typeface="+mn-lt"/>
              </a:rPr>
              <a:t>O lucro líquido deverá acompanhar a trajetória de crescimento da receita e do EBIT, embora possa ser impactado nos primeiros anos por maiores despesas financeiras relacionadas aos investimentos em máquinas e estoque.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15E7CE-A40C-DC71-61BF-6C753D9FEDD4}"/>
              </a:ext>
            </a:extLst>
          </p:cNvPr>
          <p:cNvSpPr txBox="1"/>
          <p:nvPr/>
        </p:nvSpPr>
        <p:spPr>
          <a:xfrm>
            <a:off x="7395382" y="2252357"/>
            <a:ext cx="65791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No entanto, a expectativa é que esse aumento seja gerenciável e que a empresa consiga gerar fluxo de caixa suficiente para amortizar a dívida ao longo dos anos.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CB2BCCF-421E-9E3F-3ADB-5FDD22ACA1D3}"/>
              </a:ext>
            </a:extLst>
          </p:cNvPr>
          <p:cNvSpPr txBox="1"/>
          <p:nvPr/>
        </p:nvSpPr>
        <p:spPr>
          <a:xfrm>
            <a:off x="4419684" y="9286521"/>
            <a:ext cx="62207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No entanto, a expectativa é que esse aumento seja gerenciável e que a empresa consiga gerar fluxo de caixa suficiente para amortizar a dívida ao longo dos anos.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891210A-83A7-F691-367D-67D087B6647C}"/>
              </a:ext>
            </a:extLst>
          </p:cNvPr>
          <p:cNvSpPr txBox="1"/>
          <p:nvPr/>
        </p:nvSpPr>
        <p:spPr>
          <a:xfrm>
            <a:off x="3710839" y="-1087753"/>
            <a:ext cx="62207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No entanto, a expectativa é que esse aumento seja gerenciável e que a empresa consiga gerar fluxo de caixa suficiente para amortizar a dívida ao longo dos anos.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B632BD3-FFC1-3F9C-88A5-9281778389EE}"/>
              </a:ext>
            </a:extLst>
          </p:cNvPr>
          <p:cNvSpPr txBox="1"/>
          <p:nvPr/>
        </p:nvSpPr>
        <p:spPr>
          <a:xfrm>
            <a:off x="1005248" y="307211"/>
            <a:ext cx="909739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Projeções Financeiras para a expansão da </a:t>
            </a:r>
            <a:r>
              <a:rPr lang="pt-BR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Multylog</a:t>
            </a:r>
            <a:r>
              <a:rPr lang="pt-B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.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B883156F-DBF5-477A-B144-699F76F976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283752"/>
              </p:ext>
            </p:extLst>
          </p:nvPr>
        </p:nvGraphicFramePr>
        <p:xfrm>
          <a:off x="7395382" y="3325871"/>
          <a:ext cx="6917190" cy="4887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49402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B40D8-5B5D-BAC7-E98C-19ECC419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7BB74FF-FC97-4FE9-AABE-04CCC56306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4386650"/>
              </p:ext>
            </p:extLst>
          </p:nvPr>
        </p:nvGraphicFramePr>
        <p:xfrm>
          <a:off x="902730" y="2867299"/>
          <a:ext cx="6176733" cy="4763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7" name="CaixaDeTexto 36">
            <a:extLst>
              <a:ext uri="{FF2B5EF4-FFF2-40B4-BE49-F238E27FC236}">
                <a16:creationId xmlns:a16="http://schemas.microsoft.com/office/drawing/2014/main" id="{1E48E106-E483-25B1-44D1-812AB98F3FC3}"/>
              </a:ext>
            </a:extLst>
          </p:cNvPr>
          <p:cNvSpPr txBox="1"/>
          <p:nvPr/>
        </p:nvSpPr>
        <p:spPr>
          <a:xfrm>
            <a:off x="1018885" y="437086"/>
            <a:ext cx="909739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Projeções Financeiras para a expansão da </a:t>
            </a:r>
            <a:r>
              <a:rPr lang="pt-BR" sz="2800" err="1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Multylog</a:t>
            </a:r>
            <a:endParaRPr lang="pt-BR" sz="2800">
              <a:solidFill>
                <a:schemeClr val="tx1">
                  <a:lumMod val="85000"/>
                  <a:lumOff val="15000"/>
                </a:schemeClr>
              </a:solidFill>
              <a:latin typeface="Aptos ExtraBold" panose="020B00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8D86547-E778-F372-BC3E-354F82583B65}"/>
              </a:ext>
            </a:extLst>
          </p:cNvPr>
          <p:cNvSpPr txBox="1"/>
          <p:nvPr/>
        </p:nvSpPr>
        <p:spPr>
          <a:xfrm>
            <a:off x="7649382" y="1405971"/>
            <a:ext cx="6490092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1600" b="1" dirty="0">
                <a:solidFill>
                  <a:srgbClr val="FF0000"/>
                </a:solidFill>
                <a:latin typeface="Montserrat" panose="00000500000000000000" pitchFamily="2" charset="0"/>
              </a:rPr>
              <a:t>9. </a:t>
            </a:r>
            <a:r>
              <a:rPr lang="pt-BR" sz="15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Dívida Líquida / EBIT</a:t>
            </a:r>
          </a:p>
          <a:p>
            <a:pPr algn="just"/>
            <a:endParaRPr lang="pt-BR" sz="900" b="1" dirty="0">
              <a:solidFill>
                <a:schemeClr val="tx1">
                  <a:lumMod val="85000"/>
                  <a:lumOff val="15000"/>
                </a:schemeClr>
              </a:solidFill>
              <a:latin typeface="Montserrat"/>
            </a:endParaRPr>
          </a:p>
          <a:p>
            <a:pPr algn="just"/>
            <a:r>
              <a:rPr lang="pt-B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</a:rPr>
              <a:t>Este é um dos indicadores mais críticos para empresas capitais intensivo, mostra quantos anos seriam necessários para uma empresa quitar sua dívida líquida, utilizando apenas o lucro antes de juros e impostos (EBIT) como base de geração de caixa.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F3347A5-8D9F-4314-FA3F-1813B0CE9071}"/>
              </a:ext>
            </a:extLst>
          </p:cNvPr>
          <p:cNvSpPr txBox="1"/>
          <p:nvPr/>
        </p:nvSpPr>
        <p:spPr>
          <a:xfrm>
            <a:off x="952747" y="1405971"/>
            <a:ext cx="6076700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Montserrat" panose="00000500000000000000" pitchFamily="2" charset="0"/>
              </a:rPr>
              <a:t>8. </a:t>
            </a:r>
            <a:r>
              <a:rPr lang="pt-BR" sz="14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Nível de Endividamento (Dívida Total / Patrimônio Líquido)</a:t>
            </a:r>
          </a:p>
          <a:p>
            <a:r>
              <a:rPr lang="pt-BR" sz="800" b="1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   </a:t>
            </a:r>
            <a:endParaRPr lang="pt-BR" sz="1500" b="1" dirty="0">
              <a:solidFill>
                <a:schemeClr val="bg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algn="just"/>
            <a:r>
              <a:rPr lang="pt-B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  <a:ea typeface="+mn-lt"/>
                <a:cs typeface="+mn-lt"/>
              </a:rPr>
              <a:t>Um nível de endividamento moderado a alto é comum em empresas de capital intensivo, desde que a capacidade de geração de caixa operacional (EBITDA) seja robusta o suficiente para cobrir os encargos da dívida e o principal.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7C16F2-B6D6-64CF-ECED-441E4041A147}"/>
              </a:ext>
            </a:extLst>
          </p:cNvPr>
          <p:cNvSpPr txBox="1"/>
          <p:nvPr/>
        </p:nvSpPr>
        <p:spPr>
          <a:xfrm>
            <a:off x="939917" y="2390856"/>
            <a:ext cx="608953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O objetivo é que este índice estabilize e comece a apresentar uma tendência de queda nos anos finais do período projetado, à medida que o patrimônio líquido cresce com os lucros retidos.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9EACC1E6-F233-4005-A2E6-7B8CB01A71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2875267"/>
              </p:ext>
            </p:extLst>
          </p:nvPr>
        </p:nvGraphicFramePr>
        <p:xfrm>
          <a:off x="7315200" y="2421635"/>
          <a:ext cx="6981018" cy="5355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4537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C3C1-C418-6E26-BCB7-D21CA26C0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aixaDeTexto 36">
            <a:extLst>
              <a:ext uri="{FF2B5EF4-FFF2-40B4-BE49-F238E27FC236}">
                <a16:creationId xmlns:a16="http://schemas.microsoft.com/office/drawing/2014/main" id="{509D4A23-09EA-82FF-BE9F-E510A75433CF}"/>
              </a:ext>
            </a:extLst>
          </p:cNvPr>
          <p:cNvSpPr txBox="1"/>
          <p:nvPr/>
        </p:nvSpPr>
        <p:spPr>
          <a:xfrm>
            <a:off x="1059839" y="437086"/>
            <a:ext cx="909739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Organograma comercial meta 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1989C2E5-47A1-76A2-AE7D-3F3990683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1" y="1866900"/>
            <a:ext cx="14423319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03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B38D9-E9F1-5AA0-3658-F2874C80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85D76EE-F2AF-4B4A-61EB-EBF45B6B09CD}"/>
              </a:ext>
            </a:extLst>
          </p:cNvPr>
          <p:cNvSpPr txBox="1"/>
          <p:nvPr/>
        </p:nvSpPr>
        <p:spPr>
          <a:xfrm>
            <a:off x="1059839" y="437086"/>
            <a:ext cx="909739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Organograma administrativo/ financeiro meta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256D04B-1A0F-2BBB-943E-2E3FF40A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838" y="2355209"/>
            <a:ext cx="17990161" cy="661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3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D19ED-076D-6655-CA91-5D3B3D3F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aixaDeTexto 36">
            <a:extLst>
              <a:ext uri="{FF2B5EF4-FFF2-40B4-BE49-F238E27FC236}">
                <a16:creationId xmlns:a16="http://schemas.microsoft.com/office/drawing/2014/main" id="{2E4BA880-ACD7-9AA1-58E1-BF5B43DCF6B0}"/>
              </a:ext>
            </a:extLst>
          </p:cNvPr>
          <p:cNvSpPr txBox="1"/>
          <p:nvPr/>
        </p:nvSpPr>
        <p:spPr>
          <a:xfrm>
            <a:off x="1018885" y="437086"/>
            <a:ext cx="9097397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>
                <a:solidFill>
                  <a:schemeClr val="tx1">
                    <a:lumMod val="85000"/>
                    <a:lumOff val="15000"/>
                  </a:schemeClr>
                </a:solidFill>
                <a:latin typeface="Aptos ExtraBold"/>
              </a:rPr>
              <a:t>Plano de Expansão Operacional</a:t>
            </a:r>
          </a:p>
        </p:txBody>
      </p:sp>
      <p:sp>
        <p:nvSpPr>
          <p:cNvPr id="3" name="Freeform: Shape 55">
            <a:extLst>
              <a:ext uri="{FF2B5EF4-FFF2-40B4-BE49-F238E27FC236}">
                <a16:creationId xmlns:a16="http://schemas.microsoft.com/office/drawing/2014/main" id="{FD59A0DA-F2E4-7FC9-C3AA-1B6FAD750E28}"/>
              </a:ext>
            </a:extLst>
          </p:cNvPr>
          <p:cNvSpPr/>
          <p:nvPr/>
        </p:nvSpPr>
        <p:spPr>
          <a:xfrm>
            <a:off x="9797275" y="2138997"/>
            <a:ext cx="45719" cy="5582911"/>
          </a:xfrm>
          <a:custGeom>
            <a:avLst/>
            <a:gdLst>
              <a:gd name="connsiteX0" fmla="*/ 0 w 0"/>
              <a:gd name="connsiteY0" fmla="*/ 0 h 2905125"/>
              <a:gd name="connsiteX1" fmla="*/ 0 w 0"/>
              <a:gd name="connsiteY1" fmla="*/ 2905125 h 290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905125">
                <a:moveTo>
                  <a:pt x="0" y="0"/>
                </a:moveTo>
                <a:lnTo>
                  <a:pt x="0" y="2905125"/>
                </a:lnTo>
              </a:path>
            </a:pathLst>
          </a:custGeom>
          <a:noFill/>
          <a:ln w="12700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Rectangle 59">
            <a:extLst>
              <a:ext uri="{FF2B5EF4-FFF2-40B4-BE49-F238E27FC236}">
                <a16:creationId xmlns:a16="http://schemas.microsoft.com/office/drawing/2014/main" id="{99137B89-C622-E4B3-ECFA-C856A2A6AFCF}"/>
              </a:ext>
            </a:extLst>
          </p:cNvPr>
          <p:cNvSpPr/>
          <p:nvPr/>
        </p:nvSpPr>
        <p:spPr>
          <a:xfrm>
            <a:off x="5978614" y="1734658"/>
            <a:ext cx="343342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 anchorCtr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pt-BR" sz="2400" b="1">
                <a:solidFill>
                  <a:srgbClr val="C0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Geração de demanda</a:t>
            </a:r>
          </a:p>
        </p:txBody>
      </p:sp>
      <p:sp>
        <p:nvSpPr>
          <p:cNvPr id="15" name="Rectangle 58">
            <a:extLst>
              <a:ext uri="{FF2B5EF4-FFF2-40B4-BE49-F238E27FC236}">
                <a16:creationId xmlns:a16="http://schemas.microsoft.com/office/drawing/2014/main" id="{A7447D55-49EC-F307-D864-F367B4BDBDA8}"/>
              </a:ext>
            </a:extLst>
          </p:cNvPr>
          <p:cNvSpPr/>
          <p:nvPr/>
        </p:nvSpPr>
        <p:spPr>
          <a:xfrm>
            <a:off x="10641070" y="1697149"/>
            <a:ext cx="3095419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 anchorCtr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pt-BR" sz="2400" b="1">
                <a:solidFill>
                  <a:srgbClr val="C0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Jornada do Cliente</a:t>
            </a:r>
          </a:p>
        </p:txBody>
      </p:sp>
      <p:sp>
        <p:nvSpPr>
          <p:cNvPr id="18" name="Rectangle 57">
            <a:extLst>
              <a:ext uri="{FF2B5EF4-FFF2-40B4-BE49-F238E27FC236}">
                <a16:creationId xmlns:a16="http://schemas.microsoft.com/office/drawing/2014/main" id="{BBE0B470-FA34-5EBC-2A8B-167E5BCF6450}"/>
              </a:ext>
            </a:extLst>
          </p:cNvPr>
          <p:cNvSpPr/>
          <p:nvPr/>
        </p:nvSpPr>
        <p:spPr>
          <a:xfrm>
            <a:off x="1329881" y="1734658"/>
            <a:ext cx="316649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 anchorCtr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pt-BR" sz="2400" b="1" dirty="0">
                <a:solidFill>
                  <a:srgbClr val="C0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Estrutura comercial</a:t>
            </a:r>
          </a:p>
        </p:txBody>
      </p:sp>
      <p:grpSp>
        <p:nvGrpSpPr>
          <p:cNvPr id="254" name="Group 99">
            <a:extLst>
              <a:ext uri="{FF2B5EF4-FFF2-40B4-BE49-F238E27FC236}">
                <a16:creationId xmlns:a16="http://schemas.microsoft.com/office/drawing/2014/main" id="{196BC697-5B97-112A-C8A6-B430C303932C}"/>
              </a:ext>
            </a:extLst>
          </p:cNvPr>
          <p:cNvGrpSpPr/>
          <p:nvPr/>
        </p:nvGrpSpPr>
        <p:grpSpPr>
          <a:xfrm>
            <a:off x="1659536" y="3167073"/>
            <a:ext cx="3552223" cy="2712469"/>
            <a:chOff x="2504327" y="992262"/>
            <a:chExt cx="3755703" cy="2980688"/>
          </a:xfrm>
        </p:grpSpPr>
        <p:grpSp>
          <p:nvGrpSpPr>
            <p:cNvPr id="255" name="Agrupar 254">
              <a:extLst>
                <a:ext uri="{FF2B5EF4-FFF2-40B4-BE49-F238E27FC236}">
                  <a16:creationId xmlns:a16="http://schemas.microsoft.com/office/drawing/2014/main" id="{D6D4B714-A437-CCF7-4B3C-4B21ACA0E287}"/>
                </a:ext>
              </a:extLst>
            </p:cNvPr>
            <p:cNvGrpSpPr/>
            <p:nvPr/>
          </p:nvGrpSpPr>
          <p:grpSpPr>
            <a:xfrm>
              <a:off x="2504327" y="1209260"/>
              <a:ext cx="2688502" cy="2763690"/>
              <a:chOff x="5554273" y="1294251"/>
              <a:chExt cx="3048554" cy="3133804"/>
            </a:xfrm>
          </p:grpSpPr>
          <p:sp>
            <p:nvSpPr>
              <p:cNvPr id="257" name="Google Shape;1564;p19">
                <a:extLst>
                  <a:ext uri="{FF2B5EF4-FFF2-40B4-BE49-F238E27FC236}">
                    <a16:creationId xmlns:a16="http://schemas.microsoft.com/office/drawing/2014/main" id="{EA5A0305-46B2-0026-CC70-F5865B65CA11}"/>
                  </a:ext>
                </a:extLst>
              </p:cNvPr>
              <p:cNvSpPr/>
              <p:nvPr/>
            </p:nvSpPr>
            <p:spPr>
              <a:xfrm>
                <a:off x="7164661" y="2707425"/>
                <a:ext cx="576163" cy="580966"/>
              </a:xfrm>
              <a:custGeom>
                <a:avLst/>
                <a:gdLst/>
                <a:ahLst/>
                <a:cxnLst/>
                <a:rect l="l" t="t" r="r" b="b"/>
                <a:pathLst>
                  <a:path w="5279" h="5323" extrusionOk="0">
                    <a:moveTo>
                      <a:pt x="3864" y="2293"/>
                    </a:moveTo>
                    <a:cubicBezTo>
                      <a:pt x="3890" y="2293"/>
                      <a:pt x="3910" y="2293"/>
                      <a:pt x="3917" y="2296"/>
                    </a:cubicBezTo>
                    <a:cubicBezTo>
                      <a:pt x="3937" y="2302"/>
                      <a:pt x="4002" y="2322"/>
                      <a:pt x="4022" y="2322"/>
                    </a:cubicBezTo>
                    <a:cubicBezTo>
                      <a:pt x="4035" y="2322"/>
                      <a:pt x="4147" y="2328"/>
                      <a:pt x="4147" y="2328"/>
                    </a:cubicBezTo>
                    <a:lnTo>
                      <a:pt x="4226" y="2414"/>
                    </a:lnTo>
                    <a:lnTo>
                      <a:pt x="4226" y="2506"/>
                    </a:lnTo>
                    <a:cubicBezTo>
                      <a:pt x="4226" y="2526"/>
                      <a:pt x="4206" y="2526"/>
                      <a:pt x="4187" y="2546"/>
                    </a:cubicBezTo>
                    <a:cubicBezTo>
                      <a:pt x="4167" y="2565"/>
                      <a:pt x="4167" y="2644"/>
                      <a:pt x="4167" y="2664"/>
                    </a:cubicBezTo>
                    <a:cubicBezTo>
                      <a:pt x="4167" y="2684"/>
                      <a:pt x="4206" y="2710"/>
                      <a:pt x="4160" y="2723"/>
                    </a:cubicBezTo>
                    <a:cubicBezTo>
                      <a:pt x="4114" y="2736"/>
                      <a:pt x="4035" y="2743"/>
                      <a:pt x="3996" y="2750"/>
                    </a:cubicBezTo>
                    <a:cubicBezTo>
                      <a:pt x="3950" y="2750"/>
                      <a:pt x="3871" y="2743"/>
                      <a:pt x="3752" y="2730"/>
                    </a:cubicBezTo>
                    <a:cubicBezTo>
                      <a:pt x="3634" y="2710"/>
                      <a:pt x="3542" y="2710"/>
                      <a:pt x="3515" y="2704"/>
                    </a:cubicBezTo>
                    <a:cubicBezTo>
                      <a:pt x="3489" y="2697"/>
                      <a:pt x="3450" y="2638"/>
                      <a:pt x="3489" y="2598"/>
                    </a:cubicBezTo>
                    <a:cubicBezTo>
                      <a:pt x="3522" y="2559"/>
                      <a:pt x="3535" y="2552"/>
                      <a:pt x="3548" y="2539"/>
                    </a:cubicBezTo>
                    <a:cubicBezTo>
                      <a:pt x="3561" y="2526"/>
                      <a:pt x="3601" y="2506"/>
                      <a:pt x="3601" y="2500"/>
                    </a:cubicBezTo>
                    <a:cubicBezTo>
                      <a:pt x="3601" y="2486"/>
                      <a:pt x="3581" y="2427"/>
                      <a:pt x="3607" y="2388"/>
                    </a:cubicBezTo>
                    <a:cubicBezTo>
                      <a:pt x="3634" y="2348"/>
                      <a:pt x="3673" y="2296"/>
                      <a:pt x="3713" y="2296"/>
                    </a:cubicBezTo>
                    <a:cubicBezTo>
                      <a:pt x="3739" y="2296"/>
                      <a:pt x="3812" y="2293"/>
                      <a:pt x="3864" y="2293"/>
                    </a:cubicBezTo>
                    <a:close/>
                    <a:moveTo>
                      <a:pt x="2156" y="1"/>
                    </a:moveTo>
                    <a:cubicBezTo>
                      <a:pt x="2141" y="1"/>
                      <a:pt x="2096" y="86"/>
                      <a:pt x="2061" y="150"/>
                    </a:cubicBezTo>
                    <a:cubicBezTo>
                      <a:pt x="2015" y="222"/>
                      <a:pt x="1975" y="374"/>
                      <a:pt x="1975" y="374"/>
                    </a:cubicBezTo>
                    <a:lnTo>
                      <a:pt x="1903" y="532"/>
                    </a:lnTo>
                    <a:cubicBezTo>
                      <a:pt x="1903" y="532"/>
                      <a:pt x="1863" y="683"/>
                      <a:pt x="1863" y="716"/>
                    </a:cubicBezTo>
                    <a:cubicBezTo>
                      <a:pt x="1863" y="756"/>
                      <a:pt x="1850" y="788"/>
                      <a:pt x="1804" y="867"/>
                    </a:cubicBezTo>
                    <a:cubicBezTo>
                      <a:pt x="1752" y="953"/>
                      <a:pt x="1699" y="900"/>
                      <a:pt x="1699" y="1071"/>
                    </a:cubicBezTo>
                    <a:cubicBezTo>
                      <a:pt x="1699" y="1243"/>
                      <a:pt x="1732" y="1269"/>
                      <a:pt x="1699" y="1348"/>
                    </a:cubicBezTo>
                    <a:cubicBezTo>
                      <a:pt x="1659" y="1427"/>
                      <a:pt x="1580" y="1447"/>
                      <a:pt x="1561" y="1578"/>
                    </a:cubicBezTo>
                    <a:cubicBezTo>
                      <a:pt x="1534" y="1703"/>
                      <a:pt x="1561" y="1782"/>
                      <a:pt x="1541" y="1848"/>
                    </a:cubicBezTo>
                    <a:cubicBezTo>
                      <a:pt x="1521" y="1914"/>
                      <a:pt x="1284" y="1953"/>
                      <a:pt x="1218" y="2059"/>
                    </a:cubicBezTo>
                    <a:cubicBezTo>
                      <a:pt x="1146" y="2164"/>
                      <a:pt x="1139" y="2276"/>
                      <a:pt x="1074" y="2394"/>
                    </a:cubicBezTo>
                    <a:cubicBezTo>
                      <a:pt x="1014" y="2519"/>
                      <a:pt x="975" y="2598"/>
                      <a:pt x="903" y="2625"/>
                    </a:cubicBezTo>
                    <a:cubicBezTo>
                      <a:pt x="830" y="2658"/>
                      <a:pt x="718" y="2644"/>
                      <a:pt x="646" y="2690"/>
                    </a:cubicBezTo>
                    <a:cubicBezTo>
                      <a:pt x="580" y="2730"/>
                      <a:pt x="573" y="2815"/>
                      <a:pt x="475" y="2862"/>
                    </a:cubicBezTo>
                    <a:cubicBezTo>
                      <a:pt x="383" y="2901"/>
                      <a:pt x="330" y="2894"/>
                      <a:pt x="330" y="2954"/>
                    </a:cubicBezTo>
                    <a:cubicBezTo>
                      <a:pt x="330" y="3019"/>
                      <a:pt x="363" y="3026"/>
                      <a:pt x="363" y="3092"/>
                    </a:cubicBezTo>
                    <a:cubicBezTo>
                      <a:pt x="363" y="3158"/>
                      <a:pt x="383" y="3230"/>
                      <a:pt x="258" y="3322"/>
                    </a:cubicBezTo>
                    <a:cubicBezTo>
                      <a:pt x="251" y="3329"/>
                      <a:pt x="244" y="3335"/>
                      <a:pt x="238" y="3342"/>
                    </a:cubicBezTo>
                    <a:cubicBezTo>
                      <a:pt x="225" y="3349"/>
                      <a:pt x="218" y="3355"/>
                      <a:pt x="211" y="3362"/>
                    </a:cubicBezTo>
                    <a:cubicBezTo>
                      <a:pt x="205" y="3375"/>
                      <a:pt x="198" y="3381"/>
                      <a:pt x="192" y="3395"/>
                    </a:cubicBezTo>
                    <a:cubicBezTo>
                      <a:pt x="179" y="3401"/>
                      <a:pt x="172" y="3414"/>
                      <a:pt x="165" y="3421"/>
                    </a:cubicBezTo>
                    <a:cubicBezTo>
                      <a:pt x="165" y="3428"/>
                      <a:pt x="159" y="3434"/>
                      <a:pt x="159" y="3441"/>
                    </a:cubicBezTo>
                    <a:cubicBezTo>
                      <a:pt x="152" y="3441"/>
                      <a:pt x="152" y="3447"/>
                      <a:pt x="146" y="3454"/>
                    </a:cubicBezTo>
                    <a:cubicBezTo>
                      <a:pt x="139" y="3467"/>
                      <a:pt x="133" y="3474"/>
                      <a:pt x="126" y="3487"/>
                    </a:cubicBezTo>
                    <a:cubicBezTo>
                      <a:pt x="119" y="3500"/>
                      <a:pt x="113" y="3507"/>
                      <a:pt x="106" y="3520"/>
                    </a:cubicBezTo>
                    <a:cubicBezTo>
                      <a:pt x="100" y="3533"/>
                      <a:pt x="93" y="3539"/>
                      <a:pt x="86" y="3553"/>
                    </a:cubicBezTo>
                    <a:cubicBezTo>
                      <a:pt x="86" y="3553"/>
                      <a:pt x="86" y="3559"/>
                      <a:pt x="86" y="3559"/>
                    </a:cubicBezTo>
                    <a:cubicBezTo>
                      <a:pt x="80" y="3566"/>
                      <a:pt x="80" y="3572"/>
                      <a:pt x="73" y="3585"/>
                    </a:cubicBezTo>
                    <a:cubicBezTo>
                      <a:pt x="67" y="3599"/>
                      <a:pt x="60" y="3618"/>
                      <a:pt x="54" y="3632"/>
                    </a:cubicBezTo>
                    <a:cubicBezTo>
                      <a:pt x="47" y="3638"/>
                      <a:pt x="47" y="3645"/>
                      <a:pt x="47" y="3645"/>
                    </a:cubicBezTo>
                    <a:cubicBezTo>
                      <a:pt x="40" y="3658"/>
                      <a:pt x="40" y="3664"/>
                      <a:pt x="34" y="3678"/>
                    </a:cubicBezTo>
                    <a:cubicBezTo>
                      <a:pt x="34" y="3684"/>
                      <a:pt x="34" y="3691"/>
                      <a:pt x="34" y="3697"/>
                    </a:cubicBezTo>
                    <a:cubicBezTo>
                      <a:pt x="27" y="3704"/>
                      <a:pt x="27" y="3704"/>
                      <a:pt x="27" y="3711"/>
                    </a:cubicBezTo>
                    <a:cubicBezTo>
                      <a:pt x="27" y="3717"/>
                      <a:pt x="21" y="3724"/>
                      <a:pt x="21" y="3724"/>
                    </a:cubicBezTo>
                    <a:cubicBezTo>
                      <a:pt x="21" y="3730"/>
                      <a:pt x="21" y="3730"/>
                      <a:pt x="21" y="3730"/>
                    </a:cubicBezTo>
                    <a:cubicBezTo>
                      <a:pt x="21" y="3737"/>
                      <a:pt x="21" y="3737"/>
                      <a:pt x="21" y="3743"/>
                    </a:cubicBezTo>
                    <a:cubicBezTo>
                      <a:pt x="21" y="3743"/>
                      <a:pt x="21" y="3750"/>
                      <a:pt x="21" y="3750"/>
                    </a:cubicBezTo>
                    <a:cubicBezTo>
                      <a:pt x="21" y="3829"/>
                      <a:pt x="21" y="3901"/>
                      <a:pt x="27" y="3954"/>
                    </a:cubicBezTo>
                    <a:cubicBezTo>
                      <a:pt x="34" y="4013"/>
                      <a:pt x="93" y="4092"/>
                      <a:pt x="93" y="4132"/>
                    </a:cubicBezTo>
                    <a:cubicBezTo>
                      <a:pt x="93" y="4178"/>
                      <a:pt x="133" y="4230"/>
                      <a:pt x="67" y="4230"/>
                    </a:cubicBezTo>
                    <a:cubicBezTo>
                      <a:pt x="67" y="4230"/>
                      <a:pt x="1" y="4290"/>
                      <a:pt x="67" y="4342"/>
                    </a:cubicBezTo>
                    <a:cubicBezTo>
                      <a:pt x="133" y="4395"/>
                      <a:pt x="304" y="4408"/>
                      <a:pt x="304" y="4408"/>
                    </a:cubicBezTo>
                    <a:cubicBezTo>
                      <a:pt x="304" y="4408"/>
                      <a:pt x="277" y="4533"/>
                      <a:pt x="251" y="4546"/>
                    </a:cubicBezTo>
                    <a:cubicBezTo>
                      <a:pt x="225" y="4566"/>
                      <a:pt x="165" y="4612"/>
                      <a:pt x="218" y="4639"/>
                    </a:cubicBezTo>
                    <a:cubicBezTo>
                      <a:pt x="254" y="4664"/>
                      <a:pt x="258" y="4702"/>
                      <a:pt x="298" y="4702"/>
                    </a:cubicBezTo>
                    <a:cubicBezTo>
                      <a:pt x="310" y="4702"/>
                      <a:pt x="324" y="4698"/>
                      <a:pt x="343" y="4691"/>
                    </a:cubicBezTo>
                    <a:cubicBezTo>
                      <a:pt x="411" y="4660"/>
                      <a:pt x="367" y="4641"/>
                      <a:pt x="408" y="4641"/>
                    </a:cubicBezTo>
                    <a:cubicBezTo>
                      <a:pt x="419" y="4641"/>
                      <a:pt x="435" y="4642"/>
                      <a:pt x="462" y="4645"/>
                    </a:cubicBezTo>
                    <a:cubicBezTo>
                      <a:pt x="580" y="4658"/>
                      <a:pt x="600" y="4639"/>
                      <a:pt x="639" y="4704"/>
                    </a:cubicBezTo>
                    <a:cubicBezTo>
                      <a:pt x="685" y="4764"/>
                      <a:pt x="777" y="4810"/>
                      <a:pt x="863" y="4875"/>
                    </a:cubicBezTo>
                    <a:cubicBezTo>
                      <a:pt x="949" y="4948"/>
                      <a:pt x="1146" y="4961"/>
                      <a:pt x="1192" y="4968"/>
                    </a:cubicBezTo>
                    <a:cubicBezTo>
                      <a:pt x="1232" y="4974"/>
                      <a:pt x="1363" y="5027"/>
                      <a:pt x="1383" y="5053"/>
                    </a:cubicBezTo>
                    <a:cubicBezTo>
                      <a:pt x="1396" y="5086"/>
                      <a:pt x="1409" y="5112"/>
                      <a:pt x="1482" y="5145"/>
                    </a:cubicBezTo>
                    <a:cubicBezTo>
                      <a:pt x="1554" y="5185"/>
                      <a:pt x="1580" y="5264"/>
                      <a:pt x="1633" y="5323"/>
                    </a:cubicBezTo>
                    <a:cubicBezTo>
                      <a:pt x="1646" y="5310"/>
                      <a:pt x="1659" y="5297"/>
                      <a:pt x="1666" y="5283"/>
                    </a:cubicBezTo>
                    <a:cubicBezTo>
                      <a:pt x="1679" y="5237"/>
                      <a:pt x="1666" y="5191"/>
                      <a:pt x="1679" y="5145"/>
                    </a:cubicBezTo>
                    <a:cubicBezTo>
                      <a:pt x="1699" y="5079"/>
                      <a:pt x="1817" y="5053"/>
                      <a:pt x="1857" y="5014"/>
                    </a:cubicBezTo>
                    <a:cubicBezTo>
                      <a:pt x="1863" y="5014"/>
                      <a:pt x="1863" y="5007"/>
                      <a:pt x="1870" y="5007"/>
                    </a:cubicBezTo>
                    <a:cubicBezTo>
                      <a:pt x="1870" y="5000"/>
                      <a:pt x="1877" y="5000"/>
                      <a:pt x="1877" y="5000"/>
                    </a:cubicBezTo>
                    <a:cubicBezTo>
                      <a:pt x="1877" y="4994"/>
                      <a:pt x="1877" y="4994"/>
                      <a:pt x="1883" y="4987"/>
                    </a:cubicBezTo>
                    <a:cubicBezTo>
                      <a:pt x="1883" y="4987"/>
                      <a:pt x="1883" y="4981"/>
                      <a:pt x="1890" y="4981"/>
                    </a:cubicBezTo>
                    <a:cubicBezTo>
                      <a:pt x="1890" y="4974"/>
                      <a:pt x="1896" y="4961"/>
                      <a:pt x="1896" y="4954"/>
                    </a:cubicBezTo>
                    <a:cubicBezTo>
                      <a:pt x="1903" y="4954"/>
                      <a:pt x="1903" y="4948"/>
                      <a:pt x="1903" y="4941"/>
                    </a:cubicBezTo>
                    <a:cubicBezTo>
                      <a:pt x="1909" y="4922"/>
                      <a:pt x="1916" y="4902"/>
                      <a:pt x="1923" y="4875"/>
                    </a:cubicBezTo>
                    <a:cubicBezTo>
                      <a:pt x="1936" y="4829"/>
                      <a:pt x="1988" y="4737"/>
                      <a:pt x="2021" y="4704"/>
                    </a:cubicBezTo>
                    <a:cubicBezTo>
                      <a:pt x="2061" y="4671"/>
                      <a:pt x="2179" y="4671"/>
                      <a:pt x="2252" y="4652"/>
                    </a:cubicBezTo>
                    <a:cubicBezTo>
                      <a:pt x="2324" y="4632"/>
                      <a:pt x="2449" y="4599"/>
                      <a:pt x="2469" y="4599"/>
                    </a:cubicBezTo>
                    <a:cubicBezTo>
                      <a:pt x="2489" y="4599"/>
                      <a:pt x="2587" y="4553"/>
                      <a:pt x="2614" y="4553"/>
                    </a:cubicBezTo>
                    <a:cubicBezTo>
                      <a:pt x="2640" y="4553"/>
                      <a:pt x="2706" y="4599"/>
                      <a:pt x="2778" y="4599"/>
                    </a:cubicBezTo>
                    <a:cubicBezTo>
                      <a:pt x="2851" y="4599"/>
                      <a:pt x="2851" y="4592"/>
                      <a:pt x="2870" y="4573"/>
                    </a:cubicBezTo>
                    <a:cubicBezTo>
                      <a:pt x="2890" y="4546"/>
                      <a:pt x="2962" y="4507"/>
                      <a:pt x="3002" y="4487"/>
                    </a:cubicBezTo>
                    <a:cubicBezTo>
                      <a:pt x="3048" y="4461"/>
                      <a:pt x="3068" y="4454"/>
                      <a:pt x="3120" y="4448"/>
                    </a:cubicBezTo>
                    <a:cubicBezTo>
                      <a:pt x="3147" y="4444"/>
                      <a:pt x="3185" y="4443"/>
                      <a:pt x="3218" y="4443"/>
                    </a:cubicBezTo>
                    <a:cubicBezTo>
                      <a:pt x="3252" y="4443"/>
                      <a:pt x="3282" y="4444"/>
                      <a:pt x="3292" y="4448"/>
                    </a:cubicBezTo>
                    <a:cubicBezTo>
                      <a:pt x="3301" y="4450"/>
                      <a:pt x="3315" y="4452"/>
                      <a:pt x="3332" y="4452"/>
                    </a:cubicBezTo>
                    <a:cubicBezTo>
                      <a:pt x="3360" y="4452"/>
                      <a:pt x="3396" y="4447"/>
                      <a:pt x="3430" y="4434"/>
                    </a:cubicBezTo>
                    <a:cubicBezTo>
                      <a:pt x="3446" y="4426"/>
                      <a:pt x="3463" y="4423"/>
                      <a:pt x="3480" y="4423"/>
                    </a:cubicBezTo>
                    <a:cubicBezTo>
                      <a:pt x="3517" y="4423"/>
                      <a:pt x="3552" y="4439"/>
                      <a:pt x="3575" y="4448"/>
                    </a:cubicBezTo>
                    <a:cubicBezTo>
                      <a:pt x="3607" y="4461"/>
                      <a:pt x="3700" y="4494"/>
                      <a:pt x="3746" y="4520"/>
                    </a:cubicBezTo>
                    <a:cubicBezTo>
                      <a:pt x="3751" y="4523"/>
                      <a:pt x="3757" y="4525"/>
                      <a:pt x="3764" y="4525"/>
                    </a:cubicBezTo>
                    <a:cubicBezTo>
                      <a:pt x="3816" y="4525"/>
                      <a:pt x="3920" y="4453"/>
                      <a:pt x="3943" y="4448"/>
                    </a:cubicBezTo>
                    <a:cubicBezTo>
                      <a:pt x="3969" y="4434"/>
                      <a:pt x="4055" y="4375"/>
                      <a:pt x="4108" y="4336"/>
                    </a:cubicBezTo>
                    <a:cubicBezTo>
                      <a:pt x="4167" y="4296"/>
                      <a:pt x="4193" y="4270"/>
                      <a:pt x="4220" y="4237"/>
                    </a:cubicBezTo>
                    <a:cubicBezTo>
                      <a:pt x="4246" y="4198"/>
                      <a:pt x="4206" y="4165"/>
                      <a:pt x="4206" y="4138"/>
                    </a:cubicBezTo>
                    <a:cubicBezTo>
                      <a:pt x="4200" y="4119"/>
                      <a:pt x="4173" y="4046"/>
                      <a:pt x="4173" y="4013"/>
                    </a:cubicBezTo>
                    <a:cubicBezTo>
                      <a:pt x="4167" y="3980"/>
                      <a:pt x="4206" y="3941"/>
                      <a:pt x="4213" y="3921"/>
                    </a:cubicBezTo>
                    <a:cubicBezTo>
                      <a:pt x="4226" y="3908"/>
                      <a:pt x="4213" y="3836"/>
                      <a:pt x="4187" y="3822"/>
                    </a:cubicBezTo>
                    <a:cubicBezTo>
                      <a:pt x="4167" y="3809"/>
                      <a:pt x="4127" y="3816"/>
                      <a:pt x="4081" y="3776"/>
                    </a:cubicBezTo>
                    <a:cubicBezTo>
                      <a:pt x="4042" y="3737"/>
                      <a:pt x="4094" y="3691"/>
                      <a:pt x="4121" y="3645"/>
                    </a:cubicBezTo>
                    <a:cubicBezTo>
                      <a:pt x="4141" y="3599"/>
                      <a:pt x="4220" y="3539"/>
                      <a:pt x="4246" y="3507"/>
                    </a:cubicBezTo>
                    <a:cubicBezTo>
                      <a:pt x="4272" y="3474"/>
                      <a:pt x="4325" y="3454"/>
                      <a:pt x="4358" y="3434"/>
                    </a:cubicBezTo>
                    <a:cubicBezTo>
                      <a:pt x="4384" y="3414"/>
                      <a:pt x="4345" y="3342"/>
                      <a:pt x="4318" y="3289"/>
                    </a:cubicBezTo>
                    <a:cubicBezTo>
                      <a:pt x="4292" y="3237"/>
                      <a:pt x="4259" y="3197"/>
                      <a:pt x="4206" y="3138"/>
                    </a:cubicBezTo>
                    <a:cubicBezTo>
                      <a:pt x="4154" y="3079"/>
                      <a:pt x="4167" y="3052"/>
                      <a:pt x="4154" y="3013"/>
                    </a:cubicBezTo>
                    <a:cubicBezTo>
                      <a:pt x="4141" y="2973"/>
                      <a:pt x="4173" y="2987"/>
                      <a:pt x="4206" y="2941"/>
                    </a:cubicBezTo>
                    <a:cubicBezTo>
                      <a:pt x="4239" y="2888"/>
                      <a:pt x="4206" y="2881"/>
                      <a:pt x="4206" y="2815"/>
                    </a:cubicBezTo>
                    <a:cubicBezTo>
                      <a:pt x="4206" y="2750"/>
                      <a:pt x="4226" y="2710"/>
                      <a:pt x="4239" y="2684"/>
                    </a:cubicBezTo>
                    <a:cubicBezTo>
                      <a:pt x="4246" y="2664"/>
                      <a:pt x="4318" y="2664"/>
                      <a:pt x="4331" y="2664"/>
                    </a:cubicBezTo>
                    <a:cubicBezTo>
                      <a:pt x="4345" y="2664"/>
                      <a:pt x="4410" y="2651"/>
                      <a:pt x="4483" y="2638"/>
                    </a:cubicBezTo>
                    <a:cubicBezTo>
                      <a:pt x="4555" y="2618"/>
                      <a:pt x="4562" y="2605"/>
                      <a:pt x="4601" y="2579"/>
                    </a:cubicBezTo>
                    <a:cubicBezTo>
                      <a:pt x="4634" y="2552"/>
                      <a:pt x="4601" y="2513"/>
                      <a:pt x="4601" y="2500"/>
                    </a:cubicBezTo>
                    <a:cubicBezTo>
                      <a:pt x="4595" y="2493"/>
                      <a:pt x="4555" y="2453"/>
                      <a:pt x="4535" y="2407"/>
                    </a:cubicBezTo>
                    <a:cubicBezTo>
                      <a:pt x="4516" y="2361"/>
                      <a:pt x="4483" y="2328"/>
                      <a:pt x="4483" y="2309"/>
                    </a:cubicBezTo>
                    <a:cubicBezTo>
                      <a:pt x="4476" y="2282"/>
                      <a:pt x="4549" y="2230"/>
                      <a:pt x="4555" y="2203"/>
                    </a:cubicBezTo>
                    <a:cubicBezTo>
                      <a:pt x="4562" y="2177"/>
                      <a:pt x="4509" y="2124"/>
                      <a:pt x="4483" y="2085"/>
                    </a:cubicBezTo>
                    <a:cubicBezTo>
                      <a:pt x="4463" y="2045"/>
                      <a:pt x="4529" y="1993"/>
                      <a:pt x="4562" y="1986"/>
                    </a:cubicBezTo>
                    <a:cubicBezTo>
                      <a:pt x="4571" y="1984"/>
                      <a:pt x="4579" y="1983"/>
                      <a:pt x="4586" y="1983"/>
                    </a:cubicBezTo>
                    <a:cubicBezTo>
                      <a:pt x="4601" y="1983"/>
                      <a:pt x="4612" y="1986"/>
                      <a:pt x="4621" y="1986"/>
                    </a:cubicBezTo>
                    <a:cubicBezTo>
                      <a:pt x="4641" y="1986"/>
                      <a:pt x="4693" y="2006"/>
                      <a:pt x="4733" y="2019"/>
                    </a:cubicBezTo>
                    <a:cubicBezTo>
                      <a:pt x="4744" y="2021"/>
                      <a:pt x="4753" y="2022"/>
                      <a:pt x="4760" y="2022"/>
                    </a:cubicBezTo>
                    <a:cubicBezTo>
                      <a:pt x="4781" y="2022"/>
                      <a:pt x="4786" y="2014"/>
                      <a:pt x="4805" y="1999"/>
                    </a:cubicBezTo>
                    <a:cubicBezTo>
                      <a:pt x="4825" y="1986"/>
                      <a:pt x="4799" y="1953"/>
                      <a:pt x="4779" y="1920"/>
                    </a:cubicBezTo>
                    <a:cubicBezTo>
                      <a:pt x="4759" y="1888"/>
                      <a:pt x="4746" y="1855"/>
                      <a:pt x="4733" y="1835"/>
                    </a:cubicBezTo>
                    <a:cubicBezTo>
                      <a:pt x="4726" y="1815"/>
                      <a:pt x="4786" y="1716"/>
                      <a:pt x="4786" y="1716"/>
                    </a:cubicBezTo>
                    <a:cubicBezTo>
                      <a:pt x="4786" y="1716"/>
                      <a:pt x="4878" y="1789"/>
                      <a:pt x="4891" y="1802"/>
                    </a:cubicBezTo>
                    <a:cubicBezTo>
                      <a:pt x="4904" y="1815"/>
                      <a:pt x="4937" y="1855"/>
                      <a:pt x="4990" y="1901"/>
                    </a:cubicBezTo>
                    <a:cubicBezTo>
                      <a:pt x="5005" y="1916"/>
                      <a:pt x="5017" y="1921"/>
                      <a:pt x="5027" y="1921"/>
                    </a:cubicBezTo>
                    <a:cubicBezTo>
                      <a:pt x="5047" y="1921"/>
                      <a:pt x="5062" y="1901"/>
                      <a:pt x="5088" y="1901"/>
                    </a:cubicBezTo>
                    <a:cubicBezTo>
                      <a:pt x="5128" y="1901"/>
                      <a:pt x="5207" y="1914"/>
                      <a:pt x="5207" y="1914"/>
                    </a:cubicBezTo>
                    <a:cubicBezTo>
                      <a:pt x="5213" y="1888"/>
                      <a:pt x="5167" y="1861"/>
                      <a:pt x="5167" y="1848"/>
                    </a:cubicBezTo>
                    <a:lnTo>
                      <a:pt x="5167" y="1611"/>
                    </a:lnTo>
                    <a:cubicBezTo>
                      <a:pt x="5167" y="1545"/>
                      <a:pt x="5200" y="1558"/>
                      <a:pt x="5226" y="1539"/>
                    </a:cubicBezTo>
                    <a:cubicBezTo>
                      <a:pt x="5253" y="1526"/>
                      <a:pt x="5233" y="1486"/>
                      <a:pt x="5207" y="1473"/>
                    </a:cubicBezTo>
                    <a:cubicBezTo>
                      <a:pt x="5187" y="1460"/>
                      <a:pt x="5121" y="1407"/>
                      <a:pt x="5049" y="1361"/>
                    </a:cubicBezTo>
                    <a:cubicBezTo>
                      <a:pt x="4983" y="1315"/>
                      <a:pt x="5029" y="1210"/>
                      <a:pt x="5036" y="1177"/>
                    </a:cubicBezTo>
                    <a:cubicBezTo>
                      <a:pt x="5042" y="1144"/>
                      <a:pt x="5055" y="1065"/>
                      <a:pt x="5049" y="1019"/>
                    </a:cubicBezTo>
                    <a:cubicBezTo>
                      <a:pt x="5049" y="966"/>
                      <a:pt x="5029" y="953"/>
                      <a:pt x="5029" y="887"/>
                    </a:cubicBezTo>
                    <a:cubicBezTo>
                      <a:pt x="5029" y="821"/>
                      <a:pt x="5042" y="841"/>
                      <a:pt x="5088" y="788"/>
                    </a:cubicBezTo>
                    <a:cubicBezTo>
                      <a:pt x="5134" y="742"/>
                      <a:pt x="5226" y="723"/>
                      <a:pt x="5253" y="683"/>
                    </a:cubicBezTo>
                    <a:cubicBezTo>
                      <a:pt x="5278" y="647"/>
                      <a:pt x="5200" y="643"/>
                      <a:pt x="5152" y="643"/>
                    </a:cubicBezTo>
                    <a:cubicBezTo>
                      <a:pt x="5138" y="643"/>
                      <a:pt x="5127" y="644"/>
                      <a:pt x="5121" y="644"/>
                    </a:cubicBezTo>
                    <a:cubicBezTo>
                      <a:pt x="5106" y="644"/>
                      <a:pt x="5075" y="651"/>
                      <a:pt x="5046" y="651"/>
                    </a:cubicBezTo>
                    <a:cubicBezTo>
                      <a:pt x="5015" y="651"/>
                      <a:pt x="4986" y="642"/>
                      <a:pt x="4983" y="604"/>
                    </a:cubicBezTo>
                    <a:cubicBezTo>
                      <a:pt x="4970" y="532"/>
                      <a:pt x="5036" y="512"/>
                      <a:pt x="5055" y="486"/>
                    </a:cubicBezTo>
                    <a:cubicBezTo>
                      <a:pt x="5055" y="486"/>
                      <a:pt x="4917" y="459"/>
                      <a:pt x="4865" y="459"/>
                    </a:cubicBezTo>
                    <a:cubicBezTo>
                      <a:pt x="4812" y="459"/>
                      <a:pt x="4739" y="466"/>
                      <a:pt x="4687" y="479"/>
                    </a:cubicBezTo>
                    <a:cubicBezTo>
                      <a:pt x="4634" y="492"/>
                      <a:pt x="4522" y="584"/>
                      <a:pt x="4476" y="630"/>
                    </a:cubicBezTo>
                    <a:cubicBezTo>
                      <a:pt x="4446" y="661"/>
                      <a:pt x="4399" y="667"/>
                      <a:pt x="4354" y="667"/>
                    </a:cubicBezTo>
                    <a:cubicBezTo>
                      <a:pt x="4320" y="667"/>
                      <a:pt x="4288" y="663"/>
                      <a:pt x="4266" y="663"/>
                    </a:cubicBezTo>
                    <a:cubicBezTo>
                      <a:pt x="4213" y="663"/>
                      <a:pt x="4193" y="644"/>
                      <a:pt x="4160" y="617"/>
                    </a:cubicBezTo>
                    <a:cubicBezTo>
                      <a:pt x="4132" y="594"/>
                      <a:pt x="4104" y="590"/>
                      <a:pt x="4071" y="590"/>
                    </a:cubicBezTo>
                    <a:cubicBezTo>
                      <a:pt x="4058" y="590"/>
                      <a:pt x="4044" y="591"/>
                      <a:pt x="4029" y="591"/>
                    </a:cubicBezTo>
                    <a:cubicBezTo>
                      <a:pt x="3976" y="591"/>
                      <a:pt x="4048" y="690"/>
                      <a:pt x="4022" y="716"/>
                    </a:cubicBezTo>
                    <a:cubicBezTo>
                      <a:pt x="3996" y="749"/>
                      <a:pt x="4042" y="769"/>
                      <a:pt x="4022" y="815"/>
                    </a:cubicBezTo>
                    <a:cubicBezTo>
                      <a:pt x="4018" y="825"/>
                      <a:pt x="4011" y="828"/>
                      <a:pt x="4003" y="828"/>
                    </a:cubicBezTo>
                    <a:cubicBezTo>
                      <a:pt x="3972" y="828"/>
                      <a:pt x="3923" y="775"/>
                      <a:pt x="3923" y="775"/>
                    </a:cubicBezTo>
                    <a:cubicBezTo>
                      <a:pt x="3923" y="775"/>
                      <a:pt x="3627" y="663"/>
                      <a:pt x="3588" y="663"/>
                    </a:cubicBezTo>
                    <a:cubicBezTo>
                      <a:pt x="3555" y="663"/>
                      <a:pt x="3522" y="690"/>
                      <a:pt x="3496" y="696"/>
                    </a:cubicBezTo>
                    <a:cubicBezTo>
                      <a:pt x="3490" y="698"/>
                      <a:pt x="3477" y="700"/>
                      <a:pt x="3459" y="700"/>
                    </a:cubicBezTo>
                    <a:cubicBezTo>
                      <a:pt x="3419" y="700"/>
                      <a:pt x="3355" y="690"/>
                      <a:pt x="3305" y="644"/>
                    </a:cubicBezTo>
                    <a:cubicBezTo>
                      <a:pt x="3232" y="578"/>
                      <a:pt x="3305" y="558"/>
                      <a:pt x="3305" y="525"/>
                    </a:cubicBezTo>
                    <a:cubicBezTo>
                      <a:pt x="3305" y="486"/>
                      <a:pt x="3239" y="420"/>
                      <a:pt x="3199" y="407"/>
                    </a:cubicBezTo>
                    <a:cubicBezTo>
                      <a:pt x="3196" y="405"/>
                      <a:pt x="3193" y="405"/>
                      <a:pt x="3191" y="405"/>
                    </a:cubicBezTo>
                    <a:cubicBezTo>
                      <a:pt x="3166" y="405"/>
                      <a:pt x="3161" y="457"/>
                      <a:pt x="3107" y="492"/>
                    </a:cubicBezTo>
                    <a:cubicBezTo>
                      <a:pt x="3095" y="502"/>
                      <a:pt x="3086" y="506"/>
                      <a:pt x="3079" y="506"/>
                    </a:cubicBezTo>
                    <a:cubicBezTo>
                      <a:pt x="3056" y="506"/>
                      <a:pt x="3052" y="462"/>
                      <a:pt x="3002" y="407"/>
                    </a:cubicBezTo>
                    <a:cubicBezTo>
                      <a:pt x="2985" y="385"/>
                      <a:pt x="2975" y="377"/>
                      <a:pt x="2969" y="377"/>
                    </a:cubicBezTo>
                    <a:cubicBezTo>
                      <a:pt x="2953" y="377"/>
                      <a:pt x="2954" y="425"/>
                      <a:pt x="2903" y="453"/>
                    </a:cubicBezTo>
                    <a:cubicBezTo>
                      <a:pt x="2824" y="499"/>
                      <a:pt x="2837" y="598"/>
                      <a:pt x="2824" y="650"/>
                    </a:cubicBezTo>
                    <a:cubicBezTo>
                      <a:pt x="2819" y="692"/>
                      <a:pt x="2784" y="697"/>
                      <a:pt x="2771" y="697"/>
                    </a:cubicBezTo>
                    <a:cubicBezTo>
                      <a:pt x="2767" y="697"/>
                      <a:pt x="2765" y="696"/>
                      <a:pt x="2765" y="696"/>
                    </a:cubicBezTo>
                    <a:lnTo>
                      <a:pt x="2620" y="624"/>
                    </a:lnTo>
                    <a:cubicBezTo>
                      <a:pt x="2620" y="624"/>
                      <a:pt x="2508" y="512"/>
                      <a:pt x="2462" y="459"/>
                    </a:cubicBezTo>
                    <a:cubicBezTo>
                      <a:pt x="2445" y="444"/>
                      <a:pt x="2423" y="439"/>
                      <a:pt x="2400" y="439"/>
                    </a:cubicBezTo>
                    <a:cubicBezTo>
                      <a:pt x="2356" y="439"/>
                      <a:pt x="2309" y="459"/>
                      <a:pt x="2291" y="459"/>
                    </a:cubicBezTo>
                    <a:cubicBezTo>
                      <a:pt x="2265" y="459"/>
                      <a:pt x="2206" y="446"/>
                      <a:pt x="2133" y="400"/>
                    </a:cubicBezTo>
                    <a:cubicBezTo>
                      <a:pt x="2054" y="361"/>
                      <a:pt x="2120" y="255"/>
                      <a:pt x="2133" y="190"/>
                    </a:cubicBezTo>
                    <a:cubicBezTo>
                      <a:pt x="2140" y="124"/>
                      <a:pt x="2166" y="25"/>
                      <a:pt x="2160" y="5"/>
                    </a:cubicBezTo>
                    <a:cubicBezTo>
                      <a:pt x="2159" y="2"/>
                      <a:pt x="2157" y="1"/>
                      <a:pt x="2156" y="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565;p19">
                <a:extLst>
                  <a:ext uri="{FF2B5EF4-FFF2-40B4-BE49-F238E27FC236}">
                    <a16:creationId xmlns:a16="http://schemas.microsoft.com/office/drawing/2014/main" id="{E807A669-AA83-434B-06EC-6E9EA98E9065}"/>
                  </a:ext>
                </a:extLst>
              </p:cNvPr>
              <p:cNvSpPr/>
              <p:nvPr/>
            </p:nvSpPr>
            <p:spPr>
              <a:xfrm>
                <a:off x="7113692" y="3804087"/>
                <a:ext cx="427511" cy="275912"/>
              </a:xfrm>
              <a:custGeom>
                <a:avLst/>
                <a:gdLst/>
                <a:ahLst/>
                <a:cxnLst/>
                <a:rect l="l" t="t" r="r" b="b"/>
                <a:pathLst>
                  <a:path w="3917" h="2528" extrusionOk="0">
                    <a:moveTo>
                      <a:pt x="2765" y="0"/>
                    </a:moveTo>
                    <a:cubicBezTo>
                      <a:pt x="2745" y="0"/>
                      <a:pt x="2659" y="27"/>
                      <a:pt x="2574" y="40"/>
                    </a:cubicBezTo>
                    <a:cubicBezTo>
                      <a:pt x="2488" y="60"/>
                      <a:pt x="2482" y="73"/>
                      <a:pt x="2482" y="73"/>
                    </a:cubicBezTo>
                    <a:cubicBezTo>
                      <a:pt x="2482" y="73"/>
                      <a:pt x="2423" y="46"/>
                      <a:pt x="2390" y="40"/>
                    </a:cubicBezTo>
                    <a:cubicBezTo>
                      <a:pt x="2363" y="40"/>
                      <a:pt x="2258" y="125"/>
                      <a:pt x="2238" y="139"/>
                    </a:cubicBezTo>
                    <a:cubicBezTo>
                      <a:pt x="2219" y="158"/>
                      <a:pt x="2166" y="185"/>
                      <a:pt x="2166" y="185"/>
                    </a:cubicBezTo>
                    <a:lnTo>
                      <a:pt x="2001" y="185"/>
                    </a:lnTo>
                    <a:cubicBezTo>
                      <a:pt x="1999" y="185"/>
                      <a:pt x="1997" y="184"/>
                      <a:pt x="1995" y="184"/>
                    </a:cubicBezTo>
                    <a:cubicBezTo>
                      <a:pt x="1890" y="184"/>
                      <a:pt x="1903" y="344"/>
                      <a:pt x="1903" y="395"/>
                    </a:cubicBezTo>
                    <a:lnTo>
                      <a:pt x="1903" y="533"/>
                    </a:lnTo>
                    <a:cubicBezTo>
                      <a:pt x="1903" y="566"/>
                      <a:pt x="1817" y="553"/>
                      <a:pt x="1764" y="560"/>
                    </a:cubicBezTo>
                    <a:cubicBezTo>
                      <a:pt x="1763" y="560"/>
                      <a:pt x="1761" y="560"/>
                      <a:pt x="1760" y="560"/>
                    </a:cubicBezTo>
                    <a:cubicBezTo>
                      <a:pt x="1704" y="560"/>
                      <a:pt x="1559" y="448"/>
                      <a:pt x="1501" y="435"/>
                    </a:cubicBezTo>
                    <a:cubicBezTo>
                      <a:pt x="1481" y="428"/>
                      <a:pt x="1460" y="426"/>
                      <a:pt x="1441" y="426"/>
                    </a:cubicBezTo>
                    <a:cubicBezTo>
                      <a:pt x="1402" y="426"/>
                      <a:pt x="1370" y="435"/>
                      <a:pt x="1370" y="435"/>
                    </a:cubicBezTo>
                    <a:cubicBezTo>
                      <a:pt x="1370" y="435"/>
                      <a:pt x="1350" y="422"/>
                      <a:pt x="1297" y="376"/>
                    </a:cubicBezTo>
                    <a:cubicBezTo>
                      <a:pt x="1271" y="353"/>
                      <a:pt x="1229" y="350"/>
                      <a:pt x="1188" y="350"/>
                    </a:cubicBezTo>
                    <a:cubicBezTo>
                      <a:pt x="1168" y="350"/>
                      <a:pt x="1148" y="351"/>
                      <a:pt x="1131" y="351"/>
                    </a:cubicBezTo>
                    <a:cubicBezTo>
                      <a:pt x="1119" y="351"/>
                      <a:pt x="1109" y="350"/>
                      <a:pt x="1100" y="349"/>
                    </a:cubicBezTo>
                    <a:cubicBezTo>
                      <a:pt x="1089" y="348"/>
                      <a:pt x="1077" y="347"/>
                      <a:pt x="1064" y="347"/>
                    </a:cubicBezTo>
                    <a:cubicBezTo>
                      <a:pt x="1031" y="347"/>
                      <a:pt x="997" y="351"/>
                      <a:pt x="977" y="351"/>
                    </a:cubicBezTo>
                    <a:cubicBezTo>
                      <a:pt x="970" y="351"/>
                      <a:pt x="964" y="351"/>
                      <a:pt x="961" y="349"/>
                    </a:cubicBezTo>
                    <a:cubicBezTo>
                      <a:pt x="942" y="343"/>
                      <a:pt x="836" y="283"/>
                      <a:pt x="797" y="231"/>
                    </a:cubicBezTo>
                    <a:cubicBezTo>
                      <a:pt x="786" y="218"/>
                      <a:pt x="772" y="214"/>
                      <a:pt x="757" y="214"/>
                    </a:cubicBezTo>
                    <a:cubicBezTo>
                      <a:pt x="722" y="214"/>
                      <a:pt x="681" y="235"/>
                      <a:pt x="651" y="235"/>
                    </a:cubicBezTo>
                    <a:cubicBezTo>
                      <a:pt x="644" y="235"/>
                      <a:pt x="638" y="233"/>
                      <a:pt x="632" y="231"/>
                    </a:cubicBezTo>
                    <a:cubicBezTo>
                      <a:pt x="629" y="230"/>
                      <a:pt x="626" y="229"/>
                      <a:pt x="623" y="229"/>
                    </a:cubicBezTo>
                    <a:cubicBezTo>
                      <a:pt x="594" y="229"/>
                      <a:pt x="567" y="283"/>
                      <a:pt x="567" y="283"/>
                    </a:cubicBezTo>
                    <a:cubicBezTo>
                      <a:pt x="567" y="283"/>
                      <a:pt x="461" y="270"/>
                      <a:pt x="448" y="218"/>
                    </a:cubicBezTo>
                    <a:cubicBezTo>
                      <a:pt x="436" y="188"/>
                      <a:pt x="404" y="183"/>
                      <a:pt x="375" y="183"/>
                    </a:cubicBezTo>
                    <a:cubicBezTo>
                      <a:pt x="358" y="183"/>
                      <a:pt x="342" y="185"/>
                      <a:pt x="330" y="185"/>
                    </a:cubicBezTo>
                    <a:cubicBezTo>
                      <a:pt x="310" y="185"/>
                      <a:pt x="238" y="211"/>
                      <a:pt x="178" y="231"/>
                    </a:cubicBezTo>
                    <a:cubicBezTo>
                      <a:pt x="185" y="250"/>
                      <a:pt x="185" y="270"/>
                      <a:pt x="178" y="290"/>
                    </a:cubicBezTo>
                    <a:cubicBezTo>
                      <a:pt x="172" y="428"/>
                      <a:pt x="185" y="553"/>
                      <a:pt x="159" y="672"/>
                    </a:cubicBezTo>
                    <a:cubicBezTo>
                      <a:pt x="126" y="784"/>
                      <a:pt x="80" y="856"/>
                      <a:pt x="60" y="863"/>
                    </a:cubicBezTo>
                    <a:cubicBezTo>
                      <a:pt x="60" y="863"/>
                      <a:pt x="53" y="869"/>
                      <a:pt x="53" y="869"/>
                    </a:cubicBezTo>
                    <a:cubicBezTo>
                      <a:pt x="47" y="869"/>
                      <a:pt x="40" y="876"/>
                      <a:pt x="27" y="876"/>
                    </a:cubicBezTo>
                    <a:cubicBezTo>
                      <a:pt x="27" y="882"/>
                      <a:pt x="20" y="882"/>
                      <a:pt x="14" y="889"/>
                    </a:cubicBezTo>
                    <a:cubicBezTo>
                      <a:pt x="7" y="889"/>
                      <a:pt x="7" y="889"/>
                      <a:pt x="1" y="895"/>
                    </a:cubicBezTo>
                    <a:cubicBezTo>
                      <a:pt x="119" y="895"/>
                      <a:pt x="323" y="895"/>
                      <a:pt x="356" y="889"/>
                    </a:cubicBezTo>
                    <a:cubicBezTo>
                      <a:pt x="365" y="889"/>
                      <a:pt x="390" y="889"/>
                      <a:pt x="425" y="889"/>
                    </a:cubicBezTo>
                    <a:cubicBezTo>
                      <a:pt x="548" y="889"/>
                      <a:pt x="796" y="893"/>
                      <a:pt x="909" y="928"/>
                    </a:cubicBezTo>
                    <a:cubicBezTo>
                      <a:pt x="1054" y="981"/>
                      <a:pt x="1238" y="1080"/>
                      <a:pt x="1304" y="1106"/>
                    </a:cubicBezTo>
                    <a:cubicBezTo>
                      <a:pt x="1370" y="1132"/>
                      <a:pt x="1620" y="1172"/>
                      <a:pt x="1620" y="1172"/>
                    </a:cubicBezTo>
                    <a:cubicBezTo>
                      <a:pt x="1620" y="1172"/>
                      <a:pt x="1692" y="1185"/>
                      <a:pt x="1705" y="1225"/>
                    </a:cubicBezTo>
                    <a:cubicBezTo>
                      <a:pt x="1712" y="1257"/>
                      <a:pt x="2179" y="1606"/>
                      <a:pt x="2232" y="1685"/>
                    </a:cubicBezTo>
                    <a:cubicBezTo>
                      <a:pt x="2291" y="1764"/>
                      <a:pt x="2462" y="1856"/>
                      <a:pt x="2534" y="1856"/>
                    </a:cubicBezTo>
                    <a:cubicBezTo>
                      <a:pt x="2607" y="1856"/>
                      <a:pt x="2837" y="1823"/>
                      <a:pt x="2857" y="1823"/>
                    </a:cubicBezTo>
                    <a:cubicBezTo>
                      <a:pt x="2866" y="1823"/>
                      <a:pt x="2903" y="1815"/>
                      <a:pt x="2938" y="1815"/>
                    </a:cubicBezTo>
                    <a:cubicBezTo>
                      <a:pt x="2982" y="1815"/>
                      <a:pt x="3022" y="1829"/>
                      <a:pt x="2989" y="1896"/>
                    </a:cubicBezTo>
                    <a:cubicBezTo>
                      <a:pt x="2936" y="2008"/>
                      <a:pt x="2857" y="2027"/>
                      <a:pt x="2837" y="2047"/>
                    </a:cubicBezTo>
                    <a:cubicBezTo>
                      <a:pt x="2817" y="2067"/>
                      <a:pt x="2844" y="2120"/>
                      <a:pt x="2817" y="2179"/>
                    </a:cubicBezTo>
                    <a:cubicBezTo>
                      <a:pt x="2791" y="2238"/>
                      <a:pt x="2719" y="2317"/>
                      <a:pt x="2706" y="2343"/>
                    </a:cubicBezTo>
                    <a:cubicBezTo>
                      <a:pt x="2700" y="2353"/>
                      <a:pt x="2692" y="2355"/>
                      <a:pt x="2684" y="2355"/>
                    </a:cubicBezTo>
                    <a:cubicBezTo>
                      <a:pt x="2675" y="2355"/>
                      <a:pt x="2666" y="2351"/>
                      <a:pt x="2664" y="2351"/>
                    </a:cubicBezTo>
                    <a:cubicBezTo>
                      <a:pt x="2661" y="2351"/>
                      <a:pt x="2666" y="2356"/>
                      <a:pt x="2686" y="2376"/>
                    </a:cubicBezTo>
                    <a:cubicBezTo>
                      <a:pt x="2699" y="2390"/>
                      <a:pt x="2712" y="2394"/>
                      <a:pt x="2725" y="2394"/>
                    </a:cubicBezTo>
                    <a:cubicBezTo>
                      <a:pt x="2751" y="2394"/>
                      <a:pt x="2774" y="2374"/>
                      <a:pt x="2786" y="2374"/>
                    </a:cubicBezTo>
                    <a:cubicBezTo>
                      <a:pt x="2788" y="2374"/>
                      <a:pt x="2790" y="2375"/>
                      <a:pt x="2791" y="2376"/>
                    </a:cubicBezTo>
                    <a:cubicBezTo>
                      <a:pt x="2796" y="2380"/>
                      <a:pt x="2804" y="2381"/>
                      <a:pt x="2813" y="2381"/>
                    </a:cubicBezTo>
                    <a:cubicBezTo>
                      <a:pt x="2840" y="2381"/>
                      <a:pt x="2877" y="2370"/>
                      <a:pt x="2877" y="2370"/>
                    </a:cubicBezTo>
                    <a:cubicBezTo>
                      <a:pt x="2877" y="2370"/>
                      <a:pt x="2903" y="2403"/>
                      <a:pt x="2923" y="2435"/>
                    </a:cubicBezTo>
                    <a:cubicBezTo>
                      <a:pt x="2923" y="2442"/>
                      <a:pt x="2942" y="2475"/>
                      <a:pt x="2969" y="2528"/>
                    </a:cubicBezTo>
                    <a:cubicBezTo>
                      <a:pt x="3100" y="2363"/>
                      <a:pt x="3272" y="2185"/>
                      <a:pt x="3370" y="2106"/>
                    </a:cubicBezTo>
                    <a:cubicBezTo>
                      <a:pt x="3377" y="2100"/>
                      <a:pt x="3383" y="2093"/>
                      <a:pt x="3390" y="2087"/>
                    </a:cubicBezTo>
                    <a:cubicBezTo>
                      <a:pt x="3390" y="2087"/>
                      <a:pt x="3397" y="2080"/>
                      <a:pt x="3403" y="2073"/>
                    </a:cubicBezTo>
                    <a:cubicBezTo>
                      <a:pt x="3528" y="1988"/>
                      <a:pt x="3752" y="1804"/>
                      <a:pt x="3759" y="1712"/>
                    </a:cubicBezTo>
                    <a:cubicBezTo>
                      <a:pt x="3772" y="1626"/>
                      <a:pt x="3798" y="1290"/>
                      <a:pt x="3831" y="1211"/>
                    </a:cubicBezTo>
                    <a:cubicBezTo>
                      <a:pt x="3864" y="1132"/>
                      <a:pt x="3877" y="1067"/>
                      <a:pt x="3877" y="1067"/>
                    </a:cubicBezTo>
                    <a:cubicBezTo>
                      <a:pt x="3877" y="1067"/>
                      <a:pt x="3798" y="948"/>
                      <a:pt x="3791" y="922"/>
                    </a:cubicBezTo>
                    <a:cubicBezTo>
                      <a:pt x="3778" y="895"/>
                      <a:pt x="3759" y="764"/>
                      <a:pt x="3759" y="737"/>
                    </a:cubicBezTo>
                    <a:cubicBezTo>
                      <a:pt x="3759" y="718"/>
                      <a:pt x="3759" y="533"/>
                      <a:pt x="3759" y="481"/>
                    </a:cubicBezTo>
                    <a:cubicBezTo>
                      <a:pt x="3765" y="435"/>
                      <a:pt x="3917" y="204"/>
                      <a:pt x="3917" y="204"/>
                    </a:cubicBezTo>
                    <a:cubicBezTo>
                      <a:pt x="3917" y="204"/>
                      <a:pt x="3884" y="171"/>
                      <a:pt x="3844" y="132"/>
                    </a:cubicBezTo>
                    <a:cubicBezTo>
                      <a:pt x="3818" y="106"/>
                      <a:pt x="3785" y="66"/>
                      <a:pt x="3772" y="33"/>
                    </a:cubicBezTo>
                    <a:cubicBezTo>
                      <a:pt x="3669" y="14"/>
                      <a:pt x="3581" y="8"/>
                      <a:pt x="3510" y="8"/>
                    </a:cubicBezTo>
                    <a:cubicBezTo>
                      <a:pt x="3408" y="8"/>
                      <a:pt x="3341" y="22"/>
                      <a:pt x="3318" y="33"/>
                    </a:cubicBezTo>
                    <a:cubicBezTo>
                      <a:pt x="3272" y="53"/>
                      <a:pt x="3179" y="132"/>
                      <a:pt x="3127" y="171"/>
                    </a:cubicBezTo>
                    <a:cubicBezTo>
                      <a:pt x="3108" y="182"/>
                      <a:pt x="3092" y="186"/>
                      <a:pt x="3079" y="186"/>
                    </a:cubicBezTo>
                    <a:cubicBezTo>
                      <a:pt x="3051" y="186"/>
                      <a:pt x="3033" y="169"/>
                      <a:pt x="3015" y="165"/>
                    </a:cubicBezTo>
                    <a:cubicBezTo>
                      <a:pt x="2989" y="158"/>
                      <a:pt x="2962" y="125"/>
                      <a:pt x="2923" y="73"/>
                    </a:cubicBezTo>
                    <a:cubicBezTo>
                      <a:pt x="2883" y="20"/>
                      <a:pt x="2785" y="0"/>
                      <a:pt x="276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E98AAC"/>
                  </a:solidFill>
                </a:endParaRPr>
              </a:p>
            </p:txBody>
          </p:sp>
          <p:sp>
            <p:nvSpPr>
              <p:cNvPr id="259" name="Google Shape;1566;p19">
                <a:extLst>
                  <a:ext uri="{FF2B5EF4-FFF2-40B4-BE49-F238E27FC236}">
                    <a16:creationId xmlns:a16="http://schemas.microsoft.com/office/drawing/2014/main" id="{3827577C-0307-83D2-D426-956A3CA4B497}"/>
                  </a:ext>
                </a:extLst>
              </p:cNvPr>
              <p:cNvSpPr/>
              <p:nvPr/>
            </p:nvSpPr>
            <p:spPr>
              <a:xfrm>
                <a:off x="7548950" y="1789975"/>
                <a:ext cx="510132" cy="745662"/>
              </a:xfrm>
              <a:custGeom>
                <a:avLst/>
                <a:gdLst/>
                <a:ahLst/>
                <a:cxnLst/>
                <a:rect l="l" t="t" r="r" b="b"/>
                <a:pathLst>
                  <a:path w="4674" h="6832" extrusionOk="0">
                    <a:moveTo>
                      <a:pt x="1541" y="0"/>
                    </a:moveTo>
                    <a:cubicBezTo>
                      <a:pt x="1548" y="132"/>
                      <a:pt x="1548" y="310"/>
                      <a:pt x="1541" y="402"/>
                    </a:cubicBezTo>
                    <a:cubicBezTo>
                      <a:pt x="1521" y="573"/>
                      <a:pt x="1429" y="909"/>
                      <a:pt x="1376" y="1014"/>
                    </a:cubicBezTo>
                    <a:cubicBezTo>
                      <a:pt x="1317" y="1119"/>
                      <a:pt x="1218" y="1244"/>
                      <a:pt x="1199" y="1336"/>
                    </a:cubicBezTo>
                    <a:cubicBezTo>
                      <a:pt x="1172" y="1428"/>
                      <a:pt x="1172" y="1540"/>
                      <a:pt x="1146" y="1606"/>
                    </a:cubicBezTo>
                    <a:cubicBezTo>
                      <a:pt x="1126" y="1672"/>
                      <a:pt x="1100" y="1725"/>
                      <a:pt x="1041" y="1810"/>
                    </a:cubicBezTo>
                    <a:cubicBezTo>
                      <a:pt x="975" y="1896"/>
                      <a:pt x="896" y="1968"/>
                      <a:pt x="876" y="2021"/>
                    </a:cubicBezTo>
                    <a:cubicBezTo>
                      <a:pt x="856" y="2073"/>
                      <a:pt x="883" y="2100"/>
                      <a:pt x="824" y="2185"/>
                    </a:cubicBezTo>
                    <a:cubicBezTo>
                      <a:pt x="771" y="2271"/>
                      <a:pt x="758" y="2304"/>
                      <a:pt x="692" y="2389"/>
                    </a:cubicBezTo>
                    <a:cubicBezTo>
                      <a:pt x="659" y="2429"/>
                      <a:pt x="633" y="2475"/>
                      <a:pt x="600" y="2521"/>
                    </a:cubicBezTo>
                    <a:cubicBezTo>
                      <a:pt x="560" y="2574"/>
                      <a:pt x="514" y="2626"/>
                      <a:pt x="462" y="2659"/>
                    </a:cubicBezTo>
                    <a:cubicBezTo>
                      <a:pt x="356" y="2725"/>
                      <a:pt x="238" y="2758"/>
                      <a:pt x="198" y="2804"/>
                    </a:cubicBezTo>
                    <a:cubicBezTo>
                      <a:pt x="152" y="2843"/>
                      <a:pt x="119" y="2830"/>
                      <a:pt x="54" y="2936"/>
                    </a:cubicBezTo>
                    <a:cubicBezTo>
                      <a:pt x="34" y="2962"/>
                      <a:pt x="21" y="2982"/>
                      <a:pt x="1" y="2995"/>
                    </a:cubicBezTo>
                    <a:lnTo>
                      <a:pt x="60" y="3133"/>
                    </a:lnTo>
                    <a:cubicBezTo>
                      <a:pt x="60" y="3133"/>
                      <a:pt x="107" y="3130"/>
                      <a:pt x="154" y="3130"/>
                    </a:cubicBezTo>
                    <a:cubicBezTo>
                      <a:pt x="177" y="3130"/>
                      <a:pt x="201" y="3131"/>
                      <a:pt x="218" y="3133"/>
                    </a:cubicBezTo>
                    <a:cubicBezTo>
                      <a:pt x="220" y="3133"/>
                      <a:pt x="222" y="3133"/>
                      <a:pt x="224" y="3133"/>
                    </a:cubicBezTo>
                    <a:cubicBezTo>
                      <a:pt x="252" y="3133"/>
                      <a:pt x="274" y="3105"/>
                      <a:pt x="302" y="3105"/>
                    </a:cubicBezTo>
                    <a:cubicBezTo>
                      <a:pt x="315" y="3105"/>
                      <a:pt x="331" y="3112"/>
                      <a:pt x="350" y="3133"/>
                    </a:cubicBezTo>
                    <a:cubicBezTo>
                      <a:pt x="409" y="3192"/>
                      <a:pt x="527" y="3271"/>
                      <a:pt x="554" y="3317"/>
                    </a:cubicBezTo>
                    <a:cubicBezTo>
                      <a:pt x="587" y="3370"/>
                      <a:pt x="652" y="3482"/>
                      <a:pt x="659" y="3567"/>
                    </a:cubicBezTo>
                    <a:cubicBezTo>
                      <a:pt x="666" y="3646"/>
                      <a:pt x="652" y="3864"/>
                      <a:pt x="659" y="3923"/>
                    </a:cubicBezTo>
                    <a:cubicBezTo>
                      <a:pt x="666" y="3989"/>
                      <a:pt x="659" y="4133"/>
                      <a:pt x="659" y="4133"/>
                    </a:cubicBezTo>
                    <a:cubicBezTo>
                      <a:pt x="659" y="4133"/>
                      <a:pt x="626" y="4449"/>
                      <a:pt x="567" y="4489"/>
                    </a:cubicBezTo>
                    <a:cubicBezTo>
                      <a:pt x="514" y="4535"/>
                      <a:pt x="376" y="4587"/>
                      <a:pt x="409" y="4620"/>
                    </a:cubicBezTo>
                    <a:cubicBezTo>
                      <a:pt x="442" y="4643"/>
                      <a:pt x="476" y="4669"/>
                      <a:pt x="517" y="4669"/>
                    </a:cubicBezTo>
                    <a:cubicBezTo>
                      <a:pt x="524" y="4669"/>
                      <a:pt x="532" y="4669"/>
                      <a:pt x="541" y="4666"/>
                    </a:cubicBezTo>
                    <a:cubicBezTo>
                      <a:pt x="568" y="4659"/>
                      <a:pt x="584" y="4641"/>
                      <a:pt x="592" y="4641"/>
                    </a:cubicBezTo>
                    <a:cubicBezTo>
                      <a:pt x="598" y="4641"/>
                      <a:pt x="600" y="4649"/>
                      <a:pt x="600" y="4673"/>
                    </a:cubicBezTo>
                    <a:cubicBezTo>
                      <a:pt x="600" y="4726"/>
                      <a:pt x="600" y="4765"/>
                      <a:pt x="633" y="4824"/>
                    </a:cubicBezTo>
                    <a:cubicBezTo>
                      <a:pt x="659" y="4890"/>
                      <a:pt x="758" y="4976"/>
                      <a:pt x="778" y="5009"/>
                    </a:cubicBezTo>
                    <a:cubicBezTo>
                      <a:pt x="796" y="5046"/>
                      <a:pt x="880" y="5201"/>
                      <a:pt x="905" y="5201"/>
                    </a:cubicBezTo>
                    <a:cubicBezTo>
                      <a:pt x="907" y="5201"/>
                      <a:pt x="908" y="5201"/>
                      <a:pt x="909" y="5200"/>
                    </a:cubicBezTo>
                    <a:cubicBezTo>
                      <a:pt x="929" y="5180"/>
                      <a:pt x="1001" y="5101"/>
                      <a:pt x="1080" y="5081"/>
                    </a:cubicBezTo>
                    <a:cubicBezTo>
                      <a:pt x="1118" y="5072"/>
                      <a:pt x="1156" y="5065"/>
                      <a:pt x="1190" y="5065"/>
                    </a:cubicBezTo>
                    <a:cubicBezTo>
                      <a:pt x="1227" y="5065"/>
                      <a:pt x="1257" y="5073"/>
                      <a:pt x="1271" y="5094"/>
                    </a:cubicBezTo>
                    <a:cubicBezTo>
                      <a:pt x="1297" y="5140"/>
                      <a:pt x="1317" y="5232"/>
                      <a:pt x="1324" y="5311"/>
                    </a:cubicBezTo>
                    <a:cubicBezTo>
                      <a:pt x="1330" y="5384"/>
                      <a:pt x="1297" y="5483"/>
                      <a:pt x="1278" y="5483"/>
                    </a:cubicBezTo>
                    <a:cubicBezTo>
                      <a:pt x="1265" y="5483"/>
                      <a:pt x="1243" y="5474"/>
                      <a:pt x="1216" y="5474"/>
                    </a:cubicBezTo>
                    <a:cubicBezTo>
                      <a:pt x="1202" y="5474"/>
                      <a:pt x="1188" y="5476"/>
                      <a:pt x="1172" y="5483"/>
                    </a:cubicBezTo>
                    <a:cubicBezTo>
                      <a:pt x="1133" y="5509"/>
                      <a:pt x="1107" y="5476"/>
                      <a:pt x="1080" y="5542"/>
                    </a:cubicBezTo>
                    <a:cubicBezTo>
                      <a:pt x="1061" y="5608"/>
                      <a:pt x="1067" y="5647"/>
                      <a:pt x="1034" y="5713"/>
                    </a:cubicBezTo>
                    <a:cubicBezTo>
                      <a:pt x="995" y="5779"/>
                      <a:pt x="975" y="5831"/>
                      <a:pt x="935" y="5891"/>
                    </a:cubicBezTo>
                    <a:cubicBezTo>
                      <a:pt x="935" y="5891"/>
                      <a:pt x="942" y="5937"/>
                      <a:pt x="962" y="5956"/>
                    </a:cubicBezTo>
                    <a:cubicBezTo>
                      <a:pt x="988" y="5983"/>
                      <a:pt x="1014" y="5956"/>
                      <a:pt x="1028" y="6009"/>
                    </a:cubicBezTo>
                    <a:cubicBezTo>
                      <a:pt x="1047" y="6062"/>
                      <a:pt x="1034" y="6108"/>
                      <a:pt x="1061" y="6134"/>
                    </a:cubicBezTo>
                    <a:cubicBezTo>
                      <a:pt x="1087" y="6160"/>
                      <a:pt x="1166" y="6180"/>
                      <a:pt x="1192" y="6193"/>
                    </a:cubicBezTo>
                    <a:cubicBezTo>
                      <a:pt x="1195" y="6195"/>
                      <a:pt x="1198" y="6196"/>
                      <a:pt x="1201" y="6196"/>
                    </a:cubicBezTo>
                    <a:cubicBezTo>
                      <a:pt x="1210" y="6196"/>
                      <a:pt x="1219" y="6192"/>
                      <a:pt x="1228" y="6192"/>
                    </a:cubicBezTo>
                    <a:cubicBezTo>
                      <a:pt x="1242" y="6192"/>
                      <a:pt x="1255" y="6200"/>
                      <a:pt x="1265" y="6239"/>
                    </a:cubicBezTo>
                    <a:cubicBezTo>
                      <a:pt x="1284" y="6312"/>
                      <a:pt x="1297" y="6332"/>
                      <a:pt x="1297" y="6345"/>
                    </a:cubicBezTo>
                    <a:cubicBezTo>
                      <a:pt x="1291" y="6358"/>
                      <a:pt x="1212" y="6411"/>
                      <a:pt x="1212" y="6443"/>
                    </a:cubicBezTo>
                    <a:cubicBezTo>
                      <a:pt x="1212" y="6476"/>
                      <a:pt x="1284" y="6522"/>
                      <a:pt x="1291" y="6529"/>
                    </a:cubicBezTo>
                    <a:cubicBezTo>
                      <a:pt x="1304" y="6529"/>
                      <a:pt x="1330" y="6542"/>
                      <a:pt x="1344" y="6588"/>
                    </a:cubicBezTo>
                    <a:cubicBezTo>
                      <a:pt x="1357" y="6628"/>
                      <a:pt x="1357" y="6694"/>
                      <a:pt x="1383" y="6733"/>
                    </a:cubicBezTo>
                    <a:cubicBezTo>
                      <a:pt x="1409" y="6772"/>
                      <a:pt x="1455" y="6812"/>
                      <a:pt x="1469" y="6812"/>
                    </a:cubicBezTo>
                    <a:cubicBezTo>
                      <a:pt x="1482" y="6812"/>
                      <a:pt x="1692" y="6832"/>
                      <a:pt x="1692" y="6832"/>
                    </a:cubicBezTo>
                    <a:cubicBezTo>
                      <a:pt x="1692" y="6832"/>
                      <a:pt x="1719" y="6799"/>
                      <a:pt x="1719" y="6740"/>
                    </a:cubicBezTo>
                    <a:cubicBezTo>
                      <a:pt x="1725" y="6680"/>
                      <a:pt x="1738" y="6503"/>
                      <a:pt x="1745" y="6496"/>
                    </a:cubicBezTo>
                    <a:cubicBezTo>
                      <a:pt x="1752" y="6483"/>
                      <a:pt x="1798" y="6450"/>
                      <a:pt x="1791" y="6417"/>
                    </a:cubicBezTo>
                    <a:cubicBezTo>
                      <a:pt x="1784" y="6391"/>
                      <a:pt x="1752" y="6292"/>
                      <a:pt x="1752" y="6279"/>
                    </a:cubicBezTo>
                    <a:cubicBezTo>
                      <a:pt x="1752" y="6266"/>
                      <a:pt x="1765" y="6206"/>
                      <a:pt x="1752" y="6180"/>
                    </a:cubicBezTo>
                    <a:cubicBezTo>
                      <a:pt x="1732" y="6147"/>
                      <a:pt x="1679" y="6042"/>
                      <a:pt x="1679" y="6042"/>
                    </a:cubicBezTo>
                    <a:cubicBezTo>
                      <a:pt x="1679" y="6042"/>
                      <a:pt x="1659" y="5950"/>
                      <a:pt x="1659" y="5891"/>
                    </a:cubicBezTo>
                    <a:cubicBezTo>
                      <a:pt x="1659" y="5831"/>
                      <a:pt x="1686" y="5792"/>
                      <a:pt x="1725" y="5759"/>
                    </a:cubicBezTo>
                    <a:cubicBezTo>
                      <a:pt x="1758" y="5726"/>
                      <a:pt x="1804" y="5706"/>
                      <a:pt x="1824" y="5627"/>
                    </a:cubicBezTo>
                    <a:cubicBezTo>
                      <a:pt x="1844" y="5548"/>
                      <a:pt x="1942" y="5397"/>
                      <a:pt x="1962" y="5311"/>
                    </a:cubicBezTo>
                    <a:cubicBezTo>
                      <a:pt x="1982" y="5226"/>
                      <a:pt x="1988" y="5180"/>
                      <a:pt x="1988" y="5127"/>
                    </a:cubicBezTo>
                    <a:cubicBezTo>
                      <a:pt x="1988" y="5074"/>
                      <a:pt x="2035" y="5015"/>
                      <a:pt x="2067" y="4982"/>
                    </a:cubicBezTo>
                    <a:cubicBezTo>
                      <a:pt x="2094" y="4956"/>
                      <a:pt x="2153" y="4910"/>
                      <a:pt x="2199" y="4877"/>
                    </a:cubicBezTo>
                    <a:cubicBezTo>
                      <a:pt x="2219" y="4864"/>
                      <a:pt x="2232" y="4851"/>
                      <a:pt x="2239" y="4851"/>
                    </a:cubicBezTo>
                    <a:cubicBezTo>
                      <a:pt x="2252" y="4844"/>
                      <a:pt x="2469" y="4791"/>
                      <a:pt x="2568" y="4732"/>
                    </a:cubicBezTo>
                    <a:cubicBezTo>
                      <a:pt x="2660" y="4680"/>
                      <a:pt x="2765" y="4548"/>
                      <a:pt x="2831" y="4515"/>
                    </a:cubicBezTo>
                    <a:cubicBezTo>
                      <a:pt x="2897" y="4476"/>
                      <a:pt x="3002" y="4423"/>
                      <a:pt x="3028" y="4377"/>
                    </a:cubicBezTo>
                    <a:cubicBezTo>
                      <a:pt x="3061" y="4331"/>
                      <a:pt x="3055" y="4298"/>
                      <a:pt x="3120" y="4278"/>
                    </a:cubicBezTo>
                    <a:cubicBezTo>
                      <a:pt x="3169" y="4261"/>
                      <a:pt x="3240" y="4249"/>
                      <a:pt x="3285" y="4249"/>
                    </a:cubicBezTo>
                    <a:cubicBezTo>
                      <a:pt x="3307" y="4249"/>
                      <a:pt x="3322" y="4252"/>
                      <a:pt x="3325" y="4258"/>
                    </a:cubicBezTo>
                    <a:cubicBezTo>
                      <a:pt x="3338" y="4278"/>
                      <a:pt x="3371" y="4311"/>
                      <a:pt x="3371" y="4318"/>
                    </a:cubicBezTo>
                    <a:cubicBezTo>
                      <a:pt x="3376" y="4323"/>
                      <a:pt x="3428" y="4358"/>
                      <a:pt x="3489" y="4358"/>
                    </a:cubicBezTo>
                    <a:cubicBezTo>
                      <a:pt x="3504" y="4358"/>
                      <a:pt x="3520" y="4356"/>
                      <a:pt x="3535" y="4351"/>
                    </a:cubicBezTo>
                    <a:cubicBezTo>
                      <a:pt x="3608" y="4318"/>
                      <a:pt x="3660" y="4272"/>
                      <a:pt x="3706" y="4265"/>
                    </a:cubicBezTo>
                    <a:cubicBezTo>
                      <a:pt x="3729" y="4265"/>
                      <a:pt x="3762" y="4276"/>
                      <a:pt x="3793" y="4276"/>
                    </a:cubicBezTo>
                    <a:cubicBezTo>
                      <a:pt x="3814" y="4276"/>
                      <a:pt x="3835" y="4271"/>
                      <a:pt x="3851" y="4252"/>
                    </a:cubicBezTo>
                    <a:cubicBezTo>
                      <a:pt x="3884" y="4206"/>
                      <a:pt x="3930" y="4160"/>
                      <a:pt x="3937" y="4114"/>
                    </a:cubicBezTo>
                    <a:cubicBezTo>
                      <a:pt x="3950" y="4074"/>
                      <a:pt x="3976" y="4002"/>
                      <a:pt x="3963" y="3969"/>
                    </a:cubicBezTo>
                    <a:cubicBezTo>
                      <a:pt x="3956" y="3936"/>
                      <a:pt x="3937" y="3896"/>
                      <a:pt x="3897" y="3883"/>
                    </a:cubicBezTo>
                    <a:cubicBezTo>
                      <a:pt x="3858" y="3877"/>
                      <a:pt x="3818" y="3857"/>
                      <a:pt x="3798" y="3844"/>
                    </a:cubicBezTo>
                    <a:cubicBezTo>
                      <a:pt x="3785" y="3831"/>
                      <a:pt x="3726" y="3824"/>
                      <a:pt x="3726" y="3778"/>
                    </a:cubicBezTo>
                    <a:cubicBezTo>
                      <a:pt x="3726" y="3725"/>
                      <a:pt x="3706" y="3462"/>
                      <a:pt x="3739" y="3409"/>
                    </a:cubicBezTo>
                    <a:cubicBezTo>
                      <a:pt x="3779" y="3357"/>
                      <a:pt x="3844" y="3324"/>
                      <a:pt x="3871" y="3298"/>
                    </a:cubicBezTo>
                    <a:cubicBezTo>
                      <a:pt x="3904" y="3265"/>
                      <a:pt x="3930" y="3238"/>
                      <a:pt x="3930" y="3199"/>
                    </a:cubicBezTo>
                    <a:cubicBezTo>
                      <a:pt x="3930" y="3159"/>
                      <a:pt x="3917" y="3067"/>
                      <a:pt x="3891" y="3021"/>
                    </a:cubicBezTo>
                    <a:cubicBezTo>
                      <a:pt x="3864" y="2975"/>
                      <a:pt x="3825" y="2916"/>
                      <a:pt x="3818" y="2876"/>
                    </a:cubicBezTo>
                    <a:cubicBezTo>
                      <a:pt x="3812" y="2843"/>
                      <a:pt x="3798" y="2784"/>
                      <a:pt x="3831" y="2732"/>
                    </a:cubicBezTo>
                    <a:cubicBezTo>
                      <a:pt x="3871" y="2679"/>
                      <a:pt x="3877" y="2666"/>
                      <a:pt x="3884" y="2633"/>
                    </a:cubicBezTo>
                    <a:cubicBezTo>
                      <a:pt x="3884" y="2606"/>
                      <a:pt x="3825" y="2554"/>
                      <a:pt x="3818" y="2508"/>
                    </a:cubicBezTo>
                    <a:cubicBezTo>
                      <a:pt x="3805" y="2462"/>
                      <a:pt x="3798" y="2449"/>
                      <a:pt x="3798" y="2449"/>
                    </a:cubicBezTo>
                    <a:cubicBezTo>
                      <a:pt x="3798" y="2449"/>
                      <a:pt x="3884" y="2350"/>
                      <a:pt x="3923" y="2291"/>
                    </a:cubicBezTo>
                    <a:cubicBezTo>
                      <a:pt x="3969" y="2231"/>
                      <a:pt x="4009" y="2166"/>
                      <a:pt x="4009" y="2119"/>
                    </a:cubicBezTo>
                    <a:cubicBezTo>
                      <a:pt x="4009" y="2073"/>
                      <a:pt x="3956" y="2060"/>
                      <a:pt x="4009" y="1981"/>
                    </a:cubicBezTo>
                    <a:cubicBezTo>
                      <a:pt x="4068" y="1909"/>
                      <a:pt x="4141" y="1843"/>
                      <a:pt x="4141" y="1843"/>
                    </a:cubicBezTo>
                    <a:cubicBezTo>
                      <a:pt x="4141" y="1843"/>
                      <a:pt x="4272" y="1830"/>
                      <a:pt x="4345" y="1777"/>
                    </a:cubicBezTo>
                    <a:cubicBezTo>
                      <a:pt x="4410" y="1725"/>
                      <a:pt x="4470" y="1692"/>
                      <a:pt x="4509" y="1652"/>
                    </a:cubicBezTo>
                    <a:cubicBezTo>
                      <a:pt x="4549" y="1613"/>
                      <a:pt x="4641" y="1547"/>
                      <a:pt x="4661" y="1468"/>
                    </a:cubicBezTo>
                    <a:cubicBezTo>
                      <a:pt x="4661" y="1448"/>
                      <a:pt x="4667" y="1422"/>
                      <a:pt x="4674" y="1389"/>
                    </a:cubicBezTo>
                    <a:cubicBezTo>
                      <a:pt x="4661" y="1382"/>
                      <a:pt x="4647" y="1382"/>
                      <a:pt x="4641" y="1376"/>
                    </a:cubicBezTo>
                    <a:cubicBezTo>
                      <a:pt x="4628" y="1363"/>
                      <a:pt x="4476" y="1297"/>
                      <a:pt x="4424" y="1290"/>
                    </a:cubicBezTo>
                    <a:lnTo>
                      <a:pt x="4391" y="1290"/>
                    </a:lnTo>
                    <a:cubicBezTo>
                      <a:pt x="4391" y="1290"/>
                      <a:pt x="4384" y="1290"/>
                      <a:pt x="4378" y="1284"/>
                    </a:cubicBezTo>
                    <a:lnTo>
                      <a:pt x="4338" y="1284"/>
                    </a:lnTo>
                    <a:cubicBezTo>
                      <a:pt x="4325" y="1277"/>
                      <a:pt x="4318" y="1277"/>
                      <a:pt x="4312" y="1277"/>
                    </a:cubicBezTo>
                    <a:lnTo>
                      <a:pt x="4292" y="1277"/>
                    </a:lnTo>
                    <a:cubicBezTo>
                      <a:pt x="4285" y="1277"/>
                      <a:pt x="4272" y="1270"/>
                      <a:pt x="4266" y="1270"/>
                    </a:cubicBezTo>
                    <a:cubicBezTo>
                      <a:pt x="4239" y="1270"/>
                      <a:pt x="4206" y="1264"/>
                      <a:pt x="4180" y="1264"/>
                    </a:cubicBezTo>
                    <a:lnTo>
                      <a:pt x="4174" y="1264"/>
                    </a:lnTo>
                    <a:cubicBezTo>
                      <a:pt x="4154" y="1257"/>
                      <a:pt x="4141" y="1257"/>
                      <a:pt x="4127" y="1257"/>
                    </a:cubicBezTo>
                    <a:cubicBezTo>
                      <a:pt x="4121" y="1251"/>
                      <a:pt x="4114" y="1251"/>
                      <a:pt x="4108" y="1251"/>
                    </a:cubicBezTo>
                    <a:lnTo>
                      <a:pt x="4075" y="1251"/>
                    </a:lnTo>
                    <a:cubicBezTo>
                      <a:pt x="4068" y="1251"/>
                      <a:pt x="3917" y="1192"/>
                      <a:pt x="3917" y="1192"/>
                    </a:cubicBezTo>
                    <a:cubicBezTo>
                      <a:pt x="3917" y="1192"/>
                      <a:pt x="3660" y="1053"/>
                      <a:pt x="3601" y="1027"/>
                    </a:cubicBezTo>
                    <a:cubicBezTo>
                      <a:pt x="3545" y="1005"/>
                      <a:pt x="3485" y="963"/>
                      <a:pt x="3423" y="963"/>
                    </a:cubicBezTo>
                    <a:cubicBezTo>
                      <a:pt x="3412" y="963"/>
                      <a:pt x="3401" y="965"/>
                      <a:pt x="3390" y="968"/>
                    </a:cubicBezTo>
                    <a:cubicBezTo>
                      <a:pt x="3311" y="994"/>
                      <a:pt x="3292" y="987"/>
                      <a:pt x="3246" y="1040"/>
                    </a:cubicBezTo>
                    <a:cubicBezTo>
                      <a:pt x="3199" y="1086"/>
                      <a:pt x="3081" y="1145"/>
                      <a:pt x="3081" y="1145"/>
                    </a:cubicBezTo>
                    <a:cubicBezTo>
                      <a:pt x="3081" y="1145"/>
                      <a:pt x="3055" y="1086"/>
                      <a:pt x="3042" y="1080"/>
                    </a:cubicBezTo>
                    <a:cubicBezTo>
                      <a:pt x="3028" y="1080"/>
                      <a:pt x="2916" y="1119"/>
                      <a:pt x="2916" y="1119"/>
                    </a:cubicBezTo>
                    <a:lnTo>
                      <a:pt x="2897" y="1126"/>
                    </a:lnTo>
                    <a:cubicBezTo>
                      <a:pt x="2897" y="1126"/>
                      <a:pt x="2831" y="1093"/>
                      <a:pt x="2831" y="1066"/>
                    </a:cubicBezTo>
                    <a:cubicBezTo>
                      <a:pt x="2837" y="1047"/>
                      <a:pt x="2837" y="981"/>
                      <a:pt x="2844" y="961"/>
                    </a:cubicBezTo>
                    <a:cubicBezTo>
                      <a:pt x="2844" y="941"/>
                      <a:pt x="2699" y="632"/>
                      <a:pt x="2647" y="560"/>
                    </a:cubicBezTo>
                    <a:cubicBezTo>
                      <a:pt x="2587" y="481"/>
                      <a:pt x="2436" y="257"/>
                      <a:pt x="2397" y="257"/>
                    </a:cubicBezTo>
                    <a:cubicBezTo>
                      <a:pt x="2394" y="257"/>
                      <a:pt x="2391" y="256"/>
                      <a:pt x="2388" y="256"/>
                    </a:cubicBezTo>
                    <a:cubicBezTo>
                      <a:pt x="2346" y="256"/>
                      <a:pt x="2270" y="298"/>
                      <a:pt x="2252" y="323"/>
                    </a:cubicBezTo>
                    <a:cubicBezTo>
                      <a:pt x="2236" y="349"/>
                      <a:pt x="2208" y="375"/>
                      <a:pt x="2187" y="375"/>
                    </a:cubicBezTo>
                    <a:cubicBezTo>
                      <a:pt x="2182" y="375"/>
                      <a:pt x="2177" y="373"/>
                      <a:pt x="2173" y="369"/>
                    </a:cubicBezTo>
                    <a:cubicBezTo>
                      <a:pt x="2153" y="349"/>
                      <a:pt x="2081" y="224"/>
                      <a:pt x="2067" y="211"/>
                    </a:cubicBezTo>
                    <a:cubicBezTo>
                      <a:pt x="2048" y="204"/>
                      <a:pt x="1890" y="106"/>
                      <a:pt x="1863" y="99"/>
                    </a:cubicBezTo>
                    <a:lnTo>
                      <a:pt x="1857" y="99"/>
                    </a:lnTo>
                    <a:cubicBezTo>
                      <a:pt x="1837" y="92"/>
                      <a:pt x="1784" y="73"/>
                      <a:pt x="1719" y="53"/>
                    </a:cubicBezTo>
                    <a:cubicBezTo>
                      <a:pt x="1712" y="53"/>
                      <a:pt x="1705" y="46"/>
                      <a:pt x="1692" y="46"/>
                    </a:cubicBezTo>
                    <a:cubicBezTo>
                      <a:pt x="1686" y="46"/>
                      <a:pt x="1679" y="40"/>
                      <a:pt x="1666" y="40"/>
                    </a:cubicBezTo>
                    <a:cubicBezTo>
                      <a:pt x="1646" y="33"/>
                      <a:pt x="1627" y="27"/>
                      <a:pt x="1607" y="20"/>
                    </a:cubicBezTo>
                    <a:cubicBezTo>
                      <a:pt x="1600" y="20"/>
                      <a:pt x="1594" y="13"/>
                      <a:pt x="1587" y="13"/>
                    </a:cubicBezTo>
                    <a:cubicBezTo>
                      <a:pt x="1574" y="7"/>
                      <a:pt x="1561" y="7"/>
                      <a:pt x="1541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567;p19">
                <a:extLst>
                  <a:ext uri="{FF2B5EF4-FFF2-40B4-BE49-F238E27FC236}">
                    <a16:creationId xmlns:a16="http://schemas.microsoft.com/office/drawing/2014/main" id="{33AF87CF-ED46-65B3-A246-0E56CA2F4236}"/>
                  </a:ext>
                </a:extLst>
              </p:cNvPr>
              <p:cNvSpPr/>
              <p:nvPr/>
            </p:nvSpPr>
            <p:spPr>
              <a:xfrm>
                <a:off x="7331321" y="2856732"/>
                <a:ext cx="877178" cy="702005"/>
              </a:xfrm>
              <a:custGeom>
                <a:avLst/>
                <a:gdLst/>
                <a:ahLst/>
                <a:cxnLst/>
                <a:rect l="l" t="t" r="r" b="b"/>
                <a:pathLst>
                  <a:path w="8037" h="6432" extrusionOk="0">
                    <a:moveTo>
                      <a:pt x="5076" y="1"/>
                    </a:moveTo>
                    <a:cubicBezTo>
                      <a:pt x="4992" y="1"/>
                      <a:pt x="4851" y="12"/>
                      <a:pt x="4799" y="26"/>
                    </a:cubicBezTo>
                    <a:cubicBezTo>
                      <a:pt x="4726" y="46"/>
                      <a:pt x="4535" y="217"/>
                      <a:pt x="4535" y="217"/>
                    </a:cubicBezTo>
                    <a:lnTo>
                      <a:pt x="4437" y="269"/>
                    </a:lnTo>
                    <a:lnTo>
                      <a:pt x="4410" y="289"/>
                    </a:lnTo>
                    <a:cubicBezTo>
                      <a:pt x="4410" y="289"/>
                      <a:pt x="4239" y="335"/>
                      <a:pt x="4187" y="368"/>
                    </a:cubicBezTo>
                    <a:cubicBezTo>
                      <a:pt x="4134" y="401"/>
                      <a:pt x="4055" y="460"/>
                      <a:pt x="4029" y="487"/>
                    </a:cubicBezTo>
                    <a:cubicBezTo>
                      <a:pt x="4002" y="520"/>
                      <a:pt x="3805" y="684"/>
                      <a:pt x="3792" y="704"/>
                    </a:cubicBezTo>
                    <a:cubicBezTo>
                      <a:pt x="3774" y="722"/>
                      <a:pt x="3652" y="751"/>
                      <a:pt x="3605" y="751"/>
                    </a:cubicBezTo>
                    <a:cubicBezTo>
                      <a:pt x="3601" y="751"/>
                      <a:pt x="3597" y="750"/>
                      <a:pt x="3594" y="750"/>
                    </a:cubicBezTo>
                    <a:cubicBezTo>
                      <a:pt x="3568" y="750"/>
                      <a:pt x="3607" y="684"/>
                      <a:pt x="3627" y="625"/>
                    </a:cubicBezTo>
                    <a:cubicBezTo>
                      <a:pt x="3647" y="559"/>
                      <a:pt x="3673" y="572"/>
                      <a:pt x="3680" y="546"/>
                    </a:cubicBezTo>
                    <a:cubicBezTo>
                      <a:pt x="3680" y="546"/>
                      <a:pt x="3601" y="533"/>
                      <a:pt x="3561" y="533"/>
                    </a:cubicBezTo>
                    <a:cubicBezTo>
                      <a:pt x="3535" y="533"/>
                      <a:pt x="3520" y="553"/>
                      <a:pt x="3500" y="553"/>
                    </a:cubicBezTo>
                    <a:cubicBezTo>
                      <a:pt x="3490" y="553"/>
                      <a:pt x="3478" y="548"/>
                      <a:pt x="3463" y="533"/>
                    </a:cubicBezTo>
                    <a:cubicBezTo>
                      <a:pt x="3410" y="487"/>
                      <a:pt x="3377" y="447"/>
                      <a:pt x="3364" y="434"/>
                    </a:cubicBezTo>
                    <a:cubicBezTo>
                      <a:pt x="3351" y="414"/>
                      <a:pt x="3259" y="348"/>
                      <a:pt x="3259" y="348"/>
                    </a:cubicBezTo>
                    <a:cubicBezTo>
                      <a:pt x="3259" y="348"/>
                      <a:pt x="3199" y="441"/>
                      <a:pt x="3206" y="467"/>
                    </a:cubicBezTo>
                    <a:cubicBezTo>
                      <a:pt x="3219" y="487"/>
                      <a:pt x="3232" y="520"/>
                      <a:pt x="3252" y="552"/>
                    </a:cubicBezTo>
                    <a:cubicBezTo>
                      <a:pt x="3272" y="585"/>
                      <a:pt x="3298" y="618"/>
                      <a:pt x="3278" y="631"/>
                    </a:cubicBezTo>
                    <a:cubicBezTo>
                      <a:pt x="3264" y="641"/>
                      <a:pt x="3257" y="650"/>
                      <a:pt x="3240" y="650"/>
                    </a:cubicBezTo>
                    <a:cubicBezTo>
                      <a:pt x="3233" y="650"/>
                      <a:pt x="3224" y="648"/>
                      <a:pt x="3212" y="645"/>
                    </a:cubicBezTo>
                    <a:cubicBezTo>
                      <a:pt x="3166" y="638"/>
                      <a:pt x="3114" y="618"/>
                      <a:pt x="3101" y="618"/>
                    </a:cubicBezTo>
                    <a:cubicBezTo>
                      <a:pt x="3087" y="618"/>
                      <a:pt x="3074" y="612"/>
                      <a:pt x="3059" y="612"/>
                    </a:cubicBezTo>
                    <a:cubicBezTo>
                      <a:pt x="3052" y="612"/>
                      <a:pt x="3044" y="614"/>
                      <a:pt x="3035" y="618"/>
                    </a:cubicBezTo>
                    <a:cubicBezTo>
                      <a:pt x="3002" y="625"/>
                      <a:pt x="2936" y="677"/>
                      <a:pt x="2962" y="717"/>
                    </a:cubicBezTo>
                    <a:cubicBezTo>
                      <a:pt x="2982" y="756"/>
                      <a:pt x="3041" y="809"/>
                      <a:pt x="3028" y="835"/>
                    </a:cubicBezTo>
                    <a:cubicBezTo>
                      <a:pt x="3022" y="855"/>
                      <a:pt x="2949" y="914"/>
                      <a:pt x="2956" y="934"/>
                    </a:cubicBezTo>
                    <a:cubicBezTo>
                      <a:pt x="2962" y="960"/>
                      <a:pt x="2989" y="993"/>
                      <a:pt x="3008" y="1039"/>
                    </a:cubicBezTo>
                    <a:cubicBezTo>
                      <a:pt x="3028" y="1085"/>
                      <a:pt x="3068" y="1125"/>
                      <a:pt x="3074" y="1132"/>
                    </a:cubicBezTo>
                    <a:cubicBezTo>
                      <a:pt x="3074" y="1145"/>
                      <a:pt x="3107" y="1184"/>
                      <a:pt x="3074" y="1211"/>
                    </a:cubicBezTo>
                    <a:cubicBezTo>
                      <a:pt x="3041" y="1237"/>
                      <a:pt x="3028" y="1250"/>
                      <a:pt x="2956" y="1270"/>
                    </a:cubicBezTo>
                    <a:cubicBezTo>
                      <a:pt x="2883" y="1283"/>
                      <a:pt x="2818" y="1296"/>
                      <a:pt x="2804" y="1296"/>
                    </a:cubicBezTo>
                    <a:cubicBezTo>
                      <a:pt x="2800" y="1296"/>
                      <a:pt x="2790" y="1295"/>
                      <a:pt x="2778" y="1295"/>
                    </a:cubicBezTo>
                    <a:cubicBezTo>
                      <a:pt x="2753" y="1295"/>
                      <a:pt x="2721" y="1298"/>
                      <a:pt x="2712" y="1316"/>
                    </a:cubicBezTo>
                    <a:cubicBezTo>
                      <a:pt x="2699" y="1342"/>
                      <a:pt x="2679" y="1382"/>
                      <a:pt x="2679" y="1447"/>
                    </a:cubicBezTo>
                    <a:cubicBezTo>
                      <a:pt x="2679" y="1513"/>
                      <a:pt x="2712" y="1520"/>
                      <a:pt x="2679" y="1573"/>
                    </a:cubicBezTo>
                    <a:cubicBezTo>
                      <a:pt x="2646" y="1619"/>
                      <a:pt x="2614" y="1605"/>
                      <a:pt x="2627" y="1645"/>
                    </a:cubicBezTo>
                    <a:cubicBezTo>
                      <a:pt x="2640" y="1684"/>
                      <a:pt x="2627" y="1711"/>
                      <a:pt x="2679" y="1770"/>
                    </a:cubicBezTo>
                    <a:cubicBezTo>
                      <a:pt x="2732" y="1829"/>
                      <a:pt x="2765" y="1869"/>
                      <a:pt x="2791" y="1921"/>
                    </a:cubicBezTo>
                    <a:cubicBezTo>
                      <a:pt x="2818" y="1974"/>
                      <a:pt x="2857" y="2040"/>
                      <a:pt x="2831" y="2066"/>
                    </a:cubicBezTo>
                    <a:cubicBezTo>
                      <a:pt x="2798" y="2086"/>
                      <a:pt x="2745" y="2106"/>
                      <a:pt x="2719" y="2139"/>
                    </a:cubicBezTo>
                    <a:cubicBezTo>
                      <a:pt x="2693" y="2171"/>
                      <a:pt x="2614" y="2231"/>
                      <a:pt x="2594" y="2277"/>
                    </a:cubicBezTo>
                    <a:cubicBezTo>
                      <a:pt x="2567" y="2323"/>
                      <a:pt x="2515" y="2369"/>
                      <a:pt x="2561" y="2408"/>
                    </a:cubicBezTo>
                    <a:cubicBezTo>
                      <a:pt x="2600" y="2448"/>
                      <a:pt x="2640" y="2441"/>
                      <a:pt x="2660" y="2454"/>
                    </a:cubicBezTo>
                    <a:cubicBezTo>
                      <a:pt x="2686" y="2468"/>
                      <a:pt x="2699" y="2540"/>
                      <a:pt x="2693" y="2553"/>
                    </a:cubicBezTo>
                    <a:cubicBezTo>
                      <a:pt x="2679" y="2573"/>
                      <a:pt x="2646" y="2612"/>
                      <a:pt x="2646" y="2645"/>
                    </a:cubicBezTo>
                    <a:cubicBezTo>
                      <a:pt x="2653" y="2678"/>
                      <a:pt x="2679" y="2744"/>
                      <a:pt x="2679" y="2770"/>
                    </a:cubicBezTo>
                    <a:cubicBezTo>
                      <a:pt x="2686" y="2797"/>
                      <a:pt x="2719" y="2830"/>
                      <a:pt x="2693" y="2862"/>
                    </a:cubicBezTo>
                    <a:cubicBezTo>
                      <a:pt x="2666" y="2902"/>
                      <a:pt x="2640" y="2928"/>
                      <a:pt x="2581" y="2968"/>
                    </a:cubicBezTo>
                    <a:cubicBezTo>
                      <a:pt x="2528" y="3007"/>
                      <a:pt x="2449" y="3066"/>
                      <a:pt x="2416" y="3080"/>
                    </a:cubicBezTo>
                    <a:cubicBezTo>
                      <a:pt x="2393" y="3085"/>
                      <a:pt x="2294" y="3157"/>
                      <a:pt x="2239" y="3157"/>
                    </a:cubicBezTo>
                    <a:cubicBezTo>
                      <a:pt x="2231" y="3157"/>
                      <a:pt x="2224" y="3155"/>
                      <a:pt x="2219" y="3152"/>
                    </a:cubicBezTo>
                    <a:cubicBezTo>
                      <a:pt x="2173" y="3126"/>
                      <a:pt x="2080" y="3093"/>
                      <a:pt x="2048" y="3080"/>
                    </a:cubicBezTo>
                    <a:cubicBezTo>
                      <a:pt x="2029" y="3071"/>
                      <a:pt x="1992" y="3055"/>
                      <a:pt x="1954" y="3055"/>
                    </a:cubicBezTo>
                    <a:cubicBezTo>
                      <a:pt x="1937" y="3055"/>
                      <a:pt x="1919" y="3058"/>
                      <a:pt x="1903" y="3066"/>
                    </a:cubicBezTo>
                    <a:cubicBezTo>
                      <a:pt x="1869" y="3079"/>
                      <a:pt x="1833" y="3084"/>
                      <a:pt x="1806" y="3084"/>
                    </a:cubicBezTo>
                    <a:cubicBezTo>
                      <a:pt x="1791" y="3084"/>
                      <a:pt x="1778" y="3082"/>
                      <a:pt x="1771" y="3080"/>
                    </a:cubicBezTo>
                    <a:cubicBezTo>
                      <a:pt x="1763" y="3074"/>
                      <a:pt x="1739" y="3072"/>
                      <a:pt x="1711" y="3072"/>
                    </a:cubicBezTo>
                    <a:cubicBezTo>
                      <a:pt x="1672" y="3072"/>
                      <a:pt x="1624" y="3076"/>
                      <a:pt x="1593" y="3080"/>
                    </a:cubicBezTo>
                    <a:cubicBezTo>
                      <a:pt x="1547" y="3086"/>
                      <a:pt x="1521" y="3093"/>
                      <a:pt x="1482" y="3113"/>
                    </a:cubicBezTo>
                    <a:cubicBezTo>
                      <a:pt x="1435" y="3139"/>
                      <a:pt x="1370" y="3178"/>
                      <a:pt x="1343" y="3198"/>
                    </a:cubicBezTo>
                    <a:cubicBezTo>
                      <a:pt x="1324" y="3224"/>
                      <a:pt x="1324" y="3231"/>
                      <a:pt x="1258" y="3231"/>
                    </a:cubicBezTo>
                    <a:cubicBezTo>
                      <a:pt x="1185" y="3231"/>
                      <a:pt x="1113" y="3185"/>
                      <a:pt x="1093" y="3185"/>
                    </a:cubicBezTo>
                    <a:cubicBezTo>
                      <a:pt x="1067" y="3185"/>
                      <a:pt x="968" y="3231"/>
                      <a:pt x="948" y="3231"/>
                    </a:cubicBezTo>
                    <a:cubicBezTo>
                      <a:pt x="929" y="3231"/>
                      <a:pt x="804" y="3264"/>
                      <a:pt x="725" y="3284"/>
                    </a:cubicBezTo>
                    <a:cubicBezTo>
                      <a:pt x="652" y="3303"/>
                      <a:pt x="534" y="3303"/>
                      <a:pt x="501" y="3336"/>
                    </a:cubicBezTo>
                    <a:cubicBezTo>
                      <a:pt x="461" y="3369"/>
                      <a:pt x="415" y="3461"/>
                      <a:pt x="396" y="3507"/>
                    </a:cubicBezTo>
                    <a:cubicBezTo>
                      <a:pt x="389" y="3527"/>
                      <a:pt x="389" y="3554"/>
                      <a:pt x="376" y="3573"/>
                    </a:cubicBezTo>
                    <a:cubicBezTo>
                      <a:pt x="376" y="3580"/>
                      <a:pt x="376" y="3580"/>
                      <a:pt x="376" y="3586"/>
                    </a:cubicBezTo>
                    <a:cubicBezTo>
                      <a:pt x="369" y="3593"/>
                      <a:pt x="369" y="3600"/>
                      <a:pt x="363" y="3613"/>
                    </a:cubicBezTo>
                    <a:cubicBezTo>
                      <a:pt x="363" y="3613"/>
                      <a:pt x="363" y="3619"/>
                      <a:pt x="356" y="3619"/>
                    </a:cubicBezTo>
                    <a:cubicBezTo>
                      <a:pt x="356" y="3626"/>
                      <a:pt x="356" y="3626"/>
                      <a:pt x="350" y="3632"/>
                    </a:cubicBezTo>
                    <a:cubicBezTo>
                      <a:pt x="350" y="3632"/>
                      <a:pt x="350" y="3632"/>
                      <a:pt x="343" y="3639"/>
                    </a:cubicBezTo>
                    <a:cubicBezTo>
                      <a:pt x="343" y="3639"/>
                      <a:pt x="336" y="3646"/>
                      <a:pt x="336" y="3646"/>
                    </a:cubicBezTo>
                    <a:cubicBezTo>
                      <a:pt x="290" y="3685"/>
                      <a:pt x="178" y="3711"/>
                      <a:pt x="159" y="3777"/>
                    </a:cubicBezTo>
                    <a:cubicBezTo>
                      <a:pt x="146" y="3823"/>
                      <a:pt x="159" y="3869"/>
                      <a:pt x="139" y="3915"/>
                    </a:cubicBezTo>
                    <a:cubicBezTo>
                      <a:pt x="132" y="3929"/>
                      <a:pt x="126" y="3942"/>
                      <a:pt x="113" y="3955"/>
                    </a:cubicBezTo>
                    <a:cubicBezTo>
                      <a:pt x="47" y="4008"/>
                      <a:pt x="1" y="4027"/>
                      <a:pt x="1" y="4067"/>
                    </a:cubicBezTo>
                    <a:cubicBezTo>
                      <a:pt x="1" y="4106"/>
                      <a:pt x="27" y="4212"/>
                      <a:pt x="27" y="4238"/>
                    </a:cubicBezTo>
                    <a:cubicBezTo>
                      <a:pt x="27" y="4258"/>
                      <a:pt x="40" y="4363"/>
                      <a:pt x="40" y="4363"/>
                    </a:cubicBezTo>
                    <a:cubicBezTo>
                      <a:pt x="40" y="4356"/>
                      <a:pt x="40" y="4356"/>
                      <a:pt x="47" y="4356"/>
                    </a:cubicBezTo>
                    <a:cubicBezTo>
                      <a:pt x="47" y="4356"/>
                      <a:pt x="53" y="4350"/>
                      <a:pt x="53" y="4350"/>
                    </a:cubicBezTo>
                    <a:cubicBezTo>
                      <a:pt x="60" y="4343"/>
                      <a:pt x="60" y="4343"/>
                      <a:pt x="67" y="4337"/>
                    </a:cubicBezTo>
                    <a:cubicBezTo>
                      <a:pt x="73" y="4337"/>
                      <a:pt x="73" y="4330"/>
                      <a:pt x="80" y="4330"/>
                    </a:cubicBezTo>
                    <a:cubicBezTo>
                      <a:pt x="86" y="4324"/>
                      <a:pt x="99" y="4317"/>
                      <a:pt x="113" y="4304"/>
                    </a:cubicBezTo>
                    <a:cubicBezTo>
                      <a:pt x="113" y="4304"/>
                      <a:pt x="119" y="4297"/>
                      <a:pt x="126" y="4297"/>
                    </a:cubicBezTo>
                    <a:cubicBezTo>
                      <a:pt x="126" y="4291"/>
                      <a:pt x="126" y="4291"/>
                      <a:pt x="126" y="4291"/>
                    </a:cubicBezTo>
                    <a:cubicBezTo>
                      <a:pt x="139" y="4284"/>
                      <a:pt x="146" y="4277"/>
                      <a:pt x="152" y="4277"/>
                    </a:cubicBezTo>
                    <a:cubicBezTo>
                      <a:pt x="159" y="4264"/>
                      <a:pt x="172" y="4258"/>
                      <a:pt x="185" y="4245"/>
                    </a:cubicBezTo>
                    <a:cubicBezTo>
                      <a:pt x="192" y="4238"/>
                      <a:pt x="205" y="4231"/>
                      <a:pt x="211" y="4225"/>
                    </a:cubicBezTo>
                    <a:cubicBezTo>
                      <a:pt x="225" y="4218"/>
                      <a:pt x="231" y="4212"/>
                      <a:pt x="244" y="4205"/>
                    </a:cubicBezTo>
                    <a:cubicBezTo>
                      <a:pt x="244" y="4198"/>
                      <a:pt x="251" y="4198"/>
                      <a:pt x="251" y="4198"/>
                    </a:cubicBezTo>
                    <a:cubicBezTo>
                      <a:pt x="271" y="4185"/>
                      <a:pt x="277" y="4179"/>
                      <a:pt x="290" y="4172"/>
                    </a:cubicBezTo>
                    <a:cubicBezTo>
                      <a:pt x="330" y="4152"/>
                      <a:pt x="369" y="4113"/>
                      <a:pt x="389" y="4113"/>
                    </a:cubicBezTo>
                    <a:cubicBezTo>
                      <a:pt x="409" y="4113"/>
                      <a:pt x="508" y="4126"/>
                      <a:pt x="527" y="4152"/>
                    </a:cubicBezTo>
                    <a:cubicBezTo>
                      <a:pt x="540" y="4179"/>
                      <a:pt x="652" y="4238"/>
                      <a:pt x="698" y="4238"/>
                    </a:cubicBezTo>
                    <a:cubicBezTo>
                      <a:pt x="729" y="4238"/>
                      <a:pt x="780" y="4241"/>
                      <a:pt x="821" y="4241"/>
                    </a:cubicBezTo>
                    <a:cubicBezTo>
                      <a:pt x="841" y="4241"/>
                      <a:pt x="859" y="4240"/>
                      <a:pt x="869" y="4238"/>
                    </a:cubicBezTo>
                    <a:cubicBezTo>
                      <a:pt x="909" y="4231"/>
                      <a:pt x="1021" y="4192"/>
                      <a:pt x="1074" y="4192"/>
                    </a:cubicBezTo>
                    <a:cubicBezTo>
                      <a:pt x="1120" y="4192"/>
                      <a:pt x="1238" y="4212"/>
                      <a:pt x="1238" y="4212"/>
                    </a:cubicBezTo>
                    <a:cubicBezTo>
                      <a:pt x="1238" y="4212"/>
                      <a:pt x="1240" y="4210"/>
                      <a:pt x="1243" y="4210"/>
                    </a:cubicBezTo>
                    <a:cubicBezTo>
                      <a:pt x="1250" y="4210"/>
                      <a:pt x="1260" y="4216"/>
                      <a:pt x="1264" y="4251"/>
                    </a:cubicBezTo>
                    <a:cubicBezTo>
                      <a:pt x="1271" y="4304"/>
                      <a:pt x="1278" y="4356"/>
                      <a:pt x="1284" y="4396"/>
                    </a:cubicBezTo>
                    <a:cubicBezTo>
                      <a:pt x="1284" y="4427"/>
                      <a:pt x="1296" y="4495"/>
                      <a:pt x="1315" y="4495"/>
                    </a:cubicBezTo>
                    <a:cubicBezTo>
                      <a:pt x="1315" y="4495"/>
                      <a:pt x="1316" y="4495"/>
                      <a:pt x="1317" y="4495"/>
                    </a:cubicBezTo>
                    <a:cubicBezTo>
                      <a:pt x="1330" y="4488"/>
                      <a:pt x="1416" y="4435"/>
                      <a:pt x="1416" y="4435"/>
                    </a:cubicBezTo>
                    <a:cubicBezTo>
                      <a:pt x="1416" y="4435"/>
                      <a:pt x="1451" y="4408"/>
                      <a:pt x="1472" y="4408"/>
                    </a:cubicBezTo>
                    <a:cubicBezTo>
                      <a:pt x="1480" y="4408"/>
                      <a:pt x="1486" y="4411"/>
                      <a:pt x="1488" y="4422"/>
                    </a:cubicBezTo>
                    <a:cubicBezTo>
                      <a:pt x="1488" y="4459"/>
                      <a:pt x="1499" y="4529"/>
                      <a:pt x="1511" y="4529"/>
                    </a:cubicBezTo>
                    <a:cubicBezTo>
                      <a:pt x="1512" y="4529"/>
                      <a:pt x="1513" y="4529"/>
                      <a:pt x="1514" y="4528"/>
                    </a:cubicBezTo>
                    <a:cubicBezTo>
                      <a:pt x="1528" y="4514"/>
                      <a:pt x="1587" y="4455"/>
                      <a:pt x="1587" y="4455"/>
                    </a:cubicBezTo>
                    <a:lnTo>
                      <a:pt x="1626" y="4396"/>
                    </a:lnTo>
                    <a:lnTo>
                      <a:pt x="1659" y="4383"/>
                    </a:lnTo>
                    <a:cubicBezTo>
                      <a:pt x="1659" y="4383"/>
                      <a:pt x="1694" y="4402"/>
                      <a:pt x="1737" y="4402"/>
                    </a:cubicBezTo>
                    <a:cubicBezTo>
                      <a:pt x="1750" y="4402"/>
                      <a:pt x="1764" y="4400"/>
                      <a:pt x="1778" y="4396"/>
                    </a:cubicBezTo>
                    <a:cubicBezTo>
                      <a:pt x="1844" y="4383"/>
                      <a:pt x="2008" y="4383"/>
                      <a:pt x="2015" y="4376"/>
                    </a:cubicBezTo>
                    <a:cubicBezTo>
                      <a:pt x="2028" y="4376"/>
                      <a:pt x="2048" y="4343"/>
                      <a:pt x="2067" y="4343"/>
                    </a:cubicBezTo>
                    <a:cubicBezTo>
                      <a:pt x="2094" y="4343"/>
                      <a:pt x="2173" y="4356"/>
                      <a:pt x="2186" y="4363"/>
                    </a:cubicBezTo>
                    <a:cubicBezTo>
                      <a:pt x="2192" y="4367"/>
                      <a:pt x="2200" y="4368"/>
                      <a:pt x="2209" y="4368"/>
                    </a:cubicBezTo>
                    <a:cubicBezTo>
                      <a:pt x="2230" y="4368"/>
                      <a:pt x="2257" y="4359"/>
                      <a:pt x="2271" y="4350"/>
                    </a:cubicBezTo>
                    <a:cubicBezTo>
                      <a:pt x="2284" y="4343"/>
                      <a:pt x="2278" y="4330"/>
                      <a:pt x="2344" y="4297"/>
                    </a:cubicBezTo>
                    <a:cubicBezTo>
                      <a:pt x="2403" y="4264"/>
                      <a:pt x="2482" y="4251"/>
                      <a:pt x="2489" y="4251"/>
                    </a:cubicBezTo>
                    <a:cubicBezTo>
                      <a:pt x="2495" y="4251"/>
                      <a:pt x="2554" y="4291"/>
                      <a:pt x="2554" y="4291"/>
                    </a:cubicBezTo>
                    <a:cubicBezTo>
                      <a:pt x="2554" y="4291"/>
                      <a:pt x="2567" y="4286"/>
                      <a:pt x="2588" y="4286"/>
                    </a:cubicBezTo>
                    <a:cubicBezTo>
                      <a:pt x="2604" y="4286"/>
                      <a:pt x="2624" y="4289"/>
                      <a:pt x="2646" y="4297"/>
                    </a:cubicBezTo>
                    <a:cubicBezTo>
                      <a:pt x="2693" y="4317"/>
                      <a:pt x="2765" y="4429"/>
                      <a:pt x="2772" y="4449"/>
                    </a:cubicBezTo>
                    <a:cubicBezTo>
                      <a:pt x="2772" y="4468"/>
                      <a:pt x="2699" y="4560"/>
                      <a:pt x="2693" y="4587"/>
                    </a:cubicBezTo>
                    <a:cubicBezTo>
                      <a:pt x="2686" y="4607"/>
                      <a:pt x="2765" y="4653"/>
                      <a:pt x="2785" y="4666"/>
                    </a:cubicBezTo>
                    <a:cubicBezTo>
                      <a:pt x="2804" y="4679"/>
                      <a:pt x="2844" y="4712"/>
                      <a:pt x="2831" y="4764"/>
                    </a:cubicBezTo>
                    <a:cubicBezTo>
                      <a:pt x="2811" y="4824"/>
                      <a:pt x="2824" y="4817"/>
                      <a:pt x="2798" y="4870"/>
                    </a:cubicBezTo>
                    <a:cubicBezTo>
                      <a:pt x="2765" y="4916"/>
                      <a:pt x="2818" y="5094"/>
                      <a:pt x="2844" y="5140"/>
                    </a:cubicBezTo>
                    <a:cubicBezTo>
                      <a:pt x="2864" y="5179"/>
                      <a:pt x="2897" y="5291"/>
                      <a:pt x="2910" y="5298"/>
                    </a:cubicBezTo>
                    <a:cubicBezTo>
                      <a:pt x="2914" y="5300"/>
                      <a:pt x="2921" y="5300"/>
                      <a:pt x="2930" y="5300"/>
                    </a:cubicBezTo>
                    <a:cubicBezTo>
                      <a:pt x="2948" y="5300"/>
                      <a:pt x="2971" y="5298"/>
                      <a:pt x="2989" y="5298"/>
                    </a:cubicBezTo>
                    <a:cubicBezTo>
                      <a:pt x="2992" y="5298"/>
                      <a:pt x="2994" y="5299"/>
                      <a:pt x="2995" y="5299"/>
                    </a:cubicBezTo>
                    <a:cubicBezTo>
                      <a:pt x="3007" y="5299"/>
                      <a:pt x="2984" y="5278"/>
                      <a:pt x="3101" y="5278"/>
                    </a:cubicBezTo>
                    <a:cubicBezTo>
                      <a:pt x="3232" y="5278"/>
                      <a:pt x="3291" y="5344"/>
                      <a:pt x="3291" y="5363"/>
                    </a:cubicBezTo>
                    <a:cubicBezTo>
                      <a:pt x="3291" y="5383"/>
                      <a:pt x="3272" y="5462"/>
                      <a:pt x="3245" y="5488"/>
                    </a:cubicBezTo>
                    <a:cubicBezTo>
                      <a:pt x="3212" y="5515"/>
                      <a:pt x="3153" y="5567"/>
                      <a:pt x="3147" y="5594"/>
                    </a:cubicBezTo>
                    <a:cubicBezTo>
                      <a:pt x="3140" y="5620"/>
                      <a:pt x="3147" y="5692"/>
                      <a:pt x="3153" y="5712"/>
                    </a:cubicBezTo>
                    <a:cubicBezTo>
                      <a:pt x="3160" y="5732"/>
                      <a:pt x="3166" y="5824"/>
                      <a:pt x="3160" y="5844"/>
                    </a:cubicBezTo>
                    <a:cubicBezTo>
                      <a:pt x="3147" y="5864"/>
                      <a:pt x="3140" y="5844"/>
                      <a:pt x="3153" y="5923"/>
                    </a:cubicBezTo>
                    <a:cubicBezTo>
                      <a:pt x="3166" y="5995"/>
                      <a:pt x="3212" y="6068"/>
                      <a:pt x="3226" y="6081"/>
                    </a:cubicBezTo>
                    <a:cubicBezTo>
                      <a:pt x="3245" y="6087"/>
                      <a:pt x="3311" y="6114"/>
                      <a:pt x="3318" y="6166"/>
                    </a:cubicBezTo>
                    <a:cubicBezTo>
                      <a:pt x="3324" y="6212"/>
                      <a:pt x="3344" y="6324"/>
                      <a:pt x="3384" y="6351"/>
                    </a:cubicBezTo>
                    <a:cubicBezTo>
                      <a:pt x="3416" y="6383"/>
                      <a:pt x="3456" y="6390"/>
                      <a:pt x="3482" y="6390"/>
                    </a:cubicBezTo>
                    <a:cubicBezTo>
                      <a:pt x="3505" y="6396"/>
                      <a:pt x="3700" y="6432"/>
                      <a:pt x="3757" y="6432"/>
                    </a:cubicBezTo>
                    <a:cubicBezTo>
                      <a:pt x="3765" y="6432"/>
                      <a:pt x="3770" y="6431"/>
                      <a:pt x="3772" y="6430"/>
                    </a:cubicBezTo>
                    <a:cubicBezTo>
                      <a:pt x="3778" y="6410"/>
                      <a:pt x="3792" y="6410"/>
                      <a:pt x="3811" y="6344"/>
                    </a:cubicBezTo>
                    <a:cubicBezTo>
                      <a:pt x="3838" y="6278"/>
                      <a:pt x="3851" y="6239"/>
                      <a:pt x="3890" y="6226"/>
                    </a:cubicBezTo>
                    <a:cubicBezTo>
                      <a:pt x="3925" y="6211"/>
                      <a:pt x="3922" y="6203"/>
                      <a:pt x="3955" y="6203"/>
                    </a:cubicBezTo>
                    <a:cubicBezTo>
                      <a:pt x="3966" y="6203"/>
                      <a:pt x="3981" y="6204"/>
                      <a:pt x="4002" y="6206"/>
                    </a:cubicBezTo>
                    <a:cubicBezTo>
                      <a:pt x="4081" y="6212"/>
                      <a:pt x="4114" y="6212"/>
                      <a:pt x="4154" y="6212"/>
                    </a:cubicBezTo>
                    <a:cubicBezTo>
                      <a:pt x="4187" y="6206"/>
                      <a:pt x="4246" y="6206"/>
                      <a:pt x="4279" y="6173"/>
                    </a:cubicBezTo>
                    <a:cubicBezTo>
                      <a:pt x="4312" y="6140"/>
                      <a:pt x="4391" y="6081"/>
                      <a:pt x="4391" y="6081"/>
                    </a:cubicBezTo>
                    <a:lnTo>
                      <a:pt x="4489" y="6054"/>
                    </a:lnTo>
                    <a:lnTo>
                      <a:pt x="4575" y="5975"/>
                    </a:lnTo>
                    <a:cubicBezTo>
                      <a:pt x="4575" y="5975"/>
                      <a:pt x="4831" y="5910"/>
                      <a:pt x="4917" y="5890"/>
                    </a:cubicBezTo>
                    <a:cubicBezTo>
                      <a:pt x="4937" y="5890"/>
                      <a:pt x="4957" y="5883"/>
                      <a:pt x="4983" y="5870"/>
                    </a:cubicBezTo>
                    <a:cubicBezTo>
                      <a:pt x="4989" y="5870"/>
                      <a:pt x="4996" y="5870"/>
                      <a:pt x="5003" y="5864"/>
                    </a:cubicBezTo>
                    <a:cubicBezTo>
                      <a:pt x="5029" y="5857"/>
                      <a:pt x="5055" y="5850"/>
                      <a:pt x="5082" y="5837"/>
                    </a:cubicBezTo>
                    <a:cubicBezTo>
                      <a:pt x="5108" y="5831"/>
                      <a:pt x="5134" y="5817"/>
                      <a:pt x="5154" y="5811"/>
                    </a:cubicBezTo>
                    <a:cubicBezTo>
                      <a:pt x="5161" y="5811"/>
                      <a:pt x="5167" y="5804"/>
                      <a:pt x="5174" y="5804"/>
                    </a:cubicBezTo>
                    <a:cubicBezTo>
                      <a:pt x="5220" y="5791"/>
                      <a:pt x="5266" y="5771"/>
                      <a:pt x="5299" y="5765"/>
                    </a:cubicBezTo>
                    <a:cubicBezTo>
                      <a:pt x="5299" y="5758"/>
                      <a:pt x="5305" y="5758"/>
                      <a:pt x="5305" y="5758"/>
                    </a:cubicBezTo>
                    <a:cubicBezTo>
                      <a:pt x="5312" y="5758"/>
                      <a:pt x="5319" y="5758"/>
                      <a:pt x="5325" y="5752"/>
                    </a:cubicBezTo>
                    <a:cubicBezTo>
                      <a:pt x="5336" y="5750"/>
                      <a:pt x="5348" y="5749"/>
                      <a:pt x="5360" y="5749"/>
                    </a:cubicBezTo>
                    <a:cubicBezTo>
                      <a:pt x="5426" y="5749"/>
                      <a:pt x="5512" y="5774"/>
                      <a:pt x="5562" y="5785"/>
                    </a:cubicBezTo>
                    <a:cubicBezTo>
                      <a:pt x="5615" y="5791"/>
                      <a:pt x="5700" y="5824"/>
                      <a:pt x="5733" y="5831"/>
                    </a:cubicBezTo>
                    <a:cubicBezTo>
                      <a:pt x="5759" y="5831"/>
                      <a:pt x="5799" y="5785"/>
                      <a:pt x="5838" y="5719"/>
                    </a:cubicBezTo>
                    <a:cubicBezTo>
                      <a:pt x="5871" y="5660"/>
                      <a:pt x="6181" y="5600"/>
                      <a:pt x="6181" y="5600"/>
                    </a:cubicBezTo>
                    <a:cubicBezTo>
                      <a:pt x="6181" y="5600"/>
                      <a:pt x="6246" y="5587"/>
                      <a:pt x="6266" y="5574"/>
                    </a:cubicBezTo>
                    <a:cubicBezTo>
                      <a:pt x="6293" y="5561"/>
                      <a:pt x="6299" y="5528"/>
                      <a:pt x="6279" y="5469"/>
                    </a:cubicBezTo>
                    <a:cubicBezTo>
                      <a:pt x="6253" y="5403"/>
                      <a:pt x="6293" y="5357"/>
                      <a:pt x="6312" y="5311"/>
                    </a:cubicBezTo>
                    <a:cubicBezTo>
                      <a:pt x="6332" y="5265"/>
                      <a:pt x="6352" y="5199"/>
                      <a:pt x="6365" y="5159"/>
                    </a:cubicBezTo>
                    <a:cubicBezTo>
                      <a:pt x="6385" y="5113"/>
                      <a:pt x="6385" y="5107"/>
                      <a:pt x="6437" y="5008"/>
                    </a:cubicBezTo>
                    <a:cubicBezTo>
                      <a:pt x="6497" y="4916"/>
                      <a:pt x="6529" y="4936"/>
                      <a:pt x="6556" y="4857"/>
                    </a:cubicBezTo>
                    <a:cubicBezTo>
                      <a:pt x="6562" y="4824"/>
                      <a:pt x="6608" y="4791"/>
                      <a:pt x="6655" y="4764"/>
                    </a:cubicBezTo>
                    <a:cubicBezTo>
                      <a:pt x="6655" y="4764"/>
                      <a:pt x="6655" y="4758"/>
                      <a:pt x="6648" y="4758"/>
                    </a:cubicBezTo>
                    <a:cubicBezTo>
                      <a:pt x="6641" y="4718"/>
                      <a:pt x="6608" y="4587"/>
                      <a:pt x="6608" y="4547"/>
                    </a:cubicBezTo>
                    <a:cubicBezTo>
                      <a:pt x="6608" y="4501"/>
                      <a:pt x="6701" y="4488"/>
                      <a:pt x="6773" y="4462"/>
                    </a:cubicBezTo>
                    <a:cubicBezTo>
                      <a:pt x="6845" y="4429"/>
                      <a:pt x="6878" y="4455"/>
                      <a:pt x="6918" y="4402"/>
                    </a:cubicBezTo>
                    <a:cubicBezTo>
                      <a:pt x="6964" y="4356"/>
                      <a:pt x="7036" y="4291"/>
                      <a:pt x="7063" y="4271"/>
                    </a:cubicBezTo>
                    <a:cubicBezTo>
                      <a:pt x="7089" y="4251"/>
                      <a:pt x="7076" y="4133"/>
                      <a:pt x="7109" y="4080"/>
                    </a:cubicBezTo>
                    <a:cubicBezTo>
                      <a:pt x="7142" y="4034"/>
                      <a:pt x="7201" y="3929"/>
                      <a:pt x="7273" y="3810"/>
                    </a:cubicBezTo>
                    <a:cubicBezTo>
                      <a:pt x="7346" y="3698"/>
                      <a:pt x="7273" y="3659"/>
                      <a:pt x="7267" y="3613"/>
                    </a:cubicBezTo>
                    <a:cubicBezTo>
                      <a:pt x="7260" y="3567"/>
                      <a:pt x="7128" y="3488"/>
                      <a:pt x="7069" y="3461"/>
                    </a:cubicBezTo>
                    <a:cubicBezTo>
                      <a:pt x="7016" y="3428"/>
                      <a:pt x="7181" y="3448"/>
                      <a:pt x="7227" y="3396"/>
                    </a:cubicBezTo>
                    <a:cubicBezTo>
                      <a:pt x="7280" y="3336"/>
                      <a:pt x="7227" y="3317"/>
                      <a:pt x="7221" y="3271"/>
                    </a:cubicBezTo>
                    <a:cubicBezTo>
                      <a:pt x="7214" y="3224"/>
                      <a:pt x="7188" y="3192"/>
                      <a:pt x="7148" y="3172"/>
                    </a:cubicBezTo>
                    <a:cubicBezTo>
                      <a:pt x="7115" y="3152"/>
                      <a:pt x="7115" y="3066"/>
                      <a:pt x="7115" y="3007"/>
                    </a:cubicBezTo>
                    <a:cubicBezTo>
                      <a:pt x="7115" y="2955"/>
                      <a:pt x="7227" y="2935"/>
                      <a:pt x="7273" y="2915"/>
                    </a:cubicBezTo>
                    <a:cubicBezTo>
                      <a:pt x="7293" y="2910"/>
                      <a:pt x="7305" y="2908"/>
                      <a:pt x="7317" y="2908"/>
                    </a:cubicBezTo>
                    <a:cubicBezTo>
                      <a:pt x="7334" y="2908"/>
                      <a:pt x="7351" y="2911"/>
                      <a:pt x="7385" y="2915"/>
                    </a:cubicBezTo>
                    <a:cubicBezTo>
                      <a:pt x="7394" y="2916"/>
                      <a:pt x="7401" y="2917"/>
                      <a:pt x="7406" y="2917"/>
                    </a:cubicBezTo>
                    <a:cubicBezTo>
                      <a:pt x="7430" y="2917"/>
                      <a:pt x="7413" y="2904"/>
                      <a:pt x="7418" y="2882"/>
                    </a:cubicBezTo>
                    <a:cubicBezTo>
                      <a:pt x="7425" y="2856"/>
                      <a:pt x="7530" y="2757"/>
                      <a:pt x="7530" y="2757"/>
                    </a:cubicBezTo>
                    <a:lnTo>
                      <a:pt x="7787" y="2790"/>
                    </a:lnTo>
                    <a:cubicBezTo>
                      <a:pt x="7773" y="2764"/>
                      <a:pt x="7793" y="2711"/>
                      <a:pt x="7793" y="2685"/>
                    </a:cubicBezTo>
                    <a:cubicBezTo>
                      <a:pt x="7793" y="2665"/>
                      <a:pt x="7681" y="2514"/>
                      <a:pt x="7648" y="2468"/>
                    </a:cubicBezTo>
                    <a:cubicBezTo>
                      <a:pt x="7609" y="2428"/>
                      <a:pt x="7576" y="2395"/>
                      <a:pt x="7543" y="2356"/>
                    </a:cubicBezTo>
                    <a:cubicBezTo>
                      <a:pt x="7510" y="2316"/>
                      <a:pt x="7517" y="2277"/>
                      <a:pt x="7517" y="2224"/>
                    </a:cubicBezTo>
                    <a:cubicBezTo>
                      <a:pt x="7517" y="2178"/>
                      <a:pt x="7517" y="2125"/>
                      <a:pt x="7530" y="2099"/>
                    </a:cubicBezTo>
                    <a:cubicBezTo>
                      <a:pt x="7536" y="2066"/>
                      <a:pt x="7582" y="2033"/>
                      <a:pt x="7648" y="2020"/>
                    </a:cubicBezTo>
                    <a:cubicBezTo>
                      <a:pt x="7708" y="2000"/>
                      <a:pt x="7721" y="1981"/>
                      <a:pt x="7747" y="1921"/>
                    </a:cubicBezTo>
                    <a:cubicBezTo>
                      <a:pt x="7767" y="1862"/>
                      <a:pt x="7661" y="1842"/>
                      <a:pt x="7681" y="1803"/>
                    </a:cubicBezTo>
                    <a:cubicBezTo>
                      <a:pt x="7701" y="1770"/>
                      <a:pt x="7767" y="1678"/>
                      <a:pt x="7800" y="1645"/>
                    </a:cubicBezTo>
                    <a:cubicBezTo>
                      <a:pt x="7833" y="1612"/>
                      <a:pt x="7977" y="1566"/>
                      <a:pt x="8004" y="1546"/>
                    </a:cubicBezTo>
                    <a:cubicBezTo>
                      <a:pt x="8030" y="1520"/>
                      <a:pt x="8037" y="1454"/>
                      <a:pt x="7997" y="1382"/>
                    </a:cubicBezTo>
                    <a:cubicBezTo>
                      <a:pt x="7964" y="1309"/>
                      <a:pt x="7912" y="1290"/>
                      <a:pt x="7859" y="1250"/>
                    </a:cubicBezTo>
                    <a:cubicBezTo>
                      <a:pt x="7813" y="1217"/>
                      <a:pt x="7714" y="1217"/>
                      <a:pt x="7681" y="1217"/>
                    </a:cubicBezTo>
                    <a:cubicBezTo>
                      <a:pt x="7642" y="1217"/>
                      <a:pt x="7569" y="1178"/>
                      <a:pt x="7563" y="1145"/>
                    </a:cubicBezTo>
                    <a:cubicBezTo>
                      <a:pt x="7563" y="1112"/>
                      <a:pt x="7530" y="1118"/>
                      <a:pt x="7438" y="1085"/>
                    </a:cubicBezTo>
                    <a:cubicBezTo>
                      <a:pt x="7388" y="1066"/>
                      <a:pt x="7364" y="1061"/>
                      <a:pt x="7342" y="1061"/>
                    </a:cubicBezTo>
                    <a:cubicBezTo>
                      <a:pt x="7321" y="1061"/>
                      <a:pt x="7303" y="1066"/>
                      <a:pt x="7267" y="1066"/>
                    </a:cubicBezTo>
                    <a:cubicBezTo>
                      <a:pt x="7260" y="1065"/>
                      <a:pt x="7254" y="1065"/>
                      <a:pt x="7249" y="1065"/>
                    </a:cubicBezTo>
                    <a:cubicBezTo>
                      <a:pt x="7197" y="1065"/>
                      <a:pt x="7213" y="1094"/>
                      <a:pt x="7201" y="1112"/>
                    </a:cubicBezTo>
                    <a:cubicBezTo>
                      <a:pt x="7194" y="1132"/>
                      <a:pt x="7128" y="1145"/>
                      <a:pt x="7128" y="1145"/>
                    </a:cubicBezTo>
                    <a:cubicBezTo>
                      <a:pt x="7128" y="1145"/>
                      <a:pt x="6997" y="1125"/>
                      <a:pt x="6984" y="1105"/>
                    </a:cubicBezTo>
                    <a:cubicBezTo>
                      <a:pt x="6970" y="1085"/>
                      <a:pt x="6964" y="993"/>
                      <a:pt x="6964" y="993"/>
                    </a:cubicBezTo>
                    <a:lnTo>
                      <a:pt x="6799" y="697"/>
                    </a:lnTo>
                    <a:cubicBezTo>
                      <a:pt x="6799" y="697"/>
                      <a:pt x="6727" y="651"/>
                      <a:pt x="6701" y="645"/>
                    </a:cubicBezTo>
                    <a:cubicBezTo>
                      <a:pt x="6697" y="643"/>
                      <a:pt x="6694" y="643"/>
                      <a:pt x="6690" y="643"/>
                    </a:cubicBezTo>
                    <a:cubicBezTo>
                      <a:pt x="6672" y="643"/>
                      <a:pt x="6650" y="656"/>
                      <a:pt x="6628" y="677"/>
                    </a:cubicBezTo>
                    <a:cubicBezTo>
                      <a:pt x="6608" y="697"/>
                      <a:pt x="6424" y="717"/>
                      <a:pt x="6424" y="717"/>
                    </a:cubicBezTo>
                    <a:cubicBezTo>
                      <a:pt x="6424" y="717"/>
                      <a:pt x="6339" y="697"/>
                      <a:pt x="6293" y="671"/>
                    </a:cubicBezTo>
                    <a:cubicBezTo>
                      <a:pt x="6246" y="645"/>
                      <a:pt x="6181" y="598"/>
                      <a:pt x="6056" y="539"/>
                    </a:cubicBezTo>
                    <a:cubicBezTo>
                      <a:pt x="5931" y="473"/>
                      <a:pt x="5924" y="447"/>
                      <a:pt x="5898" y="421"/>
                    </a:cubicBezTo>
                    <a:cubicBezTo>
                      <a:pt x="5871" y="394"/>
                      <a:pt x="5806" y="329"/>
                      <a:pt x="5680" y="296"/>
                    </a:cubicBezTo>
                    <a:cubicBezTo>
                      <a:pt x="5655" y="289"/>
                      <a:pt x="5635" y="287"/>
                      <a:pt x="5619" y="287"/>
                    </a:cubicBezTo>
                    <a:cubicBezTo>
                      <a:pt x="5552" y="287"/>
                      <a:pt x="5553" y="332"/>
                      <a:pt x="5516" y="348"/>
                    </a:cubicBezTo>
                    <a:cubicBezTo>
                      <a:pt x="5470" y="375"/>
                      <a:pt x="5450" y="447"/>
                      <a:pt x="5424" y="467"/>
                    </a:cubicBezTo>
                    <a:cubicBezTo>
                      <a:pt x="5414" y="475"/>
                      <a:pt x="5401" y="478"/>
                      <a:pt x="5388" y="478"/>
                    </a:cubicBezTo>
                    <a:cubicBezTo>
                      <a:pt x="5358" y="478"/>
                      <a:pt x="5322" y="463"/>
                      <a:pt x="5286" y="454"/>
                    </a:cubicBezTo>
                    <a:cubicBezTo>
                      <a:pt x="5233" y="447"/>
                      <a:pt x="5200" y="394"/>
                      <a:pt x="5174" y="335"/>
                    </a:cubicBezTo>
                    <a:cubicBezTo>
                      <a:pt x="5147" y="283"/>
                      <a:pt x="5193" y="230"/>
                      <a:pt x="5220" y="190"/>
                    </a:cubicBezTo>
                    <a:cubicBezTo>
                      <a:pt x="5246" y="144"/>
                      <a:pt x="5246" y="105"/>
                      <a:pt x="5246" y="105"/>
                    </a:cubicBezTo>
                    <a:cubicBezTo>
                      <a:pt x="5246" y="105"/>
                      <a:pt x="5174" y="26"/>
                      <a:pt x="5141" y="6"/>
                    </a:cubicBezTo>
                    <a:cubicBezTo>
                      <a:pt x="5133" y="2"/>
                      <a:pt x="5109" y="1"/>
                      <a:pt x="5076" y="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750F32"/>
                  </a:solidFill>
                </a:endParaRPr>
              </a:p>
            </p:txBody>
          </p:sp>
          <p:sp>
            <p:nvSpPr>
              <p:cNvPr id="261" name="Google Shape;1568;p19">
                <a:extLst>
                  <a:ext uri="{FF2B5EF4-FFF2-40B4-BE49-F238E27FC236}">
                    <a16:creationId xmlns:a16="http://schemas.microsoft.com/office/drawing/2014/main" id="{F5D3882C-F065-905E-22AA-08909F93AD27}"/>
                  </a:ext>
                </a:extLst>
              </p:cNvPr>
              <p:cNvSpPr/>
              <p:nvPr/>
            </p:nvSpPr>
            <p:spPr>
              <a:xfrm>
                <a:off x="7172629" y="3304870"/>
                <a:ext cx="704078" cy="448357"/>
              </a:xfrm>
              <a:custGeom>
                <a:avLst/>
                <a:gdLst/>
                <a:ahLst/>
                <a:cxnLst/>
                <a:rect l="l" t="t" r="r" b="b"/>
                <a:pathLst>
                  <a:path w="6451" h="4108" extrusionOk="0">
                    <a:moveTo>
                      <a:pt x="1843" y="0"/>
                    </a:moveTo>
                    <a:cubicBezTo>
                      <a:pt x="1830" y="0"/>
                      <a:pt x="1784" y="46"/>
                      <a:pt x="1744" y="66"/>
                    </a:cubicBezTo>
                    <a:cubicBezTo>
                      <a:pt x="1738" y="73"/>
                      <a:pt x="1725" y="79"/>
                      <a:pt x="1705" y="92"/>
                    </a:cubicBezTo>
                    <a:cubicBezTo>
                      <a:pt x="1705" y="92"/>
                      <a:pt x="1698" y="92"/>
                      <a:pt x="1698" y="99"/>
                    </a:cubicBezTo>
                    <a:cubicBezTo>
                      <a:pt x="1685" y="106"/>
                      <a:pt x="1679" y="112"/>
                      <a:pt x="1665" y="119"/>
                    </a:cubicBezTo>
                    <a:cubicBezTo>
                      <a:pt x="1659" y="125"/>
                      <a:pt x="1652" y="132"/>
                      <a:pt x="1639" y="139"/>
                    </a:cubicBezTo>
                    <a:cubicBezTo>
                      <a:pt x="1626" y="145"/>
                      <a:pt x="1619" y="158"/>
                      <a:pt x="1606" y="165"/>
                    </a:cubicBezTo>
                    <a:cubicBezTo>
                      <a:pt x="1600" y="171"/>
                      <a:pt x="1593" y="178"/>
                      <a:pt x="1586" y="185"/>
                    </a:cubicBezTo>
                    <a:lnTo>
                      <a:pt x="1580" y="185"/>
                    </a:lnTo>
                    <a:cubicBezTo>
                      <a:pt x="1573" y="191"/>
                      <a:pt x="1567" y="198"/>
                      <a:pt x="1567" y="198"/>
                    </a:cubicBezTo>
                    <a:cubicBezTo>
                      <a:pt x="1553" y="204"/>
                      <a:pt x="1547" y="218"/>
                      <a:pt x="1534" y="224"/>
                    </a:cubicBezTo>
                    <a:cubicBezTo>
                      <a:pt x="1534" y="224"/>
                      <a:pt x="1527" y="231"/>
                      <a:pt x="1521" y="231"/>
                    </a:cubicBezTo>
                    <a:cubicBezTo>
                      <a:pt x="1514" y="237"/>
                      <a:pt x="1514" y="237"/>
                      <a:pt x="1507" y="244"/>
                    </a:cubicBezTo>
                    <a:cubicBezTo>
                      <a:pt x="1507" y="244"/>
                      <a:pt x="1501" y="244"/>
                      <a:pt x="1501" y="250"/>
                    </a:cubicBezTo>
                    <a:lnTo>
                      <a:pt x="1494" y="250"/>
                    </a:lnTo>
                    <a:cubicBezTo>
                      <a:pt x="1494" y="250"/>
                      <a:pt x="1428" y="408"/>
                      <a:pt x="1409" y="408"/>
                    </a:cubicBezTo>
                    <a:cubicBezTo>
                      <a:pt x="1389" y="408"/>
                      <a:pt x="1211" y="415"/>
                      <a:pt x="1152" y="494"/>
                    </a:cubicBezTo>
                    <a:cubicBezTo>
                      <a:pt x="1093" y="573"/>
                      <a:pt x="1113" y="705"/>
                      <a:pt x="1113" y="770"/>
                    </a:cubicBezTo>
                    <a:cubicBezTo>
                      <a:pt x="1113" y="836"/>
                      <a:pt x="1159" y="889"/>
                      <a:pt x="1106" y="922"/>
                    </a:cubicBezTo>
                    <a:cubicBezTo>
                      <a:pt x="1100" y="925"/>
                      <a:pt x="1095" y="926"/>
                      <a:pt x="1091" y="926"/>
                    </a:cubicBezTo>
                    <a:cubicBezTo>
                      <a:pt x="1072" y="926"/>
                      <a:pt x="1059" y="905"/>
                      <a:pt x="1036" y="905"/>
                    </a:cubicBezTo>
                    <a:cubicBezTo>
                      <a:pt x="1018" y="905"/>
                      <a:pt x="993" y="919"/>
                      <a:pt x="955" y="968"/>
                    </a:cubicBezTo>
                    <a:cubicBezTo>
                      <a:pt x="856" y="1099"/>
                      <a:pt x="816" y="1132"/>
                      <a:pt x="836" y="1165"/>
                    </a:cubicBezTo>
                    <a:cubicBezTo>
                      <a:pt x="856" y="1198"/>
                      <a:pt x="862" y="1323"/>
                      <a:pt x="862" y="1323"/>
                    </a:cubicBezTo>
                    <a:cubicBezTo>
                      <a:pt x="862" y="1323"/>
                      <a:pt x="777" y="1356"/>
                      <a:pt x="744" y="1376"/>
                    </a:cubicBezTo>
                    <a:cubicBezTo>
                      <a:pt x="711" y="1402"/>
                      <a:pt x="704" y="1468"/>
                      <a:pt x="711" y="1507"/>
                    </a:cubicBezTo>
                    <a:cubicBezTo>
                      <a:pt x="724" y="1540"/>
                      <a:pt x="704" y="1540"/>
                      <a:pt x="619" y="1606"/>
                    </a:cubicBezTo>
                    <a:cubicBezTo>
                      <a:pt x="533" y="1672"/>
                      <a:pt x="421" y="1725"/>
                      <a:pt x="389" y="1758"/>
                    </a:cubicBezTo>
                    <a:cubicBezTo>
                      <a:pt x="375" y="1771"/>
                      <a:pt x="362" y="1784"/>
                      <a:pt x="336" y="1804"/>
                    </a:cubicBezTo>
                    <a:cubicBezTo>
                      <a:pt x="329" y="1810"/>
                      <a:pt x="323" y="1817"/>
                      <a:pt x="316" y="1823"/>
                    </a:cubicBezTo>
                    <a:cubicBezTo>
                      <a:pt x="303" y="1830"/>
                      <a:pt x="296" y="1843"/>
                      <a:pt x="283" y="1856"/>
                    </a:cubicBezTo>
                    <a:cubicBezTo>
                      <a:pt x="277" y="1863"/>
                      <a:pt x="270" y="1869"/>
                      <a:pt x="257" y="1876"/>
                    </a:cubicBezTo>
                    <a:cubicBezTo>
                      <a:pt x="185" y="1942"/>
                      <a:pt x="92" y="2021"/>
                      <a:pt x="20" y="2080"/>
                    </a:cubicBezTo>
                    <a:cubicBezTo>
                      <a:pt x="13" y="2087"/>
                      <a:pt x="7" y="2087"/>
                      <a:pt x="0" y="2093"/>
                    </a:cubicBezTo>
                    <a:lnTo>
                      <a:pt x="224" y="2120"/>
                    </a:lnTo>
                    <a:cubicBezTo>
                      <a:pt x="224" y="2120"/>
                      <a:pt x="421" y="2139"/>
                      <a:pt x="500" y="2139"/>
                    </a:cubicBezTo>
                    <a:cubicBezTo>
                      <a:pt x="579" y="2139"/>
                      <a:pt x="685" y="2106"/>
                      <a:pt x="685" y="2106"/>
                    </a:cubicBezTo>
                    <a:cubicBezTo>
                      <a:pt x="685" y="2106"/>
                      <a:pt x="724" y="2073"/>
                      <a:pt x="777" y="2073"/>
                    </a:cubicBezTo>
                    <a:cubicBezTo>
                      <a:pt x="823" y="2073"/>
                      <a:pt x="928" y="2106"/>
                      <a:pt x="928" y="2106"/>
                    </a:cubicBezTo>
                    <a:lnTo>
                      <a:pt x="1126" y="2166"/>
                    </a:lnTo>
                    <a:cubicBezTo>
                      <a:pt x="1126" y="2166"/>
                      <a:pt x="1540" y="2231"/>
                      <a:pt x="1567" y="2231"/>
                    </a:cubicBezTo>
                    <a:cubicBezTo>
                      <a:pt x="1593" y="2231"/>
                      <a:pt x="1646" y="2324"/>
                      <a:pt x="1646" y="2324"/>
                    </a:cubicBezTo>
                    <a:lnTo>
                      <a:pt x="1902" y="2396"/>
                    </a:lnTo>
                    <a:cubicBezTo>
                      <a:pt x="1902" y="2396"/>
                      <a:pt x="2080" y="2356"/>
                      <a:pt x="2126" y="2324"/>
                    </a:cubicBezTo>
                    <a:cubicBezTo>
                      <a:pt x="2135" y="2319"/>
                      <a:pt x="2145" y="2317"/>
                      <a:pt x="2158" y="2317"/>
                    </a:cubicBezTo>
                    <a:cubicBezTo>
                      <a:pt x="2221" y="2317"/>
                      <a:pt x="2323" y="2366"/>
                      <a:pt x="2356" y="2383"/>
                    </a:cubicBezTo>
                    <a:cubicBezTo>
                      <a:pt x="2389" y="2396"/>
                      <a:pt x="2501" y="2600"/>
                      <a:pt x="2541" y="2666"/>
                    </a:cubicBezTo>
                    <a:cubicBezTo>
                      <a:pt x="2574" y="2732"/>
                      <a:pt x="2541" y="2850"/>
                      <a:pt x="2541" y="2896"/>
                    </a:cubicBezTo>
                    <a:cubicBezTo>
                      <a:pt x="2541" y="2936"/>
                      <a:pt x="2574" y="3034"/>
                      <a:pt x="2600" y="3074"/>
                    </a:cubicBezTo>
                    <a:cubicBezTo>
                      <a:pt x="2626" y="3120"/>
                      <a:pt x="2705" y="3225"/>
                      <a:pt x="2751" y="3265"/>
                    </a:cubicBezTo>
                    <a:cubicBezTo>
                      <a:pt x="2797" y="3311"/>
                      <a:pt x="2778" y="3357"/>
                      <a:pt x="2778" y="3390"/>
                    </a:cubicBezTo>
                    <a:cubicBezTo>
                      <a:pt x="2778" y="3429"/>
                      <a:pt x="2758" y="3475"/>
                      <a:pt x="2751" y="3502"/>
                    </a:cubicBezTo>
                    <a:cubicBezTo>
                      <a:pt x="2745" y="3528"/>
                      <a:pt x="2751" y="3594"/>
                      <a:pt x="2751" y="3594"/>
                    </a:cubicBezTo>
                    <a:cubicBezTo>
                      <a:pt x="2751" y="3594"/>
                      <a:pt x="2862" y="3605"/>
                      <a:pt x="2926" y="3605"/>
                    </a:cubicBezTo>
                    <a:cubicBezTo>
                      <a:pt x="2947" y="3605"/>
                      <a:pt x="2964" y="3604"/>
                      <a:pt x="2968" y="3600"/>
                    </a:cubicBezTo>
                    <a:cubicBezTo>
                      <a:pt x="2975" y="3596"/>
                      <a:pt x="2996" y="3594"/>
                      <a:pt x="3024" y="3594"/>
                    </a:cubicBezTo>
                    <a:cubicBezTo>
                      <a:pt x="3079" y="3594"/>
                      <a:pt x="3159" y="3600"/>
                      <a:pt x="3199" y="3600"/>
                    </a:cubicBezTo>
                    <a:cubicBezTo>
                      <a:pt x="3265" y="3600"/>
                      <a:pt x="3291" y="3646"/>
                      <a:pt x="3291" y="3646"/>
                    </a:cubicBezTo>
                    <a:lnTo>
                      <a:pt x="3291" y="3896"/>
                    </a:lnTo>
                    <a:cubicBezTo>
                      <a:pt x="3291" y="3908"/>
                      <a:pt x="3293" y="3913"/>
                      <a:pt x="3296" y="3913"/>
                    </a:cubicBezTo>
                    <a:cubicBezTo>
                      <a:pt x="3312" y="3913"/>
                      <a:pt x="3357" y="3804"/>
                      <a:pt x="3357" y="3804"/>
                    </a:cubicBezTo>
                    <a:lnTo>
                      <a:pt x="3515" y="3804"/>
                    </a:lnTo>
                    <a:cubicBezTo>
                      <a:pt x="3548" y="3804"/>
                      <a:pt x="3554" y="4002"/>
                      <a:pt x="3600" y="4028"/>
                    </a:cubicBezTo>
                    <a:cubicBezTo>
                      <a:pt x="3620" y="4041"/>
                      <a:pt x="3646" y="4074"/>
                      <a:pt x="3653" y="4107"/>
                    </a:cubicBezTo>
                    <a:cubicBezTo>
                      <a:pt x="3699" y="4061"/>
                      <a:pt x="3732" y="4015"/>
                      <a:pt x="3745" y="3975"/>
                    </a:cubicBezTo>
                    <a:cubicBezTo>
                      <a:pt x="3771" y="3857"/>
                      <a:pt x="3817" y="3758"/>
                      <a:pt x="3817" y="3758"/>
                    </a:cubicBezTo>
                    <a:cubicBezTo>
                      <a:pt x="3817" y="3758"/>
                      <a:pt x="4272" y="3488"/>
                      <a:pt x="4311" y="3456"/>
                    </a:cubicBezTo>
                    <a:cubicBezTo>
                      <a:pt x="4351" y="3423"/>
                      <a:pt x="4410" y="3416"/>
                      <a:pt x="4423" y="3403"/>
                    </a:cubicBezTo>
                    <a:cubicBezTo>
                      <a:pt x="4436" y="3390"/>
                      <a:pt x="4449" y="3357"/>
                      <a:pt x="4482" y="3311"/>
                    </a:cubicBezTo>
                    <a:cubicBezTo>
                      <a:pt x="4522" y="3258"/>
                      <a:pt x="4666" y="3159"/>
                      <a:pt x="4706" y="3146"/>
                    </a:cubicBezTo>
                    <a:cubicBezTo>
                      <a:pt x="4715" y="3143"/>
                      <a:pt x="4728" y="3142"/>
                      <a:pt x="4744" y="3142"/>
                    </a:cubicBezTo>
                    <a:cubicBezTo>
                      <a:pt x="4779" y="3142"/>
                      <a:pt x="4828" y="3147"/>
                      <a:pt x="4865" y="3147"/>
                    </a:cubicBezTo>
                    <a:cubicBezTo>
                      <a:pt x="4888" y="3147"/>
                      <a:pt x="4907" y="3145"/>
                      <a:pt x="4917" y="3140"/>
                    </a:cubicBezTo>
                    <a:cubicBezTo>
                      <a:pt x="4956" y="3113"/>
                      <a:pt x="5035" y="3015"/>
                      <a:pt x="5048" y="2995"/>
                    </a:cubicBezTo>
                    <a:cubicBezTo>
                      <a:pt x="5055" y="2975"/>
                      <a:pt x="5107" y="2955"/>
                      <a:pt x="5147" y="2955"/>
                    </a:cubicBezTo>
                    <a:cubicBezTo>
                      <a:pt x="5186" y="2962"/>
                      <a:pt x="5463" y="3113"/>
                      <a:pt x="5515" y="3120"/>
                    </a:cubicBezTo>
                    <a:cubicBezTo>
                      <a:pt x="5518" y="3120"/>
                      <a:pt x="5521" y="3121"/>
                      <a:pt x="5524" y="3121"/>
                    </a:cubicBezTo>
                    <a:cubicBezTo>
                      <a:pt x="5589" y="3121"/>
                      <a:pt x="5745" y="2988"/>
                      <a:pt x="5726" y="2975"/>
                    </a:cubicBezTo>
                    <a:cubicBezTo>
                      <a:pt x="5706" y="2962"/>
                      <a:pt x="5594" y="2929"/>
                      <a:pt x="5581" y="2916"/>
                    </a:cubicBezTo>
                    <a:cubicBezTo>
                      <a:pt x="5568" y="2903"/>
                      <a:pt x="5542" y="2863"/>
                      <a:pt x="5562" y="2850"/>
                    </a:cubicBezTo>
                    <a:cubicBezTo>
                      <a:pt x="5581" y="2830"/>
                      <a:pt x="5673" y="2778"/>
                      <a:pt x="5680" y="2771"/>
                    </a:cubicBezTo>
                    <a:cubicBezTo>
                      <a:pt x="5693" y="2765"/>
                      <a:pt x="5812" y="2692"/>
                      <a:pt x="5864" y="2659"/>
                    </a:cubicBezTo>
                    <a:cubicBezTo>
                      <a:pt x="5917" y="2633"/>
                      <a:pt x="6022" y="2633"/>
                      <a:pt x="6022" y="2633"/>
                    </a:cubicBezTo>
                    <a:cubicBezTo>
                      <a:pt x="6022" y="2633"/>
                      <a:pt x="6062" y="2593"/>
                      <a:pt x="6062" y="2567"/>
                    </a:cubicBezTo>
                    <a:cubicBezTo>
                      <a:pt x="6062" y="2541"/>
                      <a:pt x="5996" y="2482"/>
                      <a:pt x="6062" y="2435"/>
                    </a:cubicBezTo>
                    <a:cubicBezTo>
                      <a:pt x="6121" y="2396"/>
                      <a:pt x="6246" y="2356"/>
                      <a:pt x="6292" y="2350"/>
                    </a:cubicBezTo>
                    <a:lnTo>
                      <a:pt x="6364" y="2258"/>
                    </a:lnTo>
                    <a:cubicBezTo>
                      <a:pt x="6364" y="2258"/>
                      <a:pt x="6411" y="2199"/>
                      <a:pt x="6430" y="2166"/>
                    </a:cubicBezTo>
                    <a:cubicBezTo>
                      <a:pt x="6450" y="2126"/>
                      <a:pt x="6378" y="2106"/>
                      <a:pt x="6345" y="2100"/>
                    </a:cubicBezTo>
                    <a:cubicBezTo>
                      <a:pt x="6305" y="2100"/>
                      <a:pt x="6147" y="2100"/>
                      <a:pt x="6114" y="2087"/>
                    </a:cubicBezTo>
                    <a:cubicBezTo>
                      <a:pt x="6081" y="2073"/>
                      <a:pt x="6042" y="2034"/>
                      <a:pt x="6029" y="2014"/>
                    </a:cubicBezTo>
                    <a:cubicBezTo>
                      <a:pt x="6016" y="1994"/>
                      <a:pt x="6029" y="1869"/>
                      <a:pt x="6029" y="1869"/>
                    </a:cubicBezTo>
                    <a:lnTo>
                      <a:pt x="6029" y="1869"/>
                    </a:lnTo>
                    <a:lnTo>
                      <a:pt x="5943" y="1948"/>
                    </a:lnTo>
                    <a:lnTo>
                      <a:pt x="5845" y="1968"/>
                    </a:lnTo>
                    <a:cubicBezTo>
                      <a:pt x="5845" y="1968"/>
                      <a:pt x="5766" y="2027"/>
                      <a:pt x="5733" y="2060"/>
                    </a:cubicBezTo>
                    <a:cubicBezTo>
                      <a:pt x="5700" y="2093"/>
                      <a:pt x="5641" y="2100"/>
                      <a:pt x="5608" y="2100"/>
                    </a:cubicBezTo>
                    <a:cubicBezTo>
                      <a:pt x="5596" y="2102"/>
                      <a:pt x="5585" y="2103"/>
                      <a:pt x="5573" y="2103"/>
                    </a:cubicBezTo>
                    <a:cubicBezTo>
                      <a:pt x="5545" y="2103"/>
                      <a:pt x="5512" y="2098"/>
                      <a:pt x="5456" y="2093"/>
                    </a:cubicBezTo>
                    <a:cubicBezTo>
                      <a:pt x="5377" y="2093"/>
                      <a:pt x="5390" y="2100"/>
                      <a:pt x="5344" y="2113"/>
                    </a:cubicBezTo>
                    <a:cubicBezTo>
                      <a:pt x="5305" y="2133"/>
                      <a:pt x="5292" y="2172"/>
                      <a:pt x="5265" y="2238"/>
                    </a:cubicBezTo>
                    <a:cubicBezTo>
                      <a:pt x="5246" y="2297"/>
                      <a:pt x="5232" y="2304"/>
                      <a:pt x="5226" y="2317"/>
                    </a:cubicBezTo>
                    <a:cubicBezTo>
                      <a:pt x="5225" y="2320"/>
                      <a:pt x="5216" y="2322"/>
                      <a:pt x="5202" y="2322"/>
                    </a:cubicBezTo>
                    <a:cubicBezTo>
                      <a:pt x="5137" y="2322"/>
                      <a:pt x="4958" y="2289"/>
                      <a:pt x="4936" y="2284"/>
                    </a:cubicBezTo>
                    <a:cubicBezTo>
                      <a:pt x="4917" y="2277"/>
                      <a:pt x="4877" y="2271"/>
                      <a:pt x="4838" y="2245"/>
                    </a:cubicBezTo>
                    <a:cubicBezTo>
                      <a:pt x="4805" y="2218"/>
                      <a:pt x="4778" y="2106"/>
                      <a:pt x="4772" y="2054"/>
                    </a:cubicBezTo>
                    <a:cubicBezTo>
                      <a:pt x="4765" y="2008"/>
                      <a:pt x="4699" y="1981"/>
                      <a:pt x="4686" y="1968"/>
                    </a:cubicBezTo>
                    <a:cubicBezTo>
                      <a:pt x="4666" y="1962"/>
                      <a:pt x="4620" y="1883"/>
                      <a:pt x="4607" y="1810"/>
                    </a:cubicBezTo>
                    <a:cubicBezTo>
                      <a:pt x="4601" y="1738"/>
                      <a:pt x="4607" y="1758"/>
                      <a:pt x="4614" y="1738"/>
                    </a:cubicBezTo>
                    <a:cubicBezTo>
                      <a:pt x="4620" y="1711"/>
                      <a:pt x="4614" y="1626"/>
                      <a:pt x="4607" y="1606"/>
                    </a:cubicBezTo>
                    <a:cubicBezTo>
                      <a:pt x="4601" y="1580"/>
                      <a:pt x="4594" y="1507"/>
                      <a:pt x="4601" y="1488"/>
                    </a:cubicBezTo>
                    <a:cubicBezTo>
                      <a:pt x="4607" y="1461"/>
                      <a:pt x="4666" y="1409"/>
                      <a:pt x="4699" y="1382"/>
                    </a:cubicBezTo>
                    <a:cubicBezTo>
                      <a:pt x="4726" y="1350"/>
                      <a:pt x="4745" y="1277"/>
                      <a:pt x="4745" y="1257"/>
                    </a:cubicBezTo>
                    <a:cubicBezTo>
                      <a:pt x="4745" y="1238"/>
                      <a:pt x="4686" y="1172"/>
                      <a:pt x="4555" y="1172"/>
                    </a:cubicBezTo>
                    <a:cubicBezTo>
                      <a:pt x="4423" y="1172"/>
                      <a:pt x="4469" y="1192"/>
                      <a:pt x="4443" y="1192"/>
                    </a:cubicBezTo>
                    <a:cubicBezTo>
                      <a:pt x="4437" y="1190"/>
                      <a:pt x="4431" y="1190"/>
                      <a:pt x="4425" y="1190"/>
                    </a:cubicBezTo>
                    <a:cubicBezTo>
                      <a:pt x="4409" y="1190"/>
                      <a:pt x="4392" y="1193"/>
                      <a:pt x="4378" y="1193"/>
                    </a:cubicBezTo>
                    <a:cubicBezTo>
                      <a:pt x="4373" y="1193"/>
                      <a:pt x="4368" y="1193"/>
                      <a:pt x="4364" y="1192"/>
                    </a:cubicBezTo>
                    <a:cubicBezTo>
                      <a:pt x="4351" y="1185"/>
                      <a:pt x="4318" y="1073"/>
                      <a:pt x="4298" y="1027"/>
                    </a:cubicBezTo>
                    <a:cubicBezTo>
                      <a:pt x="4272" y="981"/>
                      <a:pt x="4226" y="810"/>
                      <a:pt x="4252" y="764"/>
                    </a:cubicBezTo>
                    <a:cubicBezTo>
                      <a:pt x="4278" y="711"/>
                      <a:pt x="4265" y="718"/>
                      <a:pt x="4285" y="658"/>
                    </a:cubicBezTo>
                    <a:cubicBezTo>
                      <a:pt x="4298" y="599"/>
                      <a:pt x="4258" y="573"/>
                      <a:pt x="4239" y="560"/>
                    </a:cubicBezTo>
                    <a:cubicBezTo>
                      <a:pt x="4226" y="547"/>
                      <a:pt x="4140" y="501"/>
                      <a:pt x="4147" y="474"/>
                    </a:cubicBezTo>
                    <a:cubicBezTo>
                      <a:pt x="4153" y="454"/>
                      <a:pt x="4232" y="362"/>
                      <a:pt x="4226" y="343"/>
                    </a:cubicBezTo>
                    <a:cubicBezTo>
                      <a:pt x="4226" y="323"/>
                      <a:pt x="4147" y="211"/>
                      <a:pt x="4100" y="191"/>
                    </a:cubicBezTo>
                    <a:cubicBezTo>
                      <a:pt x="4069" y="179"/>
                      <a:pt x="4042" y="177"/>
                      <a:pt x="4026" y="177"/>
                    </a:cubicBezTo>
                    <a:cubicBezTo>
                      <a:pt x="4015" y="177"/>
                      <a:pt x="4008" y="178"/>
                      <a:pt x="4008" y="178"/>
                    </a:cubicBezTo>
                    <a:cubicBezTo>
                      <a:pt x="4008" y="178"/>
                      <a:pt x="3949" y="145"/>
                      <a:pt x="3943" y="145"/>
                    </a:cubicBezTo>
                    <a:cubicBezTo>
                      <a:pt x="3936" y="145"/>
                      <a:pt x="3864" y="158"/>
                      <a:pt x="3798" y="191"/>
                    </a:cubicBezTo>
                    <a:cubicBezTo>
                      <a:pt x="3732" y="218"/>
                      <a:pt x="3738" y="231"/>
                      <a:pt x="3725" y="244"/>
                    </a:cubicBezTo>
                    <a:cubicBezTo>
                      <a:pt x="3711" y="253"/>
                      <a:pt x="3682" y="260"/>
                      <a:pt x="3663" y="260"/>
                    </a:cubicBezTo>
                    <a:cubicBezTo>
                      <a:pt x="3656" y="260"/>
                      <a:pt x="3650" y="259"/>
                      <a:pt x="3646" y="257"/>
                    </a:cubicBezTo>
                    <a:cubicBezTo>
                      <a:pt x="3627" y="250"/>
                      <a:pt x="3548" y="237"/>
                      <a:pt x="3521" y="237"/>
                    </a:cubicBezTo>
                    <a:cubicBezTo>
                      <a:pt x="3502" y="237"/>
                      <a:pt x="3482" y="264"/>
                      <a:pt x="3475" y="270"/>
                    </a:cubicBezTo>
                    <a:cubicBezTo>
                      <a:pt x="3462" y="270"/>
                      <a:pt x="3298" y="277"/>
                      <a:pt x="3232" y="290"/>
                    </a:cubicBezTo>
                    <a:cubicBezTo>
                      <a:pt x="3218" y="294"/>
                      <a:pt x="3204" y="296"/>
                      <a:pt x="3191" y="296"/>
                    </a:cubicBezTo>
                    <a:cubicBezTo>
                      <a:pt x="3148" y="296"/>
                      <a:pt x="3113" y="277"/>
                      <a:pt x="3113" y="277"/>
                    </a:cubicBezTo>
                    <a:lnTo>
                      <a:pt x="3080" y="290"/>
                    </a:lnTo>
                    <a:lnTo>
                      <a:pt x="3041" y="349"/>
                    </a:lnTo>
                    <a:cubicBezTo>
                      <a:pt x="3041" y="349"/>
                      <a:pt x="2982" y="402"/>
                      <a:pt x="2968" y="422"/>
                    </a:cubicBezTo>
                    <a:cubicBezTo>
                      <a:pt x="2967" y="423"/>
                      <a:pt x="2967" y="423"/>
                      <a:pt x="2966" y="423"/>
                    </a:cubicBezTo>
                    <a:cubicBezTo>
                      <a:pt x="2954" y="423"/>
                      <a:pt x="2948" y="353"/>
                      <a:pt x="2942" y="316"/>
                    </a:cubicBezTo>
                    <a:cubicBezTo>
                      <a:pt x="2942" y="304"/>
                      <a:pt x="2936" y="300"/>
                      <a:pt x="2927" y="300"/>
                    </a:cubicBezTo>
                    <a:cubicBezTo>
                      <a:pt x="2905" y="300"/>
                      <a:pt x="2870" y="323"/>
                      <a:pt x="2870" y="323"/>
                    </a:cubicBezTo>
                    <a:cubicBezTo>
                      <a:pt x="2870" y="323"/>
                      <a:pt x="2791" y="382"/>
                      <a:pt x="2771" y="389"/>
                    </a:cubicBezTo>
                    <a:cubicBezTo>
                      <a:pt x="2770" y="389"/>
                      <a:pt x="2769" y="389"/>
                      <a:pt x="2769" y="389"/>
                    </a:cubicBezTo>
                    <a:cubicBezTo>
                      <a:pt x="2751" y="389"/>
                      <a:pt x="2744" y="315"/>
                      <a:pt x="2738" y="283"/>
                    </a:cubicBezTo>
                    <a:cubicBezTo>
                      <a:pt x="2738" y="250"/>
                      <a:pt x="2725" y="191"/>
                      <a:pt x="2718" y="145"/>
                    </a:cubicBezTo>
                    <a:cubicBezTo>
                      <a:pt x="2714" y="110"/>
                      <a:pt x="2704" y="104"/>
                      <a:pt x="2697" y="104"/>
                    </a:cubicBezTo>
                    <a:cubicBezTo>
                      <a:pt x="2694" y="104"/>
                      <a:pt x="2692" y="106"/>
                      <a:pt x="2692" y="106"/>
                    </a:cubicBezTo>
                    <a:cubicBezTo>
                      <a:pt x="2692" y="106"/>
                      <a:pt x="2580" y="86"/>
                      <a:pt x="2528" y="86"/>
                    </a:cubicBezTo>
                    <a:cubicBezTo>
                      <a:pt x="2475" y="86"/>
                      <a:pt x="2363" y="119"/>
                      <a:pt x="2330" y="125"/>
                    </a:cubicBezTo>
                    <a:cubicBezTo>
                      <a:pt x="2317" y="128"/>
                      <a:pt x="2299" y="128"/>
                      <a:pt x="2278" y="128"/>
                    </a:cubicBezTo>
                    <a:cubicBezTo>
                      <a:pt x="2237" y="128"/>
                      <a:pt x="2187" y="125"/>
                      <a:pt x="2152" y="125"/>
                    </a:cubicBezTo>
                    <a:cubicBezTo>
                      <a:pt x="2106" y="125"/>
                      <a:pt x="2001" y="73"/>
                      <a:pt x="1981" y="46"/>
                    </a:cubicBezTo>
                    <a:cubicBezTo>
                      <a:pt x="1962" y="20"/>
                      <a:pt x="1863" y="0"/>
                      <a:pt x="1843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750F32"/>
                  </a:solidFill>
                </a:endParaRPr>
              </a:p>
            </p:txBody>
          </p:sp>
          <p:sp>
            <p:nvSpPr>
              <p:cNvPr id="262" name="Google Shape;1569;p19">
                <a:extLst>
                  <a:ext uri="{FF2B5EF4-FFF2-40B4-BE49-F238E27FC236}">
                    <a16:creationId xmlns:a16="http://schemas.microsoft.com/office/drawing/2014/main" id="{6E35E4CD-7A15-FEBE-3CAC-933A42ED8EB4}"/>
                  </a:ext>
                </a:extLst>
              </p:cNvPr>
              <p:cNvSpPr/>
              <p:nvPr/>
            </p:nvSpPr>
            <p:spPr>
              <a:xfrm>
                <a:off x="7679702" y="2399971"/>
                <a:ext cx="725579" cy="79226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7259" extrusionOk="0">
                    <a:moveTo>
                      <a:pt x="5168" y="1"/>
                    </a:moveTo>
                    <a:cubicBezTo>
                      <a:pt x="5139" y="1"/>
                      <a:pt x="5110" y="48"/>
                      <a:pt x="5082" y="58"/>
                    </a:cubicBezTo>
                    <a:cubicBezTo>
                      <a:pt x="5049" y="71"/>
                      <a:pt x="4989" y="124"/>
                      <a:pt x="4950" y="163"/>
                    </a:cubicBezTo>
                    <a:cubicBezTo>
                      <a:pt x="4910" y="203"/>
                      <a:pt x="4851" y="269"/>
                      <a:pt x="4818" y="315"/>
                    </a:cubicBezTo>
                    <a:cubicBezTo>
                      <a:pt x="4785" y="361"/>
                      <a:pt x="4766" y="354"/>
                      <a:pt x="4752" y="361"/>
                    </a:cubicBezTo>
                    <a:cubicBezTo>
                      <a:pt x="4733" y="374"/>
                      <a:pt x="4680" y="400"/>
                      <a:pt x="4660" y="400"/>
                    </a:cubicBezTo>
                    <a:cubicBezTo>
                      <a:pt x="4643" y="400"/>
                      <a:pt x="4622" y="397"/>
                      <a:pt x="4599" y="397"/>
                    </a:cubicBezTo>
                    <a:cubicBezTo>
                      <a:pt x="4587" y="397"/>
                      <a:pt x="4575" y="398"/>
                      <a:pt x="4562" y="400"/>
                    </a:cubicBezTo>
                    <a:cubicBezTo>
                      <a:pt x="4529" y="407"/>
                      <a:pt x="4562" y="427"/>
                      <a:pt x="4562" y="479"/>
                    </a:cubicBezTo>
                    <a:cubicBezTo>
                      <a:pt x="4562" y="532"/>
                      <a:pt x="4529" y="565"/>
                      <a:pt x="4509" y="591"/>
                    </a:cubicBezTo>
                    <a:cubicBezTo>
                      <a:pt x="4489" y="617"/>
                      <a:pt x="4450" y="624"/>
                      <a:pt x="4450" y="624"/>
                    </a:cubicBezTo>
                    <a:cubicBezTo>
                      <a:pt x="4450" y="624"/>
                      <a:pt x="4298" y="729"/>
                      <a:pt x="4272" y="736"/>
                    </a:cubicBezTo>
                    <a:cubicBezTo>
                      <a:pt x="4271" y="736"/>
                      <a:pt x="4270" y="736"/>
                      <a:pt x="4270" y="736"/>
                    </a:cubicBezTo>
                    <a:cubicBezTo>
                      <a:pt x="4242" y="736"/>
                      <a:pt x="4180" y="637"/>
                      <a:pt x="4180" y="624"/>
                    </a:cubicBezTo>
                    <a:cubicBezTo>
                      <a:pt x="4180" y="604"/>
                      <a:pt x="4200" y="565"/>
                      <a:pt x="4226" y="539"/>
                    </a:cubicBezTo>
                    <a:cubicBezTo>
                      <a:pt x="4252" y="506"/>
                      <a:pt x="4233" y="499"/>
                      <a:pt x="4226" y="479"/>
                    </a:cubicBezTo>
                    <a:cubicBezTo>
                      <a:pt x="4219" y="453"/>
                      <a:pt x="4140" y="334"/>
                      <a:pt x="4081" y="275"/>
                    </a:cubicBezTo>
                    <a:cubicBezTo>
                      <a:pt x="4022" y="223"/>
                      <a:pt x="3989" y="236"/>
                      <a:pt x="3917" y="170"/>
                    </a:cubicBezTo>
                    <a:cubicBezTo>
                      <a:pt x="3897" y="157"/>
                      <a:pt x="3884" y="137"/>
                      <a:pt x="3871" y="117"/>
                    </a:cubicBezTo>
                    <a:cubicBezTo>
                      <a:pt x="3831" y="150"/>
                      <a:pt x="3713" y="236"/>
                      <a:pt x="3627" y="275"/>
                    </a:cubicBezTo>
                    <a:cubicBezTo>
                      <a:pt x="3522" y="328"/>
                      <a:pt x="3515" y="387"/>
                      <a:pt x="3515" y="387"/>
                    </a:cubicBezTo>
                    <a:lnTo>
                      <a:pt x="3298" y="552"/>
                    </a:lnTo>
                    <a:cubicBezTo>
                      <a:pt x="3298" y="552"/>
                      <a:pt x="3206" y="571"/>
                      <a:pt x="3160" y="571"/>
                    </a:cubicBezTo>
                    <a:cubicBezTo>
                      <a:pt x="3114" y="578"/>
                      <a:pt x="3022" y="611"/>
                      <a:pt x="2989" y="637"/>
                    </a:cubicBezTo>
                    <a:cubicBezTo>
                      <a:pt x="2962" y="657"/>
                      <a:pt x="2903" y="729"/>
                      <a:pt x="2864" y="775"/>
                    </a:cubicBezTo>
                    <a:cubicBezTo>
                      <a:pt x="2847" y="798"/>
                      <a:pt x="2828" y="806"/>
                      <a:pt x="2806" y="806"/>
                    </a:cubicBezTo>
                    <a:cubicBezTo>
                      <a:pt x="2776" y="806"/>
                      <a:pt x="2741" y="791"/>
                      <a:pt x="2699" y="775"/>
                    </a:cubicBezTo>
                    <a:cubicBezTo>
                      <a:pt x="2633" y="749"/>
                      <a:pt x="2646" y="696"/>
                      <a:pt x="2633" y="670"/>
                    </a:cubicBezTo>
                    <a:cubicBezTo>
                      <a:pt x="2631" y="660"/>
                      <a:pt x="2616" y="657"/>
                      <a:pt x="2596" y="657"/>
                    </a:cubicBezTo>
                    <a:cubicBezTo>
                      <a:pt x="2562" y="657"/>
                      <a:pt x="2512" y="666"/>
                      <a:pt x="2475" y="670"/>
                    </a:cubicBezTo>
                    <a:cubicBezTo>
                      <a:pt x="2453" y="672"/>
                      <a:pt x="2439" y="673"/>
                      <a:pt x="2429" y="673"/>
                    </a:cubicBezTo>
                    <a:cubicBezTo>
                      <a:pt x="2410" y="673"/>
                      <a:pt x="2405" y="670"/>
                      <a:pt x="2383" y="670"/>
                    </a:cubicBezTo>
                    <a:cubicBezTo>
                      <a:pt x="2344" y="664"/>
                      <a:pt x="2331" y="631"/>
                      <a:pt x="2331" y="539"/>
                    </a:cubicBezTo>
                    <a:cubicBezTo>
                      <a:pt x="2331" y="510"/>
                      <a:pt x="2323" y="500"/>
                      <a:pt x="2313" y="500"/>
                    </a:cubicBezTo>
                    <a:cubicBezTo>
                      <a:pt x="2293" y="500"/>
                      <a:pt x="2260" y="539"/>
                      <a:pt x="2252" y="539"/>
                    </a:cubicBezTo>
                    <a:cubicBezTo>
                      <a:pt x="2232" y="545"/>
                      <a:pt x="2074" y="644"/>
                      <a:pt x="2008" y="723"/>
                    </a:cubicBezTo>
                    <a:cubicBezTo>
                      <a:pt x="1949" y="795"/>
                      <a:pt x="2028" y="861"/>
                      <a:pt x="2061" y="894"/>
                    </a:cubicBezTo>
                    <a:cubicBezTo>
                      <a:pt x="2100" y="927"/>
                      <a:pt x="2127" y="979"/>
                      <a:pt x="2140" y="1012"/>
                    </a:cubicBezTo>
                    <a:cubicBezTo>
                      <a:pt x="2146" y="1052"/>
                      <a:pt x="2034" y="1249"/>
                      <a:pt x="2008" y="1295"/>
                    </a:cubicBezTo>
                    <a:cubicBezTo>
                      <a:pt x="1988" y="1341"/>
                      <a:pt x="1890" y="1447"/>
                      <a:pt x="1850" y="1466"/>
                    </a:cubicBezTo>
                    <a:cubicBezTo>
                      <a:pt x="1817" y="1486"/>
                      <a:pt x="1712" y="1532"/>
                      <a:pt x="1679" y="1532"/>
                    </a:cubicBezTo>
                    <a:cubicBezTo>
                      <a:pt x="1639" y="1532"/>
                      <a:pt x="1600" y="1506"/>
                      <a:pt x="1587" y="1506"/>
                    </a:cubicBezTo>
                    <a:cubicBezTo>
                      <a:pt x="1574" y="1506"/>
                      <a:pt x="1482" y="1618"/>
                      <a:pt x="1449" y="1657"/>
                    </a:cubicBezTo>
                    <a:cubicBezTo>
                      <a:pt x="1422" y="1690"/>
                      <a:pt x="1356" y="1736"/>
                      <a:pt x="1310" y="1763"/>
                    </a:cubicBezTo>
                    <a:lnTo>
                      <a:pt x="1297" y="1769"/>
                    </a:lnTo>
                    <a:cubicBezTo>
                      <a:pt x="1286" y="1775"/>
                      <a:pt x="1274" y="1777"/>
                      <a:pt x="1262" y="1777"/>
                    </a:cubicBezTo>
                    <a:cubicBezTo>
                      <a:pt x="1220" y="1777"/>
                      <a:pt x="1181" y="1749"/>
                      <a:pt x="1166" y="1749"/>
                    </a:cubicBezTo>
                    <a:cubicBezTo>
                      <a:pt x="1146" y="1743"/>
                      <a:pt x="1041" y="1743"/>
                      <a:pt x="962" y="1710"/>
                    </a:cubicBezTo>
                    <a:cubicBezTo>
                      <a:pt x="883" y="1671"/>
                      <a:pt x="889" y="1611"/>
                      <a:pt x="869" y="1565"/>
                    </a:cubicBezTo>
                    <a:cubicBezTo>
                      <a:pt x="856" y="1519"/>
                      <a:pt x="869" y="1466"/>
                      <a:pt x="869" y="1434"/>
                    </a:cubicBezTo>
                    <a:cubicBezTo>
                      <a:pt x="869" y="1394"/>
                      <a:pt x="837" y="1388"/>
                      <a:pt x="837" y="1335"/>
                    </a:cubicBezTo>
                    <a:cubicBezTo>
                      <a:pt x="837" y="1282"/>
                      <a:pt x="758" y="1170"/>
                      <a:pt x="731" y="1157"/>
                    </a:cubicBezTo>
                    <a:cubicBezTo>
                      <a:pt x="729" y="1156"/>
                      <a:pt x="726" y="1155"/>
                      <a:pt x="724" y="1155"/>
                    </a:cubicBezTo>
                    <a:cubicBezTo>
                      <a:pt x="697" y="1155"/>
                      <a:pt x="657" y="1212"/>
                      <a:pt x="633" y="1236"/>
                    </a:cubicBezTo>
                    <a:lnTo>
                      <a:pt x="639" y="1249"/>
                    </a:lnTo>
                    <a:cubicBezTo>
                      <a:pt x="639" y="1249"/>
                      <a:pt x="672" y="1276"/>
                      <a:pt x="639" y="1315"/>
                    </a:cubicBezTo>
                    <a:cubicBezTo>
                      <a:pt x="606" y="1355"/>
                      <a:pt x="521" y="1427"/>
                      <a:pt x="461" y="1493"/>
                    </a:cubicBezTo>
                    <a:cubicBezTo>
                      <a:pt x="402" y="1559"/>
                      <a:pt x="244" y="1690"/>
                      <a:pt x="205" y="1743"/>
                    </a:cubicBezTo>
                    <a:cubicBezTo>
                      <a:pt x="165" y="1796"/>
                      <a:pt x="1" y="2013"/>
                      <a:pt x="20" y="2052"/>
                    </a:cubicBezTo>
                    <a:cubicBezTo>
                      <a:pt x="47" y="2092"/>
                      <a:pt x="132" y="2144"/>
                      <a:pt x="165" y="2164"/>
                    </a:cubicBezTo>
                    <a:cubicBezTo>
                      <a:pt x="198" y="2184"/>
                      <a:pt x="323" y="2184"/>
                      <a:pt x="336" y="2210"/>
                    </a:cubicBezTo>
                    <a:cubicBezTo>
                      <a:pt x="350" y="2230"/>
                      <a:pt x="422" y="2302"/>
                      <a:pt x="376" y="2315"/>
                    </a:cubicBezTo>
                    <a:cubicBezTo>
                      <a:pt x="330" y="2329"/>
                      <a:pt x="211" y="2329"/>
                      <a:pt x="198" y="2342"/>
                    </a:cubicBezTo>
                    <a:cubicBezTo>
                      <a:pt x="185" y="2355"/>
                      <a:pt x="192" y="2421"/>
                      <a:pt x="192" y="2421"/>
                    </a:cubicBezTo>
                    <a:cubicBezTo>
                      <a:pt x="192" y="2421"/>
                      <a:pt x="382" y="2460"/>
                      <a:pt x="350" y="2526"/>
                    </a:cubicBezTo>
                    <a:cubicBezTo>
                      <a:pt x="350" y="2533"/>
                      <a:pt x="350" y="2539"/>
                      <a:pt x="343" y="2539"/>
                    </a:cubicBezTo>
                    <a:cubicBezTo>
                      <a:pt x="336" y="2552"/>
                      <a:pt x="330" y="2559"/>
                      <a:pt x="317" y="2566"/>
                    </a:cubicBezTo>
                    <a:cubicBezTo>
                      <a:pt x="310" y="2572"/>
                      <a:pt x="297" y="2572"/>
                      <a:pt x="290" y="2579"/>
                    </a:cubicBezTo>
                    <a:lnTo>
                      <a:pt x="277" y="2579"/>
                    </a:lnTo>
                    <a:cubicBezTo>
                      <a:pt x="271" y="2585"/>
                      <a:pt x="257" y="2585"/>
                      <a:pt x="244" y="2585"/>
                    </a:cubicBezTo>
                    <a:cubicBezTo>
                      <a:pt x="238" y="2592"/>
                      <a:pt x="238" y="2592"/>
                      <a:pt x="238" y="2592"/>
                    </a:cubicBezTo>
                    <a:lnTo>
                      <a:pt x="218" y="2592"/>
                    </a:lnTo>
                    <a:cubicBezTo>
                      <a:pt x="211" y="2598"/>
                      <a:pt x="198" y="2598"/>
                      <a:pt x="198" y="2605"/>
                    </a:cubicBezTo>
                    <a:cubicBezTo>
                      <a:pt x="192" y="2631"/>
                      <a:pt x="257" y="2849"/>
                      <a:pt x="277" y="2855"/>
                    </a:cubicBezTo>
                    <a:cubicBezTo>
                      <a:pt x="290" y="2868"/>
                      <a:pt x="343" y="2881"/>
                      <a:pt x="350" y="2901"/>
                    </a:cubicBezTo>
                    <a:cubicBezTo>
                      <a:pt x="363" y="2921"/>
                      <a:pt x="389" y="2941"/>
                      <a:pt x="350" y="2980"/>
                    </a:cubicBezTo>
                    <a:cubicBezTo>
                      <a:pt x="310" y="3020"/>
                      <a:pt x="297" y="3079"/>
                      <a:pt x="297" y="3112"/>
                    </a:cubicBezTo>
                    <a:cubicBezTo>
                      <a:pt x="297" y="3145"/>
                      <a:pt x="330" y="3171"/>
                      <a:pt x="350" y="3178"/>
                    </a:cubicBezTo>
                    <a:cubicBezTo>
                      <a:pt x="369" y="3184"/>
                      <a:pt x="396" y="3237"/>
                      <a:pt x="376" y="3257"/>
                    </a:cubicBezTo>
                    <a:cubicBezTo>
                      <a:pt x="363" y="3270"/>
                      <a:pt x="356" y="3283"/>
                      <a:pt x="336" y="3303"/>
                    </a:cubicBezTo>
                    <a:cubicBezTo>
                      <a:pt x="317" y="3329"/>
                      <a:pt x="251" y="3349"/>
                      <a:pt x="264" y="3421"/>
                    </a:cubicBezTo>
                    <a:cubicBezTo>
                      <a:pt x="271" y="3459"/>
                      <a:pt x="299" y="3468"/>
                      <a:pt x="330" y="3468"/>
                    </a:cubicBezTo>
                    <a:cubicBezTo>
                      <a:pt x="357" y="3468"/>
                      <a:pt x="387" y="3461"/>
                      <a:pt x="402" y="3461"/>
                    </a:cubicBezTo>
                    <a:cubicBezTo>
                      <a:pt x="410" y="3461"/>
                      <a:pt x="425" y="3460"/>
                      <a:pt x="441" y="3460"/>
                    </a:cubicBezTo>
                    <a:cubicBezTo>
                      <a:pt x="491" y="3460"/>
                      <a:pt x="560" y="3464"/>
                      <a:pt x="540" y="3494"/>
                    </a:cubicBezTo>
                    <a:cubicBezTo>
                      <a:pt x="507" y="3533"/>
                      <a:pt x="415" y="3553"/>
                      <a:pt x="369" y="3605"/>
                    </a:cubicBezTo>
                    <a:cubicBezTo>
                      <a:pt x="330" y="3651"/>
                      <a:pt x="310" y="3638"/>
                      <a:pt x="310" y="3704"/>
                    </a:cubicBezTo>
                    <a:cubicBezTo>
                      <a:pt x="310" y="3770"/>
                      <a:pt x="330" y="3783"/>
                      <a:pt x="336" y="3829"/>
                    </a:cubicBezTo>
                    <a:cubicBezTo>
                      <a:pt x="336" y="3875"/>
                      <a:pt x="330" y="3961"/>
                      <a:pt x="317" y="3994"/>
                    </a:cubicBezTo>
                    <a:cubicBezTo>
                      <a:pt x="310" y="4027"/>
                      <a:pt x="264" y="4132"/>
                      <a:pt x="336" y="4171"/>
                    </a:cubicBezTo>
                    <a:cubicBezTo>
                      <a:pt x="402" y="4217"/>
                      <a:pt x="475" y="4270"/>
                      <a:pt x="494" y="4283"/>
                    </a:cubicBezTo>
                    <a:cubicBezTo>
                      <a:pt x="514" y="4296"/>
                      <a:pt x="534" y="4336"/>
                      <a:pt x="507" y="4356"/>
                    </a:cubicBezTo>
                    <a:cubicBezTo>
                      <a:pt x="488" y="4369"/>
                      <a:pt x="455" y="4356"/>
                      <a:pt x="455" y="4422"/>
                    </a:cubicBezTo>
                    <a:lnTo>
                      <a:pt x="455" y="4658"/>
                    </a:lnTo>
                    <a:cubicBezTo>
                      <a:pt x="455" y="4672"/>
                      <a:pt x="494" y="4705"/>
                      <a:pt x="488" y="4724"/>
                    </a:cubicBezTo>
                    <a:cubicBezTo>
                      <a:pt x="481" y="4751"/>
                      <a:pt x="455" y="4737"/>
                      <a:pt x="435" y="4803"/>
                    </a:cubicBezTo>
                    <a:cubicBezTo>
                      <a:pt x="415" y="4869"/>
                      <a:pt x="382" y="4928"/>
                      <a:pt x="409" y="4935"/>
                    </a:cubicBezTo>
                    <a:cubicBezTo>
                      <a:pt x="411" y="4935"/>
                      <a:pt x="414" y="4936"/>
                      <a:pt x="419" y="4936"/>
                    </a:cubicBezTo>
                    <a:cubicBezTo>
                      <a:pt x="461" y="4936"/>
                      <a:pt x="588" y="4907"/>
                      <a:pt x="600" y="4889"/>
                    </a:cubicBezTo>
                    <a:cubicBezTo>
                      <a:pt x="613" y="4862"/>
                      <a:pt x="810" y="4698"/>
                      <a:pt x="837" y="4672"/>
                    </a:cubicBezTo>
                    <a:cubicBezTo>
                      <a:pt x="869" y="4639"/>
                      <a:pt x="948" y="4579"/>
                      <a:pt x="1001" y="4547"/>
                    </a:cubicBezTo>
                    <a:cubicBezTo>
                      <a:pt x="1054" y="4514"/>
                      <a:pt x="1225" y="4474"/>
                      <a:pt x="1225" y="4474"/>
                    </a:cubicBezTo>
                    <a:lnTo>
                      <a:pt x="1251" y="4454"/>
                    </a:lnTo>
                    <a:lnTo>
                      <a:pt x="1343" y="4395"/>
                    </a:lnTo>
                    <a:cubicBezTo>
                      <a:pt x="1343" y="4395"/>
                      <a:pt x="1534" y="4231"/>
                      <a:pt x="1607" y="4211"/>
                    </a:cubicBezTo>
                    <a:cubicBezTo>
                      <a:pt x="1658" y="4197"/>
                      <a:pt x="1795" y="4183"/>
                      <a:pt x="1882" y="4183"/>
                    </a:cubicBezTo>
                    <a:cubicBezTo>
                      <a:pt x="1918" y="4183"/>
                      <a:pt x="1946" y="4185"/>
                      <a:pt x="1955" y="4191"/>
                    </a:cubicBezTo>
                    <a:cubicBezTo>
                      <a:pt x="1982" y="4204"/>
                      <a:pt x="2054" y="4283"/>
                      <a:pt x="2054" y="4283"/>
                    </a:cubicBezTo>
                    <a:cubicBezTo>
                      <a:pt x="2054" y="4283"/>
                      <a:pt x="2061" y="4323"/>
                      <a:pt x="2028" y="4369"/>
                    </a:cubicBezTo>
                    <a:cubicBezTo>
                      <a:pt x="2001" y="4415"/>
                      <a:pt x="1962" y="4461"/>
                      <a:pt x="1988" y="4520"/>
                    </a:cubicBezTo>
                    <a:cubicBezTo>
                      <a:pt x="2008" y="4579"/>
                      <a:pt x="2048" y="4626"/>
                      <a:pt x="2100" y="4639"/>
                    </a:cubicBezTo>
                    <a:cubicBezTo>
                      <a:pt x="2137" y="4648"/>
                      <a:pt x="2173" y="4663"/>
                      <a:pt x="2201" y="4663"/>
                    </a:cubicBezTo>
                    <a:cubicBezTo>
                      <a:pt x="2213" y="4663"/>
                      <a:pt x="2224" y="4660"/>
                      <a:pt x="2232" y="4652"/>
                    </a:cubicBezTo>
                    <a:cubicBezTo>
                      <a:pt x="2265" y="4626"/>
                      <a:pt x="2278" y="4560"/>
                      <a:pt x="2324" y="4533"/>
                    </a:cubicBezTo>
                    <a:cubicBezTo>
                      <a:pt x="2366" y="4513"/>
                      <a:pt x="2366" y="4471"/>
                      <a:pt x="2427" y="4471"/>
                    </a:cubicBezTo>
                    <a:cubicBezTo>
                      <a:pt x="2442" y="4471"/>
                      <a:pt x="2462" y="4474"/>
                      <a:pt x="2488" y="4481"/>
                    </a:cubicBezTo>
                    <a:cubicBezTo>
                      <a:pt x="2614" y="4514"/>
                      <a:pt x="2686" y="4573"/>
                      <a:pt x="2712" y="4599"/>
                    </a:cubicBezTo>
                    <a:cubicBezTo>
                      <a:pt x="2732" y="4632"/>
                      <a:pt x="2739" y="4658"/>
                      <a:pt x="2870" y="4718"/>
                    </a:cubicBezTo>
                    <a:cubicBezTo>
                      <a:pt x="2995" y="4783"/>
                      <a:pt x="3054" y="4823"/>
                      <a:pt x="3101" y="4856"/>
                    </a:cubicBezTo>
                    <a:cubicBezTo>
                      <a:pt x="3153" y="4882"/>
                      <a:pt x="3239" y="4902"/>
                      <a:pt x="3239" y="4902"/>
                    </a:cubicBezTo>
                    <a:cubicBezTo>
                      <a:pt x="3239" y="4902"/>
                      <a:pt x="3416" y="4882"/>
                      <a:pt x="3443" y="4856"/>
                    </a:cubicBezTo>
                    <a:cubicBezTo>
                      <a:pt x="3460" y="4839"/>
                      <a:pt x="3482" y="4822"/>
                      <a:pt x="3505" y="4822"/>
                    </a:cubicBezTo>
                    <a:cubicBezTo>
                      <a:pt x="3508" y="4822"/>
                      <a:pt x="3512" y="4822"/>
                      <a:pt x="3515" y="4823"/>
                    </a:cubicBezTo>
                    <a:cubicBezTo>
                      <a:pt x="3541" y="4836"/>
                      <a:pt x="3614" y="4882"/>
                      <a:pt x="3614" y="4882"/>
                    </a:cubicBezTo>
                    <a:lnTo>
                      <a:pt x="3778" y="5178"/>
                    </a:lnTo>
                    <a:cubicBezTo>
                      <a:pt x="3778" y="5178"/>
                      <a:pt x="3785" y="5264"/>
                      <a:pt x="3792" y="5284"/>
                    </a:cubicBezTo>
                    <a:cubicBezTo>
                      <a:pt x="3805" y="5303"/>
                      <a:pt x="3943" y="5323"/>
                      <a:pt x="3943" y="5323"/>
                    </a:cubicBezTo>
                    <a:cubicBezTo>
                      <a:pt x="3943" y="5323"/>
                      <a:pt x="4009" y="5317"/>
                      <a:pt x="4015" y="5297"/>
                    </a:cubicBezTo>
                    <a:cubicBezTo>
                      <a:pt x="4022" y="5270"/>
                      <a:pt x="4009" y="5244"/>
                      <a:pt x="4081" y="5244"/>
                    </a:cubicBezTo>
                    <a:cubicBezTo>
                      <a:pt x="4093" y="5245"/>
                      <a:pt x="4103" y="5246"/>
                      <a:pt x="4112" y="5246"/>
                    </a:cubicBezTo>
                    <a:cubicBezTo>
                      <a:pt x="4129" y="5246"/>
                      <a:pt x="4140" y="5244"/>
                      <a:pt x="4154" y="5244"/>
                    </a:cubicBezTo>
                    <a:cubicBezTo>
                      <a:pt x="4173" y="5244"/>
                      <a:pt x="4196" y="5247"/>
                      <a:pt x="4246" y="5264"/>
                    </a:cubicBezTo>
                    <a:cubicBezTo>
                      <a:pt x="4344" y="5303"/>
                      <a:pt x="4371" y="5297"/>
                      <a:pt x="4377" y="5323"/>
                    </a:cubicBezTo>
                    <a:cubicBezTo>
                      <a:pt x="4384" y="5356"/>
                      <a:pt x="4456" y="5402"/>
                      <a:pt x="4489" y="5402"/>
                    </a:cubicBezTo>
                    <a:cubicBezTo>
                      <a:pt x="4529" y="5402"/>
                      <a:pt x="4627" y="5402"/>
                      <a:pt x="4673" y="5435"/>
                    </a:cubicBezTo>
                    <a:cubicBezTo>
                      <a:pt x="4720" y="5475"/>
                      <a:pt x="4779" y="5494"/>
                      <a:pt x="4812" y="5567"/>
                    </a:cubicBezTo>
                    <a:cubicBezTo>
                      <a:pt x="4845" y="5639"/>
                      <a:pt x="4838" y="5705"/>
                      <a:pt x="4812" y="5731"/>
                    </a:cubicBezTo>
                    <a:cubicBezTo>
                      <a:pt x="4785" y="5751"/>
                      <a:pt x="4641" y="5797"/>
                      <a:pt x="4608" y="5830"/>
                    </a:cubicBezTo>
                    <a:cubicBezTo>
                      <a:pt x="4575" y="5863"/>
                      <a:pt x="4509" y="5955"/>
                      <a:pt x="4489" y="5988"/>
                    </a:cubicBezTo>
                    <a:cubicBezTo>
                      <a:pt x="4463" y="6027"/>
                      <a:pt x="4568" y="6047"/>
                      <a:pt x="4548" y="6106"/>
                    </a:cubicBezTo>
                    <a:cubicBezTo>
                      <a:pt x="4529" y="6166"/>
                      <a:pt x="4516" y="6185"/>
                      <a:pt x="4456" y="6205"/>
                    </a:cubicBezTo>
                    <a:cubicBezTo>
                      <a:pt x="4390" y="6218"/>
                      <a:pt x="4344" y="6251"/>
                      <a:pt x="4338" y="6284"/>
                    </a:cubicBezTo>
                    <a:cubicBezTo>
                      <a:pt x="4325" y="6310"/>
                      <a:pt x="4325" y="6363"/>
                      <a:pt x="4325" y="6409"/>
                    </a:cubicBezTo>
                    <a:cubicBezTo>
                      <a:pt x="4325" y="6462"/>
                      <a:pt x="4318" y="6501"/>
                      <a:pt x="4351" y="6541"/>
                    </a:cubicBezTo>
                    <a:cubicBezTo>
                      <a:pt x="4384" y="6580"/>
                      <a:pt x="4417" y="6613"/>
                      <a:pt x="4456" y="6653"/>
                    </a:cubicBezTo>
                    <a:cubicBezTo>
                      <a:pt x="4489" y="6699"/>
                      <a:pt x="4601" y="6843"/>
                      <a:pt x="4601" y="6870"/>
                    </a:cubicBezTo>
                    <a:cubicBezTo>
                      <a:pt x="4601" y="6896"/>
                      <a:pt x="4581" y="6949"/>
                      <a:pt x="4595" y="6975"/>
                    </a:cubicBezTo>
                    <a:cubicBezTo>
                      <a:pt x="4595" y="6982"/>
                      <a:pt x="4601" y="6988"/>
                      <a:pt x="4608" y="6995"/>
                    </a:cubicBezTo>
                    <a:cubicBezTo>
                      <a:pt x="4647" y="7021"/>
                      <a:pt x="4746" y="7067"/>
                      <a:pt x="4766" y="7094"/>
                    </a:cubicBezTo>
                    <a:cubicBezTo>
                      <a:pt x="4792" y="7133"/>
                      <a:pt x="4996" y="7238"/>
                      <a:pt x="4996" y="7238"/>
                    </a:cubicBezTo>
                    <a:lnTo>
                      <a:pt x="5029" y="7258"/>
                    </a:lnTo>
                    <a:cubicBezTo>
                      <a:pt x="5062" y="7205"/>
                      <a:pt x="5101" y="7133"/>
                      <a:pt x="5141" y="7087"/>
                    </a:cubicBezTo>
                    <a:cubicBezTo>
                      <a:pt x="5147" y="7074"/>
                      <a:pt x="5161" y="7061"/>
                      <a:pt x="5167" y="7054"/>
                    </a:cubicBezTo>
                    <a:cubicBezTo>
                      <a:pt x="5226" y="7015"/>
                      <a:pt x="5332" y="6929"/>
                      <a:pt x="5332" y="6929"/>
                    </a:cubicBezTo>
                    <a:cubicBezTo>
                      <a:pt x="5332" y="6929"/>
                      <a:pt x="5391" y="6830"/>
                      <a:pt x="5384" y="6784"/>
                    </a:cubicBezTo>
                    <a:cubicBezTo>
                      <a:pt x="5378" y="6745"/>
                      <a:pt x="5338" y="6528"/>
                      <a:pt x="5332" y="6514"/>
                    </a:cubicBezTo>
                    <a:cubicBezTo>
                      <a:pt x="5332" y="6501"/>
                      <a:pt x="5312" y="6264"/>
                      <a:pt x="5351" y="6106"/>
                    </a:cubicBezTo>
                    <a:cubicBezTo>
                      <a:pt x="5391" y="5955"/>
                      <a:pt x="5411" y="5784"/>
                      <a:pt x="5457" y="5672"/>
                    </a:cubicBezTo>
                    <a:cubicBezTo>
                      <a:pt x="5496" y="5553"/>
                      <a:pt x="5529" y="5468"/>
                      <a:pt x="5536" y="5428"/>
                    </a:cubicBezTo>
                    <a:cubicBezTo>
                      <a:pt x="5542" y="5382"/>
                      <a:pt x="5529" y="5132"/>
                      <a:pt x="5516" y="5080"/>
                    </a:cubicBezTo>
                    <a:cubicBezTo>
                      <a:pt x="5503" y="5027"/>
                      <a:pt x="5509" y="4843"/>
                      <a:pt x="5483" y="4757"/>
                    </a:cubicBezTo>
                    <a:cubicBezTo>
                      <a:pt x="5457" y="4672"/>
                      <a:pt x="5417" y="4586"/>
                      <a:pt x="5430" y="4514"/>
                    </a:cubicBezTo>
                    <a:cubicBezTo>
                      <a:pt x="5450" y="4441"/>
                      <a:pt x="5536" y="4343"/>
                      <a:pt x="5536" y="4329"/>
                    </a:cubicBezTo>
                    <a:cubicBezTo>
                      <a:pt x="5536" y="4310"/>
                      <a:pt x="5529" y="4204"/>
                      <a:pt x="5536" y="4139"/>
                    </a:cubicBezTo>
                    <a:cubicBezTo>
                      <a:pt x="5542" y="4073"/>
                      <a:pt x="5555" y="3981"/>
                      <a:pt x="5536" y="3921"/>
                    </a:cubicBezTo>
                    <a:cubicBezTo>
                      <a:pt x="5516" y="3856"/>
                      <a:pt x="5476" y="3836"/>
                      <a:pt x="5509" y="3777"/>
                    </a:cubicBezTo>
                    <a:cubicBezTo>
                      <a:pt x="5549" y="3717"/>
                      <a:pt x="5575" y="3665"/>
                      <a:pt x="5569" y="3619"/>
                    </a:cubicBezTo>
                    <a:cubicBezTo>
                      <a:pt x="5555" y="3579"/>
                      <a:pt x="5509" y="3500"/>
                      <a:pt x="5569" y="3434"/>
                    </a:cubicBezTo>
                    <a:cubicBezTo>
                      <a:pt x="5623" y="3380"/>
                      <a:pt x="5739" y="3247"/>
                      <a:pt x="5773" y="3247"/>
                    </a:cubicBezTo>
                    <a:cubicBezTo>
                      <a:pt x="5775" y="3247"/>
                      <a:pt x="5778" y="3248"/>
                      <a:pt x="5779" y="3250"/>
                    </a:cubicBezTo>
                    <a:cubicBezTo>
                      <a:pt x="5796" y="3267"/>
                      <a:pt x="5784" y="3334"/>
                      <a:pt x="5832" y="3334"/>
                    </a:cubicBezTo>
                    <a:cubicBezTo>
                      <a:pt x="5839" y="3334"/>
                      <a:pt x="5848" y="3332"/>
                      <a:pt x="5858" y="3329"/>
                    </a:cubicBezTo>
                    <a:cubicBezTo>
                      <a:pt x="5937" y="3296"/>
                      <a:pt x="6016" y="3257"/>
                      <a:pt x="6042" y="3191"/>
                    </a:cubicBezTo>
                    <a:cubicBezTo>
                      <a:pt x="6069" y="3125"/>
                      <a:pt x="6154" y="2908"/>
                      <a:pt x="6207" y="2829"/>
                    </a:cubicBezTo>
                    <a:cubicBezTo>
                      <a:pt x="6260" y="2743"/>
                      <a:pt x="6497" y="2526"/>
                      <a:pt x="6549" y="2421"/>
                    </a:cubicBezTo>
                    <a:cubicBezTo>
                      <a:pt x="6562" y="2394"/>
                      <a:pt x="6582" y="2355"/>
                      <a:pt x="6608" y="2302"/>
                    </a:cubicBezTo>
                    <a:cubicBezTo>
                      <a:pt x="6615" y="2289"/>
                      <a:pt x="6622" y="2283"/>
                      <a:pt x="6628" y="2269"/>
                    </a:cubicBezTo>
                    <a:cubicBezTo>
                      <a:pt x="6635" y="2256"/>
                      <a:pt x="6641" y="2243"/>
                      <a:pt x="6648" y="2230"/>
                    </a:cubicBezTo>
                    <a:cubicBezTo>
                      <a:pt x="6615" y="2223"/>
                      <a:pt x="6582" y="2217"/>
                      <a:pt x="6569" y="2217"/>
                    </a:cubicBezTo>
                    <a:cubicBezTo>
                      <a:pt x="6563" y="2214"/>
                      <a:pt x="6556" y="2214"/>
                      <a:pt x="6548" y="2214"/>
                    </a:cubicBezTo>
                    <a:cubicBezTo>
                      <a:pt x="6523" y="2214"/>
                      <a:pt x="6490" y="2223"/>
                      <a:pt x="6469" y="2223"/>
                    </a:cubicBezTo>
                    <a:cubicBezTo>
                      <a:pt x="6460" y="2223"/>
                      <a:pt x="6454" y="2222"/>
                      <a:pt x="6450" y="2217"/>
                    </a:cubicBezTo>
                    <a:cubicBezTo>
                      <a:pt x="6446" y="2212"/>
                      <a:pt x="6425" y="2211"/>
                      <a:pt x="6399" y="2211"/>
                    </a:cubicBezTo>
                    <a:cubicBezTo>
                      <a:pt x="6346" y="2211"/>
                      <a:pt x="6273" y="2217"/>
                      <a:pt x="6273" y="2217"/>
                    </a:cubicBezTo>
                    <a:cubicBezTo>
                      <a:pt x="6273" y="2217"/>
                      <a:pt x="6200" y="2171"/>
                      <a:pt x="6154" y="2085"/>
                    </a:cubicBezTo>
                    <a:cubicBezTo>
                      <a:pt x="6108" y="2006"/>
                      <a:pt x="6128" y="2039"/>
                      <a:pt x="6115" y="1993"/>
                    </a:cubicBezTo>
                    <a:cubicBezTo>
                      <a:pt x="6102" y="1947"/>
                      <a:pt x="6095" y="1921"/>
                      <a:pt x="6075" y="1875"/>
                    </a:cubicBezTo>
                    <a:cubicBezTo>
                      <a:pt x="6049" y="1822"/>
                      <a:pt x="6036" y="1822"/>
                      <a:pt x="6010" y="1776"/>
                    </a:cubicBezTo>
                    <a:cubicBezTo>
                      <a:pt x="5990" y="1736"/>
                      <a:pt x="5963" y="1677"/>
                      <a:pt x="5963" y="1618"/>
                    </a:cubicBezTo>
                    <a:cubicBezTo>
                      <a:pt x="5963" y="1586"/>
                      <a:pt x="5983" y="1581"/>
                      <a:pt x="6009" y="1581"/>
                    </a:cubicBezTo>
                    <a:cubicBezTo>
                      <a:pt x="6021" y="1581"/>
                      <a:pt x="6034" y="1582"/>
                      <a:pt x="6048" y="1582"/>
                    </a:cubicBezTo>
                    <a:cubicBezTo>
                      <a:pt x="6060" y="1582"/>
                      <a:pt x="6071" y="1581"/>
                      <a:pt x="6082" y="1578"/>
                    </a:cubicBezTo>
                    <a:cubicBezTo>
                      <a:pt x="6099" y="1572"/>
                      <a:pt x="6111" y="1570"/>
                      <a:pt x="6119" y="1570"/>
                    </a:cubicBezTo>
                    <a:cubicBezTo>
                      <a:pt x="6135" y="1570"/>
                      <a:pt x="6135" y="1578"/>
                      <a:pt x="6135" y="1578"/>
                    </a:cubicBezTo>
                    <a:cubicBezTo>
                      <a:pt x="6135" y="1578"/>
                      <a:pt x="6194" y="1611"/>
                      <a:pt x="6207" y="1618"/>
                    </a:cubicBezTo>
                    <a:cubicBezTo>
                      <a:pt x="6220" y="1618"/>
                      <a:pt x="6306" y="1598"/>
                      <a:pt x="6306" y="1552"/>
                    </a:cubicBezTo>
                    <a:cubicBezTo>
                      <a:pt x="6312" y="1513"/>
                      <a:pt x="6299" y="1499"/>
                      <a:pt x="6279" y="1427"/>
                    </a:cubicBezTo>
                    <a:cubicBezTo>
                      <a:pt x="6265" y="1374"/>
                      <a:pt x="6268" y="1367"/>
                      <a:pt x="6271" y="1367"/>
                    </a:cubicBezTo>
                    <a:cubicBezTo>
                      <a:pt x="6272" y="1367"/>
                      <a:pt x="6273" y="1368"/>
                      <a:pt x="6273" y="1368"/>
                    </a:cubicBezTo>
                    <a:cubicBezTo>
                      <a:pt x="6273" y="1368"/>
                      <a:pt x="6332" y="1276"/>
                      <a:pt x="6332" y="1249"/>
                    </a:cubicBezTo>
                    <a:cubicBezTo>
                      <a:pt x="6332" y="1223"/>
                      <a:pt x="6319" y="1190"/>
                      <a:pt x="6299" y="1170"/>
                    </a:cubicBezTo>
                    <a:cubicBezTo>
                      <a:pt x="6286" y="1157"/>
                      <a:pt x="6273" y="1137"/>
                      <a:pt x="6253" y="1118"/>
                    </a:cubicBezTo>
                    <a:cubicBezTo>
                      <a:pt x="6227" y="1078"/>
                      <a:pt x="6187" y="1032"/>
                      <a:pt x="6167" y="1019"/>
                    </a:cubicBezTo>
                    <a:cubicBezTo>
                      <a:pt x="6141" y="999"/>
                      <a:pt x="6121" y="914"/>
                      <a:pt x="6121" y="874"/>
                    </a:cubicBezTo>
                    <a:cubicBezTo>
                      <a:pt x="6121" y="841"/>
                      <a:pt x="6095" y="775"/>
                      <a:pt x="6088" y="736"/>
                    </a:cubicBezTo>
                    <a:cubicBezTo>
                      <a:pt x="6088" y="729"/>
                      <a:pt x="6088" y="723"/>
                      <a:pt x="6088" y="716"/>
                    </a:cubicBezTo>
                    <a:cubicBezTo>
                      <a:pt x="6088" y="683"/>
                      <a:pt x="6029" y="637"/>
                      <a:pt x="6003" y="598"/>
                    </a:cubicBezTo>
                    <a:cubicBezTo>
                      <a:pt x="5996" y="585"/>
                      <a:pt x="5990" y="578"/>
                      <a:pt x="5990" y="578"/>
                    </a:cubicBezTo>
                    <a:cubicBezTo>
                      <a:pt x="5970" y="545"/>
                      <a:pt x="5963" y="525"/>
                      <a:pt x="5963" y="512"/>
                    </a:cubicBezTo>
                    <a:cubicBezTo>
                      <a:pt x="5963" y="499"/>
                      <a:pt x="5944" y="407"/>
                      <a:pt x="5898" y="361"/>
                    </a:cubicBezTo>
                    <a:cubicBezTo>
                      <a:pt x="5852" y="321"/>
                      <a:pt x="5766" y="321"/>
                      <a:pt x="5746" y="321"/>
                    </a:cubicBezTo>
                    <a:cubicBezTo>
                      <a:pt x="5720" y="321"/>
                      <a:pt x="5674" y="308"/>
                      <a:pt x="5641" y="288"/>
                    </a:cubicBezTo>
                    <a:cubicBezTo>
                      <a:pt x="5601" y="262"/>
                      <a:pt x="5562" y="209"/>
                      <a:pt x="5549" y="203"/>
                    </a:cubicBezTo>
                    <a:cubicBezTo>
                      <a:pt x="5542" y="196"/>
                      <a:pt x="5526" y="196"/>
                      <a:pt x="5499" y="196"/>
                    </a:cubicBezTo>
                    <a:cubicBezTo>
                      <a:pt x="5471" y="196"/>
                      <a:pt x="5434" y="196"/>
                      <a:pt x="5384" y="190"/>
                    </a:cubicBezTo>
                    <a:cubicBezTo>
                      <a:pt x="5292" y="177"/>
                      <a:pt x="5318" y="177"/>
                      <a:pt x="5286" y="157"/>
                    </a:cubicBezTo>
                    <a:cubicBezTo>
                      <a:pt x="5259" y="144"/>
                      <a:pt x="5239" y="91"/>
                      <a:pt x="5200" y="25"/>
                    </a:cubicBezTo>
                    <a:cubicBezTo>
                      <a:pt x="5189" y="7"/>
                      <a:pt x="5179" y="1"/>
                      <a:pt x="5168" y="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570;p19">
                <a:extLst>
                  <a:ext uri="{FF2B5EF4-FFF2-40B4-BE49-F238E27FC236}">
                    <a16:creationId xmlns:a16="http://schemas.microsoft.com/office/drawing/2014/main" id="{B6301F4D-D780-C735-464B-BFB1D9F758C2}"/>
                  </a:ext>
                </a:extLst>
              </p:cNvPr>
              <p:cNvSpPr/>
              <p:nvPr/>
            </p:nvSpPr>
            <p:spPr>
              <a:xfrm>
                <a:off x="7829117" y="3376686"/>
                <a:ext cx="299705" cy="20693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1896" extrusionOk="0">
                    <a:moveTo>
                      <a:pt x="2094" y="0"/>
                    </a:moveTo>
                    <a:lnTo>
                      <a:pt x="2094" y="0"/>
                    </a:lnTo>
                    <a:cubicBezTo>
                      <a:pt x="2047" y="27"/>
                      <a:pt x="2001" y="60"/>
                      <a:pt x="1988" y="93"/>
                    </a:cubicBezTo>
                    <a:cubicBezTo>
                      <a:pt x="1968" y="172"/>
                      <a:pt x="1936" y="152"/>
                      <a:pt x="1876" y="244"/>
                    </a:cubicBezTo>
                    <a:cubicBezTo>
                      <a:pt x="1824" y="343"/>
                      <a:pt x="1824" y="349"/>
                      <a:pt x="1804" y="395"/>
                    </a:cubicBezTo>
                    <a:cubicBezTo>
                      <a:pt x="1784" y="435"/>
                      <a:pt x="1771" y="501"/>
                      <a:pt x="1751" y="547"/>
                    </a:cubicBezTo>
                    <a:cubicBezTo>
                      <a:pt x="1732" y="593"/>
                      <a:pt x="1692" y="639"/>
                      <a:pt x="1712" y="705"/>
                    </a:cubicBezTo>
                    <a:cubicBezTo>
                      <a:pt x="1738" y="764"/>
                      <a:pt x="1732" y="797"/>
                      <a:pt x="1705" y="810"/>
                    </a:cubicBezTo>
                    <a:cubicBezTo>
                      <a:pt x="1685" y="823"/>
                      <a:pt x="1620" y="836"/>
                      <a:pt x="1620" y="836"/>
                    </a:cubicBezTo>
                    <a:cubicBezTo>
                      <a:pt x="1620" y="836"/>
                      <a:pt x="1310" y="896"/>
                      <a:pt x="1277" y="955"/>
                    </a:cubicBezTo>
                    <a:cubicBezTo>
                      <a:pt x="1238" y="1021"/>
                      <a:pt x="1198" y="1067"/>
                      <a:pt x="1172" y="1067"/>
                    </a:cubicBezTo>
                    <a:cubicBezTo>
                      <a:pt x="1139" y="1060"/>
                      <a:pt x="1054" y="1027"/>
                      <a:pt x="1001" y="1021"/>
                    </a:cubicBezTo>
                    <a:cubicBezTo>
                      <a:pt x="951" y="1010"/>
                      <a:pt x="865" y="985"/>
                      <a:pt x="799" y="985"/>
                    </a:cubicBezTo>
                    <a:cubicBezTo>
                      <a:pt x="787" y="985"/>
                      <a:pt x="775" y="986"/>
                      <a:pt x="764" y="988"/>
                    </a:cubicBezTo>
                    <a:cubicBezTo>
                      <a:pt x="758" y="994"/>
                      <a:pt x="751" y="994"/>
                      <a:pt x="744" y="994"/>
                    </a:cubicBezTo>
                    <a:cubicBezTo>
                      <a:pt x="744" y="994"/>
                      <a:pt x="738" y="994"/>
                      <a:pt x="738" y="1001"/>
                    </a:cubicBezTo>
                    <a:cubicBezTo>
                      <a:pt x="705" y="1007"/>
                      <a:pt x="659" y="1027"/>
                      <a:pt x="613" y="1040"/>
                    </a:cubicBezTo>
                    <a:cubicBezTo>
                      <a:pt x="606" y="1040"/>
                      <a:pt x="600" y="1047"/>
                      <a:pt x="593" y="1047"/>
                    </a:cubicBezTo>
                    <a:cubicBezTo>
                      <a:pt x="573" y="1053"/>
                      <a:pt x="547" y="1067"/>
                      <a:pt x="521" y="1073"/>
                    </a:cubicBezTo>
                    <a:cubicBezTo>
                      <a:pt x="494" y="1086"/>
                      <a:pt x="468" y="1093"/>
                      <a:pt x="442" y="1100"/>
                    </a:cubicBezTo>
                    <a:cubicBezTo>
                      <a:pt x="435" y="1106"/>
                      <a:pt x="428" y="1106"/>
                      <a:pt x="422" y="1106"/>
                    </a:cubicBezTo>
                    <a:cubicBezTo>
                      <a:pt x="396" y="1119"/>
                      <a:pt x="369" y="1126"/>
                      <a:pt x="356" y="1126"/>
                    </a:cubicBezTo>
                    <a:cubicBezTo>
                      <a:pt x="270" y="1146"/>
                      <a:pt x="14" y="1211"/>
                      <a:pt x="14" y="1211"/>
                    </a:cubicBezTo>
                    <a:cubicBezTo>
                      <a:pt x="14" y="1211"/>
                      <a:pt x="1" y="1336"/>
                      <a:pt x="14" y="1363"/>
                    </a:cubicBezTo>
                    <a:cubicBezTo>
                      <a:pt x="27" y="1383"/>
                      <a:pt x="66" y="1415"/>
                      <a:pt x="99" y="1429"/>
                    </a:cubicBezTo>
                    <a:cubicBezTo>
                      <a:pt x="132" y="1442"/>
                      <a:pt x="290" y="1442"/>
                      <a:pt x="330" y="1448"/>
                    </a:cubicBezTo>
                    <a:cubicBezTo>
                      <a:pt x="363" y="1448"/>
                      <a:pt x="435" y="1468"/>
                      <a:pt x="415" y="1501"/>
                    </a:cubicBezTo>
                    <a:cubicBezTo>
                      <a:pt x="396" y="1541"/>
                      <a:pt x="349" y="1600"/>
                      <a:pt x="349" y="1600"/>
                    </a:cubicBezTo>
                    <a:lnTo>
                      <a:pt x="277" y="1692"/>
                    </a:lnTo>
                    <a:cubicBezTo>
                      <a:pt x="290" y="1685"/>
                      <a:pt x="297" y="1685"/>
                      <a:pt x="297" y="1685"/>
                    </a:cubicBezTo>
                    <a:cubicBezTo>
                      <a:pt x="310" y="1692"/>
                      <a:pt x="382" y="1692"/>
                      <a:pt x="317" y="1745"/>
                    </a:cubicBezTo>
                    <a:cubicBezTo>
                      <a:pt x="257" y="1797"/>
                      <a:pt x="238" y="1804"/>
                      <a:pt x="231" y="1830"/>
                    </a:cubicBezTo>
                    <a:cubicBezTo>
                      <a:pt x="218" y="1850"/>
                      <a:pt x="192" y="1896"/>
                      <a:pt x="231" y="1896"/>
                    </a:cubicBezTo>
                    <a:cubicBezTo>
                      <a:pt x="270" y="1896"/>
                      <a:pt x="356" y="1883"/>
                      <a:pt x="396" y="1876"/>
                    </a:cubicBezTo>
                    <a:cubicBezTo>
                      <a:pt x="422" y="1870"/>
                      <a:pt x="461" y="1843"/>
                      <a:pt x="494" y="1824"/>
                    </a:cubicBezTo>
                    <a:cubicBezTo>
                      <a:pt x="507" y="1810"/>
                      <a:pt x="521" y="1804"/>
                      <a:pt x="527" y="1791"/>
                    </a:cubicBezTo>
                    <a:cubicBezTo>
                      <a:pt x="560" y="1758"/>
                      <a:pt x="613" y="1725"/>
                      <a:pt x="646" y="1725"/>
                    </a:cubicBezTo>
                    <a:cubicBezTo>
                      <a:pt x="672" y="1725"/>
                      <a:pt x="817" y="1731"/>
                      <a:pt x="836" y="1751"/>
                    </a:cubicBezTo>
                    <a:cubicBezTo>
                      <a:pt x="850" y="1771"/>
                      <a:pt x="843" y="1791"/>
                      <a:pt x="896" y="1797"/>
                    </a:cubicBezTo>
                    <a:cubicBezTo>
                      <a:pt x="913" y="1799"/>
                      <a:pt x="934" y="1800"/>
                      <a:pt x="956" y="1800"/>
                    </a:cubicBezTo>
                    <a:cubicBezTo>
                      <a:pt x="1010" y="1800"/>
                      <a:pt x="1068" y="1795"/>
                      <a:pt x="1087" y="1791"/>
                    </a:cubicBezTo>
                    <a:cubicBezTo>
                      <a:pt x="1113" y="1784"/>
                      <a:pt x="1172" y="1692"/>
                      <a:pt x="1212" y="1679"/>
                    </a:cubicBezTo>
                    <a:cubicBezTo>
                      <a:pt x="1227" y="1677"/>
                      <a:pt x="1248" y="1676"/>
                      <a:pt x="1270" y="1676"/>
                    </a:cubicBezTo>
                    <a:cubicBezTo>
                      <a:pt x="1313" y="1676"/>
                      <a:pt x="1356" y="1679"/>
                      <a:pt x="1356" y="1679"/>
                    </a:cubicBezTo>
                    <a:cubicBezTo>
                      <a:pt x="1356" y="1679"/>
                      <a:pt x="1413" y="1679"/>
                      <a:pt x="1491" y="1679"/>
                    </a:cubicBezTo>
                    <a:cubicBezTo>
                      <a:pt x="1647" y="1679"/>
                      <a:pt x="1887" y="1677"/>
                      <a:pt x="1922" y="1659"/>
                    </a:cubicBezTo>
                    <a:cubicBezTo>
                      <a:pt x="1982" y="1633"/>
                      <a:pt x="2028" y="1613"/>
                      <a:pt x="2028" y="1593"/>
                    </a:cubicBezTo>
                    <a:lnTo>
                      <a:pt x="2028" y="1527"/>
                    </a:lnTo>
                    <a:cubicBezTo>
                      <a:pt x="2028" y="1527"/>
                      <a:pt x="1949" y="1494"/>
                      <a:pt x="1942" y="1475"/>
                    </a:cubicBezTo>
                    <a:cubicBezTo>
                      <a:pt x="1942" y="1455"/>
                      <a:pt x="1929" y="1389"/>
                      <a:pt x="1955" y="1369"/>
                    </a:cubicBezTo>
                    <a:cubicBezTo>
                      <a:pt x="1982" y="1356"/>
                      <a:pt x="2008" y="1317"/>
                      <a:pt x="2074" y="1304"/>
                    </a:cubicBezTo>
                    <a:cubicBezTo>
                      <a:pt x="2146" y="1284"/>
                      <a:pt x="2199" y="1297"/>
                      <a:pt x="2199" y="1258"/>
                    </a:cubicBezTo>
                    <a:cubicBezTo>
                      <a:pt x="2199" y="1225"/>
                      <a:pt x="2159" y="1185"/>
                      <a:pt x="2199" y="1165"/>
                    </a:cubicBezTo>
                    <a:cubicBezTo>
                      <a:pt x="2232" y="1146"/>
                      <a:pt x="2436" y="1113"/>
                      <a:pt x="2495" y="1093"/>
                    </a:cubicBezTo>
                    <a:cubicBezTo>
                      <a:pt x="2554" y="1067"/>
                      <a:pt x="2745" y="1034"/>
                      <a:pt x="2719" y="955"/>
                    </a:cubicBezTo>
                    <a:cubicBezTo>
                      <a:pt x="2699" y="876"/>
                      <a:pt x="2640" y="777"/>
                      <a:pt x="2627" y="738"/>
                    </a:cubicBezTo>
                    <a:cubicBezTo>
                      <a:pt x="2613" y="692"/>
                      <a:pt x="2660" y="626"/>
                      <a:pt x="2692" y="494"/>
                    </a:cubicBezTo>
                    <a:cubicBezTo>
                      <a:pt x="2699" y="481"/>
                      <a:pt x="2706" y="468"/>
                      <a:pt x="2706" y="455"/>
                    </a:cubicBezTo>
                    <a:lnTo>
                      <a:pt x="2633" y="455"/>
                    </a:lnTo>
                    <a:lnTo>
                      <a:pt x="2475" y="415"/>
                    </a:lnTo>
                    <a:lnTo>
                      <a:pt x="2449" y="415"/>
                    </a:lnTo>
                    <a:cubicBezTo>
                      <a:pt x="2390" y="409"/>
                      <a:pt x="2245" y="395"/>
                      <a:pt x="2205" y="376"/>
                    </a:cubicBezTo>
                    <a:cubicBezTo>
                      <a:pt x="2153" y="356"/>
                      <a:pt x="2159" y="349"/>
                      <a:pt x="2159" y="277"/>
                    </a:cubicBezTo>
                    <a:cubicBezTo>
                      <a:pt x="2159" y="204"/>
                      <a:pt x="2120" y="165"/>
                      <a:pt x="2100" y="132"/>
                    </a:cubicBezTo>
                    <a:cubicBezTo>
                      <a:pt x="2087" y="106"/>
                      <a:pt x="2100" y="40"/>
                      <a:pt x="2094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750F32"/>
                  </a:solidFill>
                </a:endParaRPr>
              </a:p>
            </p:txBody>
          </p:sp>
          <p:sp>
            <p:nvSpPr>
              <p:cNvPr id="264" name="Google Shape;1571;p19">
                <a:extLst>
                  <a:ext uri="{FF2B5EF4-FFF2-40B4-BE49-F238E27FC236}">
                    <a16:creationId xmlns:a16="http://schemas.microsoft.com/office/drawing/2014/main" id="{B4FA87F2-88AE-E069-E61E-C4B2048E98C6}"/>
                  </a:ext>
                </a:extLst>
              </p:cNvPr>
              <p:cNvSpPr/>
              <p:nvPr/>
            </p:nvSpPr>
            <p:spPr>
              <a:xfrm>
                <a:off x="7056065" y="3531122"/>
                <a:ext cx="515262" cy="334849"/>
              </a:xfrm>
              <a:custGeom>
                <a:avLst/>
                <a:gdLst/>
                <a:ahLst/>
                <a:cxnLst/>
                <a:rect l="l" t="t" r="r" b="b"/>
                <a:pathLst>
                  <a:path w="4721" h="3068" extrusionOk="0">
                    <a:moveTo>
                      <a:pt x="1838" y="0"/>
                    </a:moveTo>
                    <a:cubicBezTo>
                      <a:pt x="1792" y="0"/>
                      <a:pt x="1746" y="33"/>
                      <a:pt x="1746" y="33"/>
                    </a:cubicBezTo>
                    <a:cubicBezTo>
                      <a:pt x="1746" y="33"/>
                      <a:pt x="1641" y="66"/>
                      <a:pt x="1562" y="66"/>
                    </a:cubicBezTo>
                    <a:cubicBezTo>
                      <a:pt x="1483" y="66"/>
                      <a:pt x="1292" y="47"/>
                      <a:pt x="1292" y="47"/>
                    </a:cubicBezTo>
                    <a:lnTo>
                      <a:pt x="1062" y="20"/>
                    </a:lnTo>
                    <a:cubicBezTo>
                      <a:pt x="1055" y="27"/>
                      <a:pt x="1055" y="33"/>
                      <a:pt x="1049" y="33"/>
                    </a:cubicBezTo>
                    <a:cubicBezTo>
                      <a:pt x="1035" y="40"/>
                      <a:pt x="1029" y="53"/>
                      <a:pt x="1016" y="60"/>
                    </a:cubicBezTo>
                    <a:cubicBezTo>
                      <a:pt x="1009" y="66"/>
                      <a:pt x="1002" y="66"/>
                      <a:pt x="996" y="73"/>
                    </a:cubicBezTo>
                    <a:cubicBezTo>
                      <a:pt x="996" y="79"/>
                      <a:pt x="989" y="79"/>
                      <a:pt x="983" y="86"/>
                    </a:cubicBezTo>
                    <a:cubicBezTo>
                      <a:pt x="976" y="93"/>
                      <a:pt x="970" y="99"/>
                      <a:pt x="963" y="99"/>
                    </a:cubicBezTo>
                    <a:cubicBezTo>
                      <a:pt x="891" y="145"/>
                      <a:pt x="726" y="270"/>
                      <a:pt x="687" y="316"/>
                    </a:cubicBezTo>
                    <a:cubicBezTo>
                      <a:pt x="647" y="356"/>
                      <a:pt x="614" y="487"/>
                      <a:pt x="614" y="514"/>
                    </a:cubicBezTo>
                    <a:cubicBezTo>
                      <a:pt x="614" y="540"/>
                      <a:pt x="634" y="573"/>
                      <a:pt x="581" y="613"/>
                    </a:cubicBezTo>
                    <a:cubicBezTo>
                      <a:pt x="529" y="652"/>
                      <a:pt x="469" y="639"/>
                      <a:pt x="450" y="718"/>
                    </a:cubicBezTo>
                    <a:cubicBezTo>
                      <a:pt x="430" y="797"/>
                      <a:pt x="436" y="843"/>
                      <a:pt x="417" y="902"/>
                    </a:cubicBezTo>
                    <a:cubicBezTo>
                      <a:pt x="397" y="968"/>
                      <a:pt x="417" y="981"/>
                      <a:pt x="344" y="1027"/>
                    </a:cubicBezTo>
                    <a:cubicBezTo>
                      <a:pt x="272" y="1067"/>
                      <a:pt x="200" y="1073"/>
                      <a:pt x="200" y="1073"/>
                    </a:cubicBezTo>
                    <a:cubicBezTo>
                      <a:pt x="213" y="1100"/>
                      <a:pt x="219" y="1179"/>
                      <a:pt x="232" y="1218"/>
                    </a:cubicBezTo>
                    <a:cubicBezTo>
                      <a:pt x="246" y="1264"/>
                      <a:pt x="298" y="1383"/>
                      <a:pt x="232" y="1481"/>
                    </a:cubicBezTo>
                    <a:cubicBezTo>
                      <a:pt x="167" y="1580"/>
                      <a:pt x="153" y="1692"/>
                      <a:pt x="147" y="1771"/>
                    </a:cubicBezTo>
                    <a:cubicBezTo>
                      <a:pt x="140" y="1850"/>
                      <a:pt x="107" y="1975"/>
                      <a:pt x="94" y="1995"/>
                    </a:cubicBezTo>
                    <a:cubicBezTo>
                      <a:pt x="74" y="2014"/>
                      <a:pt x="28" y="2120"/>
                      <a:pt x="22" y="2133"/>
                    </a:cubicBezTo>
                    <a:cubicBezTo>
                      <a:pt x="22" y="2139"/>
                      <a:pt x="1" y="2181"/>
                      <a:pt x="57" y="2181"/>
                    </a:cubicBezTo>
                    <a:cubicBezTo>
                      <a:pt x="64" y="2181"/>
                      <a:pt x="72" y="2180"/>
                      <a:pt x="81" y="2179"/>
                    </a:cubicBezTo>
                    <a:cubicBezTo>
                      <a:pt x="173" y="2159"/>
                      <a:pt x="186" y="2139"/>
                      <a:pt x="239" y="2139"/>
                    </a:cubicBezTo>
                    <a:cubicBezTo>
                      <a:pt x="298" y="2139"/>
                      <a:pt x="423" y="2146"/>
                      <a:pt x="450" y="2159"/>
                    </a:cubicBezTo>
                    <a:cubicBezTo>
                      <a:pt x="483" y="2172"/>
                      <a:pt x="515" y="2172"/>
                      <a:pt x="529" y="2225"/>
                    </a:cubicBezTo>
                    <a:cubicBezTo>
                      <a:pt x="542" y="2278"/>
                      <a:pt x="627" y="2515"/>
                      <a:pt x="627" y="2515"/>
                    </a:cubicBezTo>
                    <a:cubicBezTo>
                      <a:pt x="627" y="2515"/>
                      <a:pt x="693" y="2613"/>
                      <a:pt x="706" y="2732"/>
                    </a:cubicBezTo>
                    <a:cubicBezTo>
                      <a:pt x="766" y="2712"/>
                      <a:pt x="838" y="2686"/>
                      <a:pt x="858" y="2686"/>
                    </a:cubicBezTo>
                    <a:cubicBezTo>
                      <a:pt x="869" y="2686"/>
                      <a:pt x="883" y="2684"/>
                      <a:pt x="899" y="2684"/>
                    </a:cubicBezTo>
                    <a:cubicBezTo>
                      <a:pt x="929" y="2684"/>
                      <a:pt x="963" y="2690"/>
                      <a:pt x="976" y="2725"/>
                    </a:cubicBezTo>
                    <a:cubicBezTo>
                      <a:pt x="989" y="2771"/>
                      <a:pt x="1095" y="2791"/>
                      <a:pt x="1095" y="2791"/>
                    </a:cubicBezTo>
                    <a:cubicBezTo>
                      <a:pt x="1095" y="2791"/>
                      <a:pt x="1120" y="2735"/>
                      <a:pt x="1149" y="2735"/>
                    </a:cubicBezTo>
                    <a:cubicBezTo>
                      <a:pt x="1153" y="2735"/>
                      <a:pt x="1156" y="2736"/>
                      <a:pt x="1160" y="2738"/>
                    </a:cubicBezTo>
                    <a:cubicBezTo>
                      <a:pt x="1164" y="2740"/>
                      <a:pt x="1168" y="2740"/>
                      <a:pt x="1173" y="2740"/>
                    </a:cubicBezTo>
                    <a:cubicBezTo>
                      <a:pt x="1202" y="2740"/>
                      <a:pt x="1245" y="2718"/>
                      <a:pt x="1280" y="2718"/>
                    </a:cubicBezTo>
                    <a:cubicBezTo>
                      <a:pt x="1298" y="2718"/>
                      <a:pt x="1313" y="2723"/>
                      <a:pt x="1325" y="2738"/>
                    </a:cubicBezTo>
                    <a:cubicBezTo>
                      <a:pt x="1364" y="2791"/>
                      <a:pt x="1470" y="2844"/>
                      <a:pt x="1489" y="2850"/>
                    </a:cubicBezTo>
                    <a:cubicBezTo>
                      <a:pt x="1492" y="2852"/>
                      <a:pt x="1497" y="2852"/>
                      <a:pt x="1504" y="2852"/>
                    </a:cubicBezTo>
                    <a:cubicBezTo>
                      <a:pt x="1523" y="2852"/>
                      <a:pt x="1556" y="2848"/>
                      <a:pt x="1590" y="2848"/>
                    </a:cubicBezTo>
                    <a:cubicBezTo>
                      <a:pt x="1602" y="2848"/>
                      <a:pt x="1615" y="2849"/>
                      <a:pt x="1628" y="2850"/>
                    </a:cubicBezTo>
                    <a:cubicBezTo>
                      <a:pt x="1637" y="2851"/>
                      <a:pt x="1649" y="2852"/>
                      <a:pt x="1661" y="2852"/>
                    </a:cubicBezTo>
                    <a:cubicBezTo>
                      <a:pt x="1674" y="2852"/>
                      <a:pt x="1689" y="2851"/>
                      <a:pt x="1704" y="2851"/>
                    </a:cubicBezTo>
                    <a:cubicBezTo>
                      <a:pt x="1749" y="2851"/>
                      <a:pt x="1797" y="2855"/>
                      <a:pt x="1825" y="2883"/>
                    </a:cubicBezTo>
                    <a:cubicBezTo>
                      <a:pt x="1878" y="2923"/>
                      <a:pt x="1898" y="2936"/>
                      <a:pt x="1898" y="2936"/>
                    </a:cubicBezTo>
                    <a:cubicBezTo>
                      <a:pt x="1898" y="2936"/>
                      <a:pt x="1930" y="2927"/>
                      <a:pt x="1969" y="2927"/>
                    </a:cubicBezTo>
                    <a:cubicBezTo>
                      <a:pt x="1988" y="2927"/>
                      <a:pt x="2009" y="2929"/>
                      <a:pt x="2029" y="2936"/>
                    </a:cubicBezTo>
                    <a:cubicBezTo>
                      <a:pt x="2088" y="2955"/>
                      <a:pt x="2233" y="3067"/>
                      <a:pt x="2292" y="3067"/>
                    </a:cubicBezTo>
                    <a:cubicBezTo>
                      <a:pt x="2345" y="3061"/>
                      <a:pt x="2431" y="3067"/>
                      <a:pt x="2431" y="3034"/>
                    </a:cubicBezTo>
                    <a:lnTo>
                      <a:pt x="2431" y="2903"/>
                    </a:lnTo>
                    <a:cubicBezTo>
                      <a:pt x="2431" y="2844"/>
                      <a:pt x="2417" y="2686"/>
                      <a:pt x="2529" y="2686"/>
                    </a:cubicBezTo>
                    <a:lnTo>
                      <a:pt x="2694" y="2686"/>
                    </a:lnTo>
                    <a:cubicBezTo>
                      <a:pt x="2694" y="2686"/>
                      <a:pt x="2747" y="2659"/>
                      <a:pt x="2766" y="2646"/>
                    </a:cubicBezTo>
                    <a:cubicBezTo>
                      <a:pt x="2785" y="2627"/>
                      <a:pt x="2884" y="2547"/>
                      <a:pt x="2914" y="2547"/>
                    </a:cubicBezTo>
                    <a:cubicBezTo>
                      <a:pt x="2916" y="2547"/>
                      <a:pt x="2917" y="2547"/>
                      <a:pt x="2918" y="2547"/>
                    </a:cubicBezTo>
                    <a:cubicBezTo>
                      <a:pt x="2951" y="2554"/>
                      <a:pt x="3010" y="2574"/>
                      <a:pt x="3010" y="2574"/>
                    </a:cubicBezTo>
                    <a:cubicBezTo>
                      <a:pt x="3010" y="2574"/>
                      <a:pt x="3016" y="2561"/>
                      <a:pt x="3102" y="2547"/>
                    </a:cubicBezTo>
                    <a:cubicBezTo>
                      <a:pt x="3187" y="2528"/>
                      <a:pt x="3273" y="2501"/>
                      <a:pt x="3293" y="2501"/>
                    </a:cubicBezTo>
                    <a:cubicBezTo>
                      <a:pt x="3313" y="2501"/>
                      <a:pt x="3418" y="2521"/>
                      <a:pt x="3451" y="2574"/>
                    </a:cubicBezTo>
                    <a:cubicBezTo>
                      <a:pt x="3490" y="2633"/>
                      <a:pt x="3517" y="2659"/>
                      <a:pt x="3543" y="2666"/>
                    </a:cubicBezTo>
                    <a:cubicBezTo>
                      <a:pt x="3561" y="2670"/>
                      <a:pt x="3578" y="2690"/>
                      <a:pt x="3606" y="2690"/>
                    </a:cubicBezTo>
                    <a:cubicBezTo>
                      <a:pt x="3620" y="2690"/>
                      <a:pt x="3636" y="2685"/>
                      <a:pt x="3655" y="2672"/>
                    </a:cubicBezTo>
                    <a:cubicBezTo>
                      <a:pt x="3707" y="2640"/>
                      <a:pt x="3800" y="2561"/>
                      <a:pt x="3846" y="2534"/>
                    </a:cubicBezTo>
                    <a:cubicBezTo>
                      <a:pt x="3869" y="2523"/>
                      <a:pt x="3936" y="2509"/>
                      <a:pt x="4038" y="2509"/>
                    </a:cubicBezTo>
                    <a:cubicBezTo>
                      <a:pt x="4109" y="2509"/>
                      <a:pt x="4197" y="2515"/>
                      <a:pt x="4300" y="2534"/>
                    </a:cubicBezTo>
                    <a:cubicBezTo>
                      <a:pt x="4287" y="2515"/>
                      <a:pt x="4287" y="2495"/>
                      <a:pt x="4287" y="2475"/>
                    </a:cubicBezTo>
                    <a:cubicBezTo>
                      <a:pt x="4300" y="2416"/>
                      <a:pt x="4379" y="2291"/>
                      <a:pt x="4445" y="2245"/>
                    </a:cubicBezTo>
                    <a:cubicBezTo>
                      <a:pt x="4484" y="2212"/>
                      <a:pt x="4629" y="2120"/>
                      <a:pt x="4721" y="2034"/>
                    </a:cubicBezTo>
                    <a:cubicBezTo>
                      <a:pt x="4708" y="2001"/>
                      <a:pt x="4688" y="1968"/>
                      <a:pt x="4662" y="1955"/>
                    </a:cubicBezTo>
                    <a:cubicBezTo>
                      <a:pt x="4622" y="1929"/>
                      <a:pt x="4616" y="1731"/>
                      <a:pt x="4576" y="1731"/>
                    </a:cubicBezTo>
                    <a:lnTo>
                      <a:pt x="4418" y="1731"/>
                    </a:lnTo>
                    <a:cubicBezTo>
                      <a:pt x="4418" y="1731"/>
                      <a:pt x="4373" y="1840"/>
                      <a:pt x="4358" y="1840"/>
                    </a:cubicBezTo>
                    <a:cubicBezTo>
                      <a:pt x="4354" y="1840"/>
                      <a:pt x="4352" y="1835"/>
                      <a:pt x="4352" y="1823"/>
                    </a:cubicBezTo>
                    <a:lnTo>
                      <a:pt x="4352" y="1573"/>
                    </a:lnTo>
                    <a:cubicBezTo>
                      <a:pt x="4352" y="1573"/>
                      <a:pt x="4326" y="1527"/>
                      <a:pt x="4267" y="1527"/>
                    </a:cubicBezTo>
                    <a:cubicBezTo>
                      <a:pt x="4227" y="1527"/>
                      <a:pt x="4144" y="1521"/>
                      <a:pt x="4089" y="1521"/>
                    </a:cubicBezTo>
                    <a:cubicBezTo>
                      <a:pt x="4061" y="1521"/>
                      <a:pt x="4041" y="1523"/>
                      <a:pt x="4036" y="1527"/>
                    </a:cubicBezTo>
                    <a:cubicBezTo>
                      <a:pt x="4032" y="1531"/>
                      <a:pt x="4015" y="1532"/>
                      <a:pt x="3993" y="1532"/>
                    </a:cubicBezTo>
                    <a:cubicBezTo>
                      <a:pt x="3927" y="1532"/>
                      <a:pt x="3813" y="1521"/>
                      <a:pt x="3813" y="1521"/>
                    </a:cubicBezTo>
                    <a:cubicBezTo>
                      <a:pt x="3813" y="1521"/>
                      <a:pt x="3806" y="1455"/>
                      <a:pt x="3813" y="1429"/>
                    </a:cubicBezTo>
                    <a:cubicBezTo>
                      <a:pt x="3819" y="1402"/>
                      <a:pt x="3839" y="1356"/>
                      <a:pt x="3839" y="1317"/>
                    </a:cubicBezTo>
                    <a:cubicBezTo>
                      <a:pt x="3839" y="1284"/>
                      <a:pt x="3859" y="1238"/>
                      <a:pt x="3813" y="1192"/>
                    </a:cubicBezTo>
                    <a:cubicBezTo>
                      <a:pt x="3767" y="1152"/>
                      <a:pt x="3688" y="1047"/>
                      <a:pt x="3661" y="1001"/>
                    </a:cubicBezTo>
                    <a:cubicBezTo>
                      <a:pt x="3635" y="961"/>
                      <a:pt x="3602" y="863"/>
                      <a:pt x="3602" y="823"/>
                    </a:cubicBezTo>
                    <a:cubicBezTo>
                      <a:pt x="3602" y="777"/>
                      <a:pt x="3635" y="659"/>
                      <a:pt x="3602" y="593"/>
                    </a:cubicBezTo>
                    <a:cubicBezTo>
                      <a:pt x="3563" y="527"/>
                      <a:pt x="3457" y="323"/>
                      <a:pt x="3418" y="310"/>
                    </a:cubicBezTo>
                    <a:cubicBezTo>
                      <a:pt x="3390" y="293"/>
                      <a:pt x="3284" y="244"/>
                      <a:pt x="3223" y="244"/>
                    </a:cubicBezTo>
                    <a:cubicBezTo>
                      <a:pt x="3212" y="244"/>
                      <a:pt x="3202" y="246"/>
                      <a:pt x="3194" y="251"/>
                    </a:cubicBezTo>
                    <a:cubicBezTo>
                      <a:pt x="3141" y="283"/>
                      <a:pt x="2970" y="323"/>
                      <a:pt x="2970" y="323"/>
                    </a:cubicBezTo>
                    <a:lnTo>
                      <a:pt x="2714" y="251"/>
                    </a:lnTo>
                    <a:cubicBezTo>
                      <a:pt x="2714" y="251"/>
                      <a:pt x="2654" y="158"/>
                      <a:pt x="2628" y="158"/>
                    </a:cubicBezTo>
                    <a:cubicBezTo>
                      <a:pt x="2602" y="158"/>
                      <a:pt x="2187" y="93"/>
                      <a:pt x="2187" y="93"/>
                    </a:cubicBezTo>
                    <a:lnTo>
                      <a:pt x="1990" y="33"/>
                    </a:lnTo>
                    <a:cubicBezTo>
                      <a:pt x="1990" y="33"/>
                      <a:pt x="1884" y="0"/>
                      <a:pt x="1838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E98AAC"/>
                  </a:solidFill>
                </a:endParaRPr>
              </a:p>
            </p:txBody>
          </p:sp>
          <p:sp>
            <p:nvSpPr>
              <p:cNvPr id="265" name="Google Shape;1572;p19">
                <a:extLst>
                  <a:ext uri="{FF2B5EF4-FFF2-40B4-BE49-F238E27FC236}">
                    <a16:creationId xmlns:a16="http://schemas.microsoft.com/office/drawing/2014/main" id="{F1F96384-5336-1227-9DA8-472352F79F10}"/>
                  </a:ext>
                </a:extLst>
              </p:cNvPr>
              <p:cNvSpPr/>
              <p:nvPr/>
            </p:nvSpPr>
            <p:spPr>
              <a:xfrm>
                <a:off x="6827849" y="3901333"/>
                <a:ext cx="615673" cy="526722"/>
              </a:xfrm>
              <a:custGeom>
                <a:avLst/>
                <a:gdLst/>
                <a:ahLst/>
                <a:cxnLst/>
                <a:rect l="l" t="t" r="r" b="b"/>
                <a:pathLst>
                  <a:path w="5641" h="4826" extrusionOk="0">
                    <a:moveTo>
                      <a:pt x="3104" y="0"/>
                    </a:moveTo>
                    <a:cubicBezTo>
                      <a:pt x="3038" y="0"/>
                      <a:pt x="2988" y="2"/>
                      <a:pt x="2975" y="4"/>
                    </a:cubicBezTo>
                    <a:cubicBezTo>
                      <a:pt x="2964" y="7"/>
                      <a:pt x="2934" y="7"/>
                      <a:pt x="2895" y="7"/>
                    </a:cubicBezTo>
                    <a:cubicBezTo>
                      <a:pt x="2816" y="7"/>
                      <a:pt x="2699" y="4"/>
                      <a:pt x="2620" y="4"/>
                    </a:cubicBezTo>
                    <a:lnTo>
                      <a:pt x="2606" y="11"/>
                    </a:lnTo>
                    <a:cubicBezTo>
                      <a:pt x="2560" y="37"/>
                      <a:pt x="2508" y="70"/>
                      <a:pt x="2475" y="97"/>
                    </a:cubicBezTo>
                    <a:cubicBezTo>
                      <a:pt x="2416" y="149"/>
                      <a:pt x="2205" y="189"/>
                      <a:pt x="2179" y="202"/>
                    </a:cubicBezTo>
                    <a:cubicBezTo>
                      <a:pt x="2159" y="215"/>
                      <a:pt x="2001" y="294"/>
                      <a:pt x="1817" y="426"/>
                    </a:cubicBezTo>
                    <a:cubicBezTo>
                      <a:pt x="1626" y="557"/>
                      <a:pt x="1461" y="669"/>
                      <a:pt x="1349" y="768"/>
                    </a:cubicBezTo>
                    <a:cubicBezTo>
                      <a:pt x="1244" y="873"/>
                      <a:pt x="1343" y="860"/>
                      <a:pt x="1316" y="893"/>
                    </a:cubicBezTo>
                    <a:cubicBezTo>
                      <a:pt x="1306" y="903"/>
                      <a:pt x="1294" y="906"/>
                      <a:pt x="1280" y="906"/>
                    </a:cubicBezTo>
                    <a:cubicBezTo>
                      <a:pt x="1264" y="906"/>
                      <a:pt x="1247" y="902"/>
                      <a:pt x="1229" y="902"/>
                    </a:cubicBezTo>
                    <a:cubicBezTo>
                      <a:pt x="1212" y="902"/>
                      <a:pt x="1194" y="906"/>
                      <a:pt x="1178" y="919"/>
                    </a:cubicBezTo>
                    <a:cubicBezTo>
                      <a:pt x="1132" y="959"/>
                      <a:pt x="1060" y="1044"/>
                      <a:pt x="1007" y="1090"/>
                    </a:cubicBezTo>
                    <a:cubicBezTo>
                      <a:pt x="955" y="1130"/>
                      <a:pt x="652" y="1492"/>
                      <a:pt x="546" y="1591"/>
                    </a:cubicBezTo>
                    <a:cubicBezTo>
                      <a:pt x="448" y="1696"/>
                      <a:pt x="92" y="2091"/>
                      <a:pt x="53" y="2150"/>
                    </a:cubicBezTo>
                    <a:cubicBezTo>
                      <a:pt x="13" y="2203"/>
                      <a:pt x="0" y="2222"/>
                      <a:pt x="53" y="2249"/>
                    </a:cubicBezTo>
                    <a:cubicBezTo>
                      <a:pt x="62" y="2254"/>
                      <a:pt x="75" y="2256"/>
                      <a:pt x="92" y="2256"/>
                    </a:cubicBezTo>
                    <a:cubicBezTo>
                      <a:pt x="163" y="2256"/>
                      <a:pt x="289" y="2216"/>
                      <a:pt x="316" y="2189"/>
                    </a:cubicBezTo>
                    <a:cubicBezTo>
                      <a:pt x="335" y="2165"/>
                      <a:pt x="376" y="2124"/>
                      <a:pt x="437" y="2124"/>
                    </a:cubicBezTo>
                    <a:cubicBezTo>
                      <a:pt x="460" y="2124"/>
                      <a:pt x="485" y="2129"/>
                      <a:pt x="514" y="2143"/>
                    </a:cubicBezTo>
                    <a:cubicBezTo>
                      <a:pt x="619" y="2196"/>
                      <a:pt x="744" y="2249"/>
                      <a:pt x="797" y="2328"/>
                    </a:cubicBezTo>
                    <a:cubicBezTo>
                      <a:pt x="856" y="2407"/>
                      <a:pt x="1007" y="2571"/>
                      <a:pt x="1047" y="2630"/>
                    </a:cubicBezTo>
                    <a:cubicBezTo>
                      <a:pt x="1086" y="2696"/>
                      <a:pt x="1099" y="2782"/>
                      <a:pt x="1132" y="2821"/>
                    </a:cubicBezTo>
                    <a:cubicBezTo>
                      <a:pt x="1142" y="2833"/>
                      <a:pt x="1165" y="2840"/>
                      <a:pt x="1191" y="2840"/>
                    </a:cubicBezTo>
                    <a:cubicBezTo>
                      <a:pt x="1236" y="2840"/>
                      <a:pt x="1288" y="2821"/>
                      <a:pt x="1297" y="2775"/>
                    </a:cubicBezTo>
                    <a:cubicBezTo>
                      <a:pt x="1307" y="2716"/>
                      <a:pt x="1314" y="2653"/>
                      <a:pt x="1348" y="2653"/>
                    </a:cubicBezTo>
                    <a:cubicBezTo>
                      <a:pt x="1356" y="2653"/>
                      <a:pt x="1365" y="2656"/>
                      <a:pt x="1376" y="2663"/>
                    </a:cubicBezTo>
                    <a:cubicBezTo>
                      <a:pt x="1435" y="2696"/>
                      <a:pt x="1474" y="2762"/>
                      <a:pt x="1573" y="2854"/>
                    </a:cubicBezTo>
                    <a:cubicBezTo>
                      <a:pt x="1665" y="2953"/>
                      <a:pt x="1659" y="2953"/>
                      <a:pt x="1771" y="2999"/>
                    </a:cubicBezTo>
                    <a:cubicBezTo>
                      <a:pt x="1882" y="3052"/>
                      <a:pt x="1889" y="3019"/>
                      <a:pt x="1955" y="3078"/>
                    </a:cubicBezTo>
                    <a:cubicBezTo>
                      <a:pt x="2027" y="3144"/>
                      <a:pt x="2152" y="3177"/>
                      <a:pt x="2179" y="3190"/>
                    </a:cubicBezTo>
                    <a:cubicBezTo>
                      <a:pt x="2205" y="3203"/>
                      <a:pt x="2205" y="3183"/>
                      <a:pt x="2291" y="3295"/>
                    </a:cubicBezTo>
                    <a:cubicBezTo>
                      <a:pt x="2376" y="3414"/>
                      <a:pt x="2547" y="3453"/>
                      <a:pt x="2547" y="3453"/>
                    </a:cubicBezTo>
                    <a:cubicBezTo>
                      <a:pt x="2547" y="3453"/>
                      <a:pt x="2620" y="3519"/>
                      <a:pt x="2679" y="3578"/>
                    </a:cubicBezTo>
                    <a:cubicBezTo>
                      <a:pt x="2738" y="3644"/>
                      <a:pt x="2817" y="3710"/>
                      <a:pt x="2817" y="3762"/>
                    </a:cubicBezTo>
                    <a:cubicBezTo>
                      <a:pt x="2817" y="3815"/>
                      <a:pt x="2857" y="3887"/>
                      <a:pt x="2903" y="3914"/>
                    </a:cubicBezTo>
                    <a:cubicBezTo>
                      <a:pt x="2949" y="3940"/>
                      <a:pt x="3061" y="3953"/>
                      <a:pt x="3093" y="3986"/>
                    </a:cubicBezTo>
                    <a:cubicBezTo>
                      <a:pt x="3120" y="4026"/>
                      <a:pt x="3192" y="4098"/>
                      <a:pt x="3159" y="4151"/>
                    </a:cubicBezTo>
                    <a:cubicBezTo>
                      <a:pt x="3120" y="4197"/>
                      <a:pt x="3041" y="4249"/>
                      <a:pt x="3021" y="4276"/>
                    </a:cubicBezTo>
                    <a:cubicBezTo>
                      <a:pt x="2995" y="4309"/>
                      <a:pt x="2936" y="4302"/>
                      <a:pt x="2903" y="4374"/>
                    </a:cubicBezTo>
                    <a:cubicBezTo>
                      <a:pt x="2870" y="4447"/>
                      <a:pt x="2857" y="4467"/>
                      <a:pt x="2870" y="4585"/>
                    </a:cubicBezTo>
                    <a:cubicBezTo>
                      <a:pt x="2883" y="4657"/>
                      <a:pt x="2863" y="4796"/>
                      <a:pt x="2968" y="4822"/>
                    </a:cubicBezTo>
                    <a:cubicBezTo>
                      <a:pt x="2976" y="4825"/>
                      <a:pt x="2984" y="4826"/>
                      <a:pt x="2992" y="4826"/>
                    </a:cubicBezTo>
                    <a:cubicBezTo>
                      <a:pt x="3087" y="4826"/>
                      <a:pt x="3204" y="4659"/>
                      <a:pt x="3271" y="4605"/>
                    </a:cubicBezTo>
                    <a:cubicBezTo>
                      <a:pt x="3317" y="4565"/>
                      <a:pt x="3376" y="4559"/>
                      <a:pt x="3416" y="4519"/>
                    </a:cubicBezTo>
                    <a:cubicBezTo>
                      <a:pt x="3515" y="4414"/>
                      <a:pt x="3574" y="4249"/>
                      <a:pt x="3620" y="4111"/>
                    </a:cubicBezTo>
                    <a:cubicBezTo>
                      <a:pt x="3653" y="4012"/>
                      <a:pt x="3679" y="3907"/>
                      <a:pt x="3752" y="3828"/>
                    </a:cubicBezTo>
                    <a:cubicBezTo>
                      <a:pt x="3791" y="3789"/>
                      <a:pt x="3850" y="3762"/>
                      <a:pt x="3896" y="3723"/>
                    </a:cubicBezTo>
                    <a:cubicBezTo>
                      <a:pt x="3982" y="3657"/>
                      <a:pt x="4002" y="3545"/>
                      <a:pt x="4087" y="3479"/>
                    </a:cubicBezTo>
                    <a:cubicBezTo>
                      <a:pt x="4173" y="3414"/>
                      <a:pt x="4272" y="3361"/>
                      <a:pt x="4364" y="3308"/>
                    </a:cubicBezTo>
                    <a:cubicBezTo>
                      <a:pt x="4502" y="3236"/>
                      <a:pt x="4805" y="2979"/>
                      <a:pt x="4857" y="2894"/>
                    </a:cubicBezTo>
                    <a:cubicBezTo>
                      <a:pt x="4910" y="2802"/>
                      <a:pt x="5318" y="2071"/>
                      <a:pt x="5417" y="1874"/>
                    </a:cubicBezTo>
                    <a:cubicBezTo>
                      <a:pt x="5436" y="1834"/>
                      <a:pt x="5469" y="1788"/>
                      <a:pt x="5509" y="1735"/>
                    </a:cubicBezTo>
                    <a:cubicBezTo>
                      <a:pt x="5515" y="1722"/>
                      <a:pt x="5522" y="1716"/>
                      <a:pt x="5529" y="1709"/>
                    </a:cubicBezTo>
                    <a:cubicBezTo>
                      <a:pt x="5548" y="1683"/>
                      <a:pt x="5568" y="1656"/>
                      <a:pt x="5588" y="1637"/>
                    </a:cubicBezTo>
                    <a:cubicBezTo>
                      <a:pt x="5561" y="1584"/>
                      <a:pt x="5542" y="1551"/>
                      <a:pt x="5542" y="1544"/>
                    </a:cubicBezTo>
                    <a:cubicBezTo>
                      <a:pt x="5522" y="1512"/>
                      <a:pt x="5496" y="1479"/>
                      <a:pt x="5496" y="1479"/>
                    </a:cubicBezTo>
                    <a:cubicBezTo>
                      <a:pt x="5496" y="1479"/>
                      <a:pt x="5459" y="1490"/>
                      <a:pt x="5432" y="1490"/>
                    </a:cubicBezTo>
                    <a:cubicBezTo>
                      <a:pt x="5423" y="1490"/>
                      <a:pt x="5415" y="1489"/>
                      <a:pt x="5410" y="1485"/>
                    </a:cubicBezTo>
                    <a:cubicBezTo>
                      <a:pt x="5408" y="1484"/>
                      <a:pt x="5406" y="1483"/>
                      <a:pt x="5403" y="1483"/>
                    </a:cubicBezTo>
                    <a:cubicBezTo>
                      <a:pt x="5389" y="1483"/>
                      <a:pt x="5368" y="1503"/>
                      <a:pt x="5343" y="1503"/>
                    </a:cubicBezTo>
                    <a:cubicBezTo>
                      <a:pt x="5331" y="1503"/>
                      <a:pt x="5318" y="1499"/>
                      <a:pt x="5305" y="1485"/>
                    </a:cubicBezTo>
                    <a:cubicBezTo>
                      <a:pt x="5285" y="1465"/>
                      <a:pt x="5280" y="1460"/>
                      <a:pt x="5283" y="1460"/>
                    </a:cubicBezTo>
                    <a:cubicBezTo>
                      <a:pt x="5285" y="1460"/>
                      <a:pt x="5293" y="1464"/>
                      <a:pt x="5301" y="1464"/>
                    </a:cubicBezTo>
                    <a:cubicBezTo>
                      <a:pt x="5308" y="1464"/>
                      <a:pt x="5314" y="1462"/>
                      <a:pt x="5318" y="1452"/>
                    </a:cubicBezTo>
                    <a:cubicBezTo>
                      <a:pt x="5338" y="1419"/>
                      <a:pt x="5410" y="1347"/>
                      <a:pt x="5436" y="1288"/>
                    </a:cubicBezTo>
                    <a:cubicBezTo>
                      <a:pt x="5463" y="1229"/>
                      <a:pt x="5436" y="1169"/>
                      <a:pt x="5456" y="1156"/>
                    </a:cubicBezTo>
                    <a:cubicBezTo>
                      <a:pt x="5476" y="1136"/>
                      <a:pt x="5555" y="1117"/>
                      <a:pt x="5608" y="1005"/>
                    </a:cubicBezTo>
                    <a:cubicBezTo>
                      <a:pt x="5640" y="943"/>
                      <a:pt x="5603" y="930"/>
                      <a:pt x="5560" y="930"/>
                    </a:cubicBezTo>
                    <a:cubicBezTo>
                      <a:pt x="5525" y="930"/>
                      <a:pt x="5485" y="939"/>
                      <a:pt x="5476" y="939"/>
                    </a:cubicBezTo>
                    <a:cubicBezTo>
                      <a:pt x="5456" y="939"/>
                      <a:pt x="5226" y="972"/>
                      <a:pt x="5153" y="972"/>
                    </a:cubicBezTo>
                    <a:cubicBezTo>
                      <a:pt x="5081" y="972"/>
                      <a:pt x="4910" y="880"/>
                      <a:pt x="4851" y="801"/>
                    </a:cubicBezTo>
                    <a:cubicBezTo>
                      <a:pt x="4798" y="722"/>
                      <a:pt x="4337" y="373"/>
                      <a:pt x="4324" y="334"/>
                    </a:cubicBezTo>
                    <a:cubicBezTo>
                      <a:pt x="4311" y="301"/>
                      <a:pt x="4239" y="287"/>
                      <a:pt x="4239" y="287"/>
                    </a:cubicBezTo>
                    <a:cubicBezTo>
                      <a:pt x="4239" y="287"/>
                      <a:pt x="3995" y="241"/>
                      <a:pt x="3923" y="222"/>
                    </a:cubicBezTo>
                    <a:cubicBezTo>
                      <a:pt x="3857" y="195"/>
                      <a:pt x="3673" y="90"/>
                      <a:pt x="3528" y="44"/>
                    </a:cubicBezTo>
                    <a:cubicBezTo>
                      <a:pt x="3431" y="9"/>
                      <a:pt x="3235" y="0"/>
                      <a:pt x="3104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E98AAC"/>
                  </a:solidFill>
                </a:endParaRPr>
              </a:p>
            </p:txBody>
          </p:sp>
          <p:sp>
            <p:nvSpPr>
              <p:cNvPr id="266" name="Google Shape;1573;p19">
                <a:extLst>
                  <a:ext uri="{FF2B5EF4-FFF2-40B4-BE49-F238E27FC236}">
                    <a16:creationId xmlns:a16="http://schemas.microsoft.com/office/drawing/2014/main" id="{F2EDFCC8-90B8-D305-8D75-05ED0411914C}"/>
                  </a:ext>
                </a:extLst>
              </p:cNvPr>
              <p:cNvSpPr/>
              <p:nvPr/>
            </p:nvSpPr>
            <p:spPr>
              <a:xfrm>
                <a:off x="6717180" y="1512208"/>
                <a:ext cx="1000728" cy="993961"/>
              </a:xfrm>
              <a:custGeom>
                <a:avLst/>
                <a:gdLst/>
                <a:ahLst/>
                <a:cxnLst/>
                <a:rect l="l" t="t" r="r" b="b"/>
                <a:pathLst>
                  <a:path w="9169" h="9107" extrusionOk="0">
                    <a:moveTo>
                      <a:pt x="2771" y="0"/>
                    </a:moveTo>
                    <a:cubicBezTo>
                      <a:pt x="2711" y="0"/>
                      <a:pt x="2636" y="9"/>
                      <a:pt x="2594" y="51"/>
                    </a:cubicBezTo>
                    <a:cubicBezTo>
                      <a:pt x="2535" y="110"/>
                      <a:pt x="2484" y="125"/>
                      <a:pt x="2450" y="125"/>
                    </a:cubicBezTo>
                    <a:cubicBezTo>
                      <a:pt x="2442" y="125"/>
                      <a:pt x="2435" y="125"/>
                      <a:pt x="2429" y="123"/>
                    </a:cubicBezTo>
                    <a:cubicBezTo>
                      <a:pt x="2396" y="117"/>
                      <a:pt x="2179" y="25"/>
                      <a:pt x="2179" y="25"/>
                    </a:cubicBezTo>
                    <a:cubicBezTo>
                      <a:pt x="2179" y="25"/>
                      <a:pt x="2054" y="183"/>
                      <a:pt x="2094" y="202"/>
                    </a:cubicBezTo>
                    <a:cubicBezTo>
                      <a:pt x="2140" y="229"/>
                      <a:pt x="2199" y="321"/>
                      <a:pt x="2199" y="341"/>
                    </a:cubicBezTo>
                    <a:cubicBezTo>
                      <a:pt x="2199" y="341"/>
                      <a:pt x="2225" y="498"/>
                      <a:pt x="2153" y="525"/>
                    </a:cubicBezTo>
                    <a:cubicBezTo>
                      <a:pt x="2140" y="529"/>
                      <a:pt x="2126" y="531"/>
                      <a:pt x="2112" y="531"/>
                    </a:cubicBezTo>
                    <a:cubicBezTo>
                      <a:pt x="2043" y="531"/>
                      <a:pt x="1957" y="487"/>
                      <a:pt x="1903" y="466"/>
                    </a:cubicBezTo>
                    <a:cubicBezTo>
                      <a:pt x="1856" y="452"/>
                      <a:pt x="1757" y="438"/>
                      <a:pt x="1694" y="438"/>
                    </a:cubicBezTo>
                    <a:cubicBezTo>
                      <a:pt x="1667" y="438"/>
                      <a:pt x="1647" y="440"/>
                      <a:pt x="1639" y="446"/>
                    </a:cubicBezTo>
                    <a:cubicBezTo>
                      <a:pt x="1610" y="463"/>
                      <a:pt x="1565" y="486"/>
                      <a:pt x="1504" y="486"/>
                    </a:cubicBezTo>
                    <a:cubicBezTo>
                      <a:pt x="1497" y="486"/>
                      <a:pt x="1489" y="486"/>
                      <a:pt x="1481" y="485"/>
                    </a:cubicBezTo>
                    <a:cubicBezTo>
                      <a:pt x="1409" y="479"/>
                      <a:pt x="1291" y="426"/>
                      <a:pt x="1284" y="426"/>
                    </a:cubicBezTo>
                    <a:cubicBezTo>
                      <a:pt x="1281" y="426"/>
                      <a:pt x="1273" y="420"/>
                      <a:pt x="1255" y="420"/>
                    </a:cubicBezTo>
                    <a:cubicBezTo>
                      <a:pt x="1238" y="420"/>
                      <a:pt x="1212" y="426"/>
                      <a:pt x="1172" y="452"/>
                    </a:cubicBezTo>
                    <a:cubicBezTo>
                      <a:pt x="1100" y="505"/>
                      <a:pt x="1027" y="617"/>
                      <a:pt x="994" y="630"/>
                    </a:cubicBezTo>
                    <a:cubicBezTo>
                      <a:pt x="992" y="631"/>
                      <a:pt x="989" y="631"/>
                      <a:pt x="985" y="631"/>
                    </a:cubicBezTo>
                    <a:cubicBezTo>
                      <a:pt x="955" y="631"/>
                      <a:pt x="890" y="617"/>
                      <a:pt x="837" y="617"/>
                    </a:cubicBezTo>
                    <a:cubicBezTo>
                      <a:pt x="810" y="617"/>
                      <a:pt x="787" y="620"/>
                      <a:pt x="771" y="630"/>
                    </a:cubicBezTo>
                    <a:cubicBezTo>
                      <a:pt x="711" y="656"/>
                      <a:pt x="751" y="755"/>
                      <a:pt x="679" y="762"/>
                    </a:cubicBezTo>
                    <a:cubicBezTo>
                      <a:pt x="675" y="762"/>
                      <a:pt x="672" y="762"/>
                      <a:pt x="669" y="762"/>
                    </a:cubicBezTo>
                    <a:cubicBezTo>
                      <a:pt x="598" y="762"/>
                      <a:pt x="520" y="701"/>
                      <a:pt x="483" y="701"/>
                    </a:cubicBezTo>
                    <a:cubicBezTo>
                      <a:pt x="480" y="701"/>
                      <a:pt x="477" y="701"/>
                      <a:pt x="475" y="703"/>
                    </a:cubicBezTo>
                    <a:cubicBezTo>
                      <a:pt x="448" y="709"/>
                      <a:pt x="389" y="814"/>
                      <a:pt x="369" y="847"/>
                    </a:cubicBezTo>
                    <a:cubicBezTo>
                      <a:pt x="349" y="880"/>
                      <a:pt x="159" y="926"/>
                      <a:pt x="145" y="926"/>
                    </a:cubicBezTo>
                    <a:cubicBezTo>
                      <a:pt x="139" y="926"/>
                      <a:pt x="119" y="926"/>
                      <a:pt x="86" y="920"/>
                    </a:cubicBezTo>
                    <a:lnTo>
                      <a:pt x="40" y="1677"/>
                    </a:lnTo>
                    <a:cubicBezTo>
                      <a:pt x="40" y="1677"/>
                      <a:pt x="1" y="1933"/>
                      <a:pt x="40" y="2025"/>
                    </a:cubicBezTo>
                    <a:cubicBezTo>
                      <a:pt x="80" y="2117"/>
                      <a:pt x="159" y="2131"/>
                      <a:pt x="185" y="2203"/>
                    </a:cubicBezTo>
                    <a:cubicBezTo>
                      <a:pt x="211" y="2275"/>
                      <a:pt x="211" y="2400"/>
                      <a:pt x="284" y="2499"/>
                    </a:cubicBezTo>
                    <a:cubicBezTo>
                      <a:pt x="356" y="2598"/>
                      <a:pt x="336" y="2572"/>
                      <a:pt x="402" y="2624"/>
                    </a:cubicBezTo>
                    <a:cubicBezTo>
                      <a:pt x="468" y="2683"/>
                      <a:pt x="507" y="2716"/>
                      <a:pt x="507" y="2716"/>
                    </a:cubicBezTo>
                    <a:lnTo>
                      <a:pt x="738" y="2716"/>
                    </a:lnTo>
                    <a:cubicBezTo>
                      <a:pt x="738" y="2716"/>
                      <a:pt x="705" y="2789"/>
                      <a:pt x="738" y="2855"/>
                    </a:cubicBezTo>
                    <a:cubicBezTo>
                      <a:pt x="771" y="2920"/>
                      <a:pt x="777" y="2927"/>
                      <a:pt x="922" y="2999"/>
                    </a:cubicBezTo>
                    <a:cubicBezTo>
                      <a:pt x="1073" y="3072"/>
                      <a:pt x="1192" y="3098"/>
                      <a:pt x="1231" y="3124"/>
                    </a:cubicBezTo>
                    <a:cubicBezTo>
                      <a:pt x="1240" y="3130"/>
                      <a:pt x="1250" y="3131"/>
                      <a:pt x="1263" y="3131"/>
                    </a:cubicBezTo>
                    <a:cubicBezTo>
                      <a:pt x="1276" y="3131"/>
                      <a:pt x="1291" y="3130"/>
                      <a:pt x="1307" y="3130"/>
                    </a:cubicBezTo>
                    <a:cubicBezTo>
                      <a:pt x="1346" y="3130"/>
                      <a:pt x="1389" y="3140"/>
                      <a:pt x="1422" y="3210"/>
                    </a:cubicBezTo>
                    <a:cubicBezTo>
                      <a:pt x="1475" y="3342"/>
                      <a:pt x="1508" y="3381"/>
                      <a:pt x="1534" y="3394"/>
                    </a:cubicBezTo>
                    <a:cubicBezTo>
                      <a:pt x="1558" y="3400"/>
                      <a:pt x="1597" y="3463"/>
                      <a:pt x="1698" y="3463"/>
                    </a:cubicBezTo>
                    <a:cubicBezTo>
                      <a:pt x="1710" y="3463"/>
                      <a:pt x="1724" y="3462"/>
                      <a:pt x="1738" y="3460"/>
                    </a:cubicBezTo>
                    <a:cubicBezTo>
                      <a:pt x="1870" y="3434"/>
                      <a:pt x="2008" y="3342"/>
                      <a:pt x="2008" y="3342"/>
                    </a:cubicBezTo>
                    <a:lnTo>
                      <a:pt x="2061" y="3427"/>
                    </a:lnTo>
                    <a:cubicBezTo>
                      <a:pt x="2061" y="3427"/>
                      <a:pt x="1955" y="3493"/>
                      <a:pt x="1890" y="3546"/>
                    </a:cubicBezTo>
                    <a:cubicBezTo>
                      <a:pt x="1824" y="3605"/>
                      <a:pt x="1784" y="3579"/>
                      <a:pt x="1778" y="3710"/>
                    </a:cubicBezTo>
                    <a:cubicBezTo>
                      <a:pt x="1771" y="3842"/>
                      <a:pt x="1811" y="3921"/>
                      <a:pt x="1738" y="4052"/>
                    </a:cubicBezTo>
                    <a:cubicBezTo>
                      <a:pt x="1666" y="4184"/>
                      <a:pt x="1297" y="4875"/>
                      <a:pt x="1218" y="5092"/>
                    </a:cubicBezTo>
                    <a:cubicBezTo>
                      <a:pt x="1133" y="5309"/>
                      <a:pt x="705" y="6185"/>
                      <a:pt x="632" y="6356"/>
                    </a:cubicBezTo>
                    <a:cubicBezTo>
                      <a:pt x="554" y="6520"/>
                      <a:pt x="356" y="6711"/>
                      <a:pt x="356" y="6757"/>
                    </a:cubicBezTo>
                    <a:cubicBezTo>
                      <a:pt x="356" y="6810"/>
                      <a:pt x="396" y="6889"/>
                      <a:pt x="428" y="6909"/>
                    </a:cubicBezTo>
                    <a:cubicBezTo>
                      <a:pt x="461" y="6922"/>
                      <a:pt x="593" y="7231"/>
                      <a:pt x="593" y="7231"/>
                    </a:cubicBezTo>
                    <a:cubicBezTo>
                      <a:pt x="692" y="7264"/>
                      <a:pt x="790" y="7369"/>
                      <a:pt x="790" y="7369"/>
                    </a:cubicBezTo>
                    <a:cubicBezTo>
                      <a:pt x="790" y="7369"/>
                      <a:pt x="758" y="7494"/>
                      <a:pt x="790" y="7600"/>
                    </a:cubicBezTo>
                    <a:cubicBezTo>
                      <a:pt x="823" y="7712"/>
                      <a:pt x="830" y="7738"/>
                      <a:pt x="876" y="7804"/>
                    </a:cubicBezTo>
                    <a:cubicBezTo>
                      <a:pt x="922" y="7863"/>
                      <a:pt x="929" y="7995"/>
                      <a:pt x="929" y="8021"/>
                    </a:cubicBezTo>
                    <a:cubicBezTo>
                      <a:pt x="929" y="8054"/>
                      <a:pt x="988" y="8232"/>
                      <a:pt x="994" y="8258"/>
                    </a:cubicBezTo>
                    <a:cubicBezTo>
                      <a:pt x="1008" y="8291"/>
                      <a:pt x="1073" y="8278"/>
                      <a:pt x="1093" y="8324"/>
                    </a:cubicBezTo>
                    <a:cubicBezTo>
                      <a:pt x="1120" y="8363"/>
                      <a:pt x="1152" y="8436"/>
                      <a:pt x="1179" y="8475"/>
                    </a:cubicBezTo>
                    <a:cubicBezTo>
                      <a:pt x="1205" y="8508"/>
                      <a:pt x="1330" y="8488"/>
                      <a:pt x="1350" y="8521"/>
                    </a:cubicBezTo>
                    <a:cubicBezTo>
                      <a:pt x="1370" y="8561"/>
                      <a:pt x="1429" y="8686"/>
                      <a:pt x="1429" y="8686"/>
                    </a:cubicBezTo>
                    <a:lnTo>
                      <a:pt x="1600" y="8765"/>
                    </a:lnTo>
                    <a:lnTo>
                      <a:pt x="1837" y="8765"/>
                    </a:lnTo>
                    <a:lnTo>
                      <a:pt x="5259" y="9015"/>
                    </a:lnTo>
                    <a:lnTo>
                      <a:pt x="6232" y="9080"/>
                    </a:lnTo>
                    <a:lnTo>
                      <a:pt x="6232" y="9080"/>
                    </a:lnTo>
                    <a:cubicBezTo>
                      <a:pt x="6262" y="9011"/>
                      <a:pt x="6314" y="8893"/>
                      <a:pt x="6325" y="8870"/>
                    </a:cubicBezTo>
                    <a:cubicBezTo>
                      <a:pt x="6339" y="8837"/>
                      <a:pt x="6424" y="8686"/>
                      <a:pt x="6470" y="8561"/>
                    </a:cubicBezTo>
                    <a:cubicBezTo>
                      <a:pt x="6516" y="8442"/>
                      <a:pt x="6589" y="8462"/>
                      <a:pt x="6641" y="8429"/>
                    </a:cubicBezTo>
                    <a:cubicBezTo>
                      <a:pt x="6694" y="8396"/>
                      <a:pt x="6707" y="8337"/>
                      <a:pt x="6747" y="8278"/>
                    </a:cubicBezTo>
                    <a:cubicBezTo>
                      <a:pt x="6779" y="8218"/>
                      <a:pt x="6852" y="8172"/>
                      <a:pt x="6924" y="8087"/>
                    </a:cubicBezTo>
                    <a:cubicBezTo>
                      <a:pt x="6990" y="8001"/>
                      <a:pt x="7030" y="7731"/>
                      <a:pt x="7016" y="7666"/>
                    </a:cubicBezTo>
                    <a:cubicBezTo>
                      <a:pt x="7010" y="7600"/>
                      <a:pt x="6891" y="7514"/>
                      <a:pt x="6872" y="7468"/>
                    </a:cubicBezTo>
                    <a:cubicBezTo>
                      <a:pt x="6858" y="7429"/>
                      <a:pt x="6832" y="7356"/>
                      <a:pt x="6839" y="7323"/>
                    </a:cubicBezTo>
                    <a:cubicBezTo>
                      <a:pt x="6845" y="7297"/>
                      <a:pt x="6918" y="7205"/>
                      <a:pt x="6931" y="7080"/>
                    </a:cubicBezTo>
                    <a:cubicBezTo>
                      <a:pt x="6937" y="6961"/>
                      <a:pt x="6970" y="7021"/>
                      <a:pt x="6997" y="6961"/>
                    </a:cubicBezTo>
                    <a:cubicBezTo>
                      <a:pt x="7016" y="6896"/>
                      <a:pt x="7095" y="6869"/>
                      <a:pt x="7135" y="6823"/>
                    </a:cubicBezTo>
                    <a:cubicBezTo>
                      <a:pt x="7181" y="6784"/>
                      <a:pt x="7280" y="6790"/>
                      <a:pt x="7326" y="6764"/>
                    </a:cubicBezTo>
                    <a:cubicBezTo>
                      <a:pt x="7365" y="6731"/>
                      <a:pt x="7510" y="6547"/>
                      <a:pt x="7576" y="6461"/>
                    </a:cubicBezTo>
                    <a:cubicBezTo>
                      <a:pt x="7642" y="6382"/>
                      <a:pt x="7628" y="6349"/>
                      <a:pt x="7628" y="6303"/>
                    </a:cubicBezTo>
                    <a:cubicBezTo>
                      <a:pt x="7628" y="6264"/>
                      <a:pt x="7628" y="6218"/>
                      <a:pt x="7655" y="6198"/>
                    </a:cubicBezTo>
                    <a:cubicBezTo>
                      <a:pt x="7681" y="6172"/>
                      <a:pt x="7734" y="6119"/>
                      <a:pt x="7747" y="6079"/>
                    </a:cubicBezTo>
                    <a:cubicBezTo>
                      <a:pt x="7760" y="6047"/>
                      <a:pt x="7694" y="5948"/>
                      <a:pt x="7681" y="5935"/>
                    </a:cubicBezTo>
                    <a:cubicBezTo>
                      <a:pt x="7661" y="5922"/>
                      <a:pt x="7569" y="5823"/>
                      <a:pt x="7543" y="5816"/>
                    </a:cubicBezTo>
                    <a:cubicBezTo>
                      <a:pt x="7517" y="5810"/>
                      <a:pt x="7372" y="5803"/>
                      <a:pt x="7332" y="5790"/>
                    </a:cubicBezTo>
                    <a:cubicBezTo>
                      <a:pt x="7286" y="5777"/>
                      <a:pt x="7438" y="5717"/>
                      <a:pt x="7477" y="5678"/>
                    </a:cubicBezTo>
                    <a:cubicBezTo>
                      <a:pt x="7503" y="5652"/>
                      <a:pt x="7569" y="5612"/>
                      <a:pt x="7622" y="5546"/>
                    </a:cubicBezTo>
                    <a:cubicBezTo>
                      <a:pt x="7642" y="5527"/>
                      <a:pt x="7655" y="5507"/>
                      <a:pt x="7675" y="5481"/>
                    </a:cubicBezTo>
                    <a:cubicBezTo>
                      <a:pt x="7740" y="5382"/>
                      <a:pt x="7773" y="5388"/>
                      <a:pt x="7819" y="5349"/>
                    </a:cubicBezTo>
                    <a:cubicBezTo>
                      <a:pt x="7859" y="5309"/>
                      <a:pt x="7977" y="5270"/>
                      <a:pt x="8083" y="5211"/>
                    </a:cubicBezTo>
                    <a:cubicBezTo>
                      <a:pt x="8135" y="5178"/>
                      <a:pt x="8181" y="5125"/>
                      <a:pt x="8221" y="5066"/>
                    </a:cubicBezTo>
                    <a:cubicBezTo>
                      <a:pt x="8254" y="5026"/>
                      <a:pt x="8280" y="4980"/>
                      <a:pt x="8313" y="4941"/>
                    </a:cubicBezTo>
                    <a:cubicBezTo>
                      <a:pt x="8379" y="4855"/>
                      <a:pt x="8392" y="4816"/>
                      <a:pt x="8445" y="4730"/>
                    </a:cubicBezTo>
                    <a:cubicBezTo>
                      <a:pt x="8504" y="4645"/>
                      <a:pt x="8477" y="4625"/>
                      <a:pt x="8497" y="4566"/>
                    </a:cubicBezTo>
                    <a:cubicBezTo>
                      <a:pt x="8517" y="4513"/>
                      <a:pt x="8596" y="4447"/>
                      <a:pt x="8662" y="4362"/>
                    </a:cubicBezTo>
                    <a:cubicBezTo>
                      <a:pt x="8721" y="4276"/>
                      <a:pt x="8747" y="4217"/>
                      <a:pt x="8767" y="4151"/>
                    </a:cubicBezTo>
                    <a:cubicBezTo>
                      <a:pt x="8793" y="4085"/>
                      <a:pt x="8793" y="3973"/>
                      <a:pt x="8820" y="3881"/>
                    </a:cubicBezTo>
                    <a:cubicBezTo>
                      <a:pt x="8839" y="3796"/>
                      <a:pt x="8938" y="3664"/>
                      <a:pt x="8997" y="3559"/>
                    </a:cubicBezTo>
                    <a:cubicBezTo>
                      <a:pt x="9050" y="3460"/>
                      <a:pt x="9142" y="3124"/>
                      <a:pt x="9162" y="2953"/>
                    </a:cubicBezTo>
                    <a:cubicBezTo>
                      <a:pt x="9169" y="2855"/>
                      <a:pt x="9169" y="2683"/>
                      <a:pt x="9169" y="2552"/>
                    </a:cubicBezTo>
                    <a:lnTo>
                      <a:pt x="9162" y="2552"/>
                    </a:lnTo>
                    <a:cubicBezTo>
                      <a:pt x="9149" y="2545"/>
                      <a:pt x="9129" y="2539"/>
                      <a:pt x="9116" y="2539"/>
                    </a:cubicBezTo>
                    <a:cubicBezTo>
                      <a:pt x="9043" y="2512"/>
                      <a:pt x="8958" y="2486"/>
                      <a:pt x="8879" y="2466"/>
                    </a:cubicBezTo>
                    <a:cubicBezTo>
                      <a:pt x="8866" y="2460"/>
                      <a:pt x="8853" y="2453"/>
                      <a:pt x="8839" y="2453"/>
                    </a:cubicBezTo>
                    <a:cubicBezTo>
                      <a:pt x="8800" y="2440"/>
                      <a:pt x="8760" y="2427"/>
                      <a:pt x="8728" y="2420"/>
                    </a:cubicBezTo>
                    <a:lnTo>
                      <a:pt x="8675" y="2407"/>
                    </a:lnTo>
                    <a:cubicBezTo>
                      <a:pt x="8655" y="2400"/>
                      <a:pt x="8629" y="2394"/>
                      <a:pt x="8609" y="2387"/>
                    </a:cubicBezTo>
                    <a:cubicBezTo>
                      <a:pt x="8576" y="2374"/>
                      <a:pt x="8537" y="2368"/>
                      <a:pt x="8504" y="2354"/>
                    </a:cubicBezTo>
                    <a:cubicBezTo>
                      <a:pt x="8484" y="2348"/>
                      <a:pt x="8464" y="2348"/>
                      <a:pt x="8445" y="2341"/>
                    </a:cubicBezTo>
                    <a:lnTo>
                      <a:pt x="8418" y="2335"/>
                    </a:lnTo>
                    <a:cubicBezTo>
                      <a:pt x="8405" y="2328"/>
                      <a:pt x="8399" y="2328"/>
                      <a:pt x="8385" y="2322"/>
                    </a:cubicBezTo>
                    <a:cubicBezTo>
                      <a:pt x="8359" y="2315"/>
                      <a:pt x="8333" y="2308"/>
                      <a:pt x="8313" y="2308"/>
                    </a:cubicBezTo>
                    <a:cubicBezTo>
                      <a:pt x="8306" y="2308"/>
                      <a:pt x="8300" y="2302"/>
                      <a:pt x="8293" y="2302"/>
                    </a:cubicBezTo>
                    <a:cubicBezTo>
                      <a:pt x="8273" y="2295"/>
                      <a:pt x="8260" y="2295"/>
                      <a:pt x="8254" y="2295"/>
                    </a:cubicBezTo>
                    <a:cubicBezTo>
                      <a:pt x="8077" y="2268"/>
                      <a:pt x="7896" y="2237"/>
                      <a:pt x="7820" y="2237"/>
                    </a:cubicBezTo>
                    <a:cubicBezTo>
                      <a:pt x="7803" y="2237"/>
                      <a:pt x="7791" y="2239"/>
                      <a:pt x="7786" y="2243"/>
                    </a:cubicBezTo>
                    <a:cubicBezTo>
                      <a:pt x="7779" y="2248"/>
                      <a:pt x="7762" y="2250"/>
                      <a:pt x="7741" y="2250"/>
                    </a:cubicBezTo>
                    <a:cubicBezTo>
                      <a:pt x="7685" y="2250"/>
                      <a:pt x="7599" y="2236"/>
                      <a:pt x="7589" y="2236"/>
                    </a:cubicBezTo>
                    <a:cubicBezTo>
                      <a:pt x="7576" y="2236"/>
                      <a:pt x="7451" y="2196"/>
                      <a:pt x="7477" y="2157"/>
                    </a:cubicBezTo>
                    <a:cubicBezTo>
                      <a:pt x="7497" y="2124"/>
                      <a:pt x="7536" y="2071"/>
                      <a:pt x="7536" y="2071"/>
                    </a:cubicBezTo>
                    <a:cubicBezTo>
                      <a:pt x="7536" y="2071"/>
                      <a:pt x="7477" y="1979"/>
                      <a:pt x="7444" y="1979"/>
                    </a:cubicBezTo>
                    <a:cubicBezTo>
                      <a:pt x="7427" y="1979"/>
                      <a:pt x="7374" y="1973"/>
                      <a:pt x="7327" y="1973"/>
                    </a:cubicBezTo>
                    <a:cubicBezTo>
                      <a:pt x="7304" y="1973"/>
                      <a:pt x="7282" y="1975"/>
                      <a:pt x="7267" y="1979"/>
                    </a:cubicBezTo>
                    <a:cubicBezTo>
                      <a:pt x="7214" y="1992"/>
                      <a:pt x="7102" y="1992"/>
                      <a:pt x="7102" y="1992"/>
                    </a:cubicBezTo>
                    <a:cubicBezTo>
                      <a:pt x="7102" y="1992"/>
                      <a:pt x="7003" y="1973"/>
                      <a:pt x="6977" y="1907"/>
                    </a:cubicBezTo>
                    <a:cubicBezTo>
                      <a:pt x="6944" y="1841"/>
                      <a:pt x="6832" y="1709"/>
                      <a:pt x="6826" y="1690"/>
                    </a:cubicBezTo>
                    <a:cubicBezTo>
                      <a:pt x="6812" y="1663"/>
                      <a:pt x="6674" y="1584"/>
                      <a:pt x="6661" y="1584"/>
                    </a:cubicBezTo>
                    <a:lnTo>
                      <a:pt x="6556" y="1584"/>
                    </a:lnTo>
                    <a:cubicBezTo>
                      <a:pt x="6556" y="1584"/>
                      <a:pt x="6437" y="1584"/>
                      <a:pt x="6424" y="1571"/>
                    </a:cubicBezTo>
                    <a:cubicBezTo>
                      <a:pt x="6398" y="1545"/>
                      <a:pt x="6411" y="1492"/>
                      <a:pt x="6411" y="1459"/>
                    </a:cubicBezTo>
                    <a:cubicBezTo>
                      <a:pt x="6411" y="1413"/>
                      <a:pt x="6398" y="1394"/>
                      <a:pt x="6385" y="1354"/>
                    </a:cubicBezTo>
                    <a:cubicBezTo>
                      <a:pt x="6385" y="1347"/>
                      <a:pt x="6385" y="1334"/>
                      <a:pt x="6378" y="1328"/>
                    </a:cubicBezTo>
                    <a:cubicBezTo>
                      <a:pt x="6358" y="1334"/>
                      <a:pt x="6332" y="1341"/>
                      <a:pt x="6312" y="1347"/>
                    </a:cubicBezTo>
                    <a:cubicBezTo>
                      <a:pt x="6246" y="1361"/>
                      <a:pt x="6200" y="1387"/>
                      <a:pt x="6135" y="1407"/>
                    </a:cubicBezTo>
                    <a:cubicBezTo>
                      <a:pt x="6082" y="1420"/>
                      <a:pt x="6016" y="1545"/>
                      <a:pt x="5996" y="1584"/>
                    </a:cubicBezTo>
                    <a:cubicBezTo>
                      <a:pt x="5977" y="1617"/>
                      <a:pt x="5924" y="1690"/>
                      <a:pt x="5878" y="1716"/>
                    </a:cubicBezTo>
                    <a:cubicBezTo>
                      <a:pt x="5838" y="1749"/>
                      <a:pt x="5779" y="1756"/>
                      <a:pt x="5720" y="1782"/>
                    </a:cubicBezTo>
                    <a:cubicBezTo>
                      <a:pt x="5667" y="1815"/>
                      <a:pt x="5608" y="1861"/>
                      <a:pt x="5582" y="1913"/>
                    </a:cubicBezTo>
                    <a:cubicBezTo>
                      <a:pt x="5555" y="1960"/>
                      <a:pt x="5503" y="2144"/>
                      <a:pt x="5503" y="2144"/>
                    </a:cubicBezTo>
                    <a:cubicBezTo>
                      <a:pt x="5503" y="2144"/>
                      <a:pt x="5384" y="2236"/>
                      <a:pt x="5351" y="2269"/>
                    </a:cubicBezTo>
                    <a:cubicBezTo>
                      <a:pt x="5312" y="2308"/>
                      <a:pt x="5272" y="2407"/>
                      <a:pt x="5207" y="2598"/>
                    </a:cubicBezTo>
                    <a:cubicBezTo>
                      <a:pt x="5179" y="2684"/>
                      <a:pt x="5134" y="2707"/>
                      <a:pt x="5094" y="2707"/>
                    </a:cubicBezTo>
                    <a:cubicBezTo>
                      <a:pt x="5048" y="2707"/>
                      <a:pt x="5009" y="2677"/>
                      <a:pt x="5009" y="2677"/>
                    </a:cubicBezTo>
                    <a:cubicBezTo>
                      <a:pt x="5009" y="2677"/>
                      <a:pt x="4779" y="2618"/>
                      <a:pt x="4726" y="2598"/>
                    </a:cubicBezTo>
                    <a:cubicBezTo>
                      <a:pt x="4680" y="2572"/>
                      <a:pt x="4673" y="2420"/>
                      <a:pt x="4667" y="2387"/>
                    </a:cubicBezTo>
                    <a:cubicBezTo>
                      <a:pt x="4660" y="2354"/>
                      <a:pt x="4621" y="2328"/>
                      <a:pt x="4601" y="2308"/>
                    </a:cubicBezTo>
                    <a:cubicBezTo>
                      <a:pt x="4581" y="2289"/>
                      <a:pt x="4548" y="2183"/>
                      <a:pt x="4548" y="2124"/>
                    </a:cubicBezTo>
                    <a:cubicBezTo>
                      <a:pt x="4548" y="2065"/>
                      <a:pt x="4292" y="1894"/>
                      <a:pt x="4259" y="1821"/>
                    </a:cubicBezTo>
                    <a:cubicBezTo>
                      <a:pt x="4219" y="1749"/>
                      <a:pt x="4200" y="1703"/>
                      <a:pt x="4213" y="1670"/>
                    </a:cubicBezTo>
                    <a:cubicBezTo>
                      <a:pt x="4233" y="1644"/>
                      <a:pt x="4213" y="1473"/>
                      <a:pt x="4213" y="1413"/>
                    </a:cubicBezTo>
                    <a:cubicBezTo>
                      <a:pt x="4213" y="1347"/>
                      <a:pt x="4160" y="1308"/>
                      <a:pt x="4121" y="1262"/>
                    </a:cubicBezTo>
                    <a:cubicBezTo>
                      <a:pt x="4088" y="1222"/>
                      <a:pt x="4002" y="1143"/>
                      <a:pt x="4002" y="1117"/>
                    </a:cubicBezTo>
                    <a:cubicBezTo>
                      <a:pt x="4002" y="1091"/>
                      <a:pt x="3897" y="900"/>
                      <a:pt x="3871" y="867"/>
                    </a:cubicBezTo>
                    <a:cubicBezTo>
                      <a:pt x="3851" y="834"/>
                      <a:pt x="3699" y="795"/>
                      <a:pt x="3699" y="795"/>
                    </a:cubicBezTo>
                    <a:cubicBezTo>
                      <a:pt x="3699" y="795"/>
                      <a:pt x="3541" y="755"/>
                      <a:pt x="3502" y="729"/>
                    </a:cubicBezTo>
                    <a:cubicBezTo>
                      <a:pt x="3456" y="703"/>
                      <a:pt x="3324" y="538"/>
                      <a:pt x="3265" y="505"/>
                    </a:cubicBezTo>
                    <a:cubicBezTo>
                      <a:pt x="3255" y="500"/>
                      <a:pt x="3243" y="498"/>
                      <a:pt x="3229" y="498"/>
                    </a:cubicBezTo>
                    <a:cubicBezTo>
                      <a:pt x="3157" y="498"/>
                      <a:pt x="3044" y="558"/>
                      <a:pt x="3000" y="558"/>
                    </a:cubicBezTo>
                    <a:cubicBezTo>
                      <a:pt x="2999" y="558"/>
                      <a:pt x="2997" y="558"/>
                      <a:pt x="2995" y="558"/>
                    </a:cubicBezTo>
                    <a:cubicBezTo>
                      <a:pt x="2949" y="551"/>
                      <a:pt x="2943" y="380"/>
                      <a:pt x="2982" y="314"/>
                    </a:cubicBezTo>
                    <a:cubicBezTo>
                      <a:pt x="3015" y="248"/>
                      <a:pt x="2982" y="117"/>
                      <a:pt x="2982" y="104"/>
                    </a:cubicBezTo>
                    <a:cubicBezTo>
                      <a:pt x="2929" y="51"/>
                      <a:pt x="2870" y="5"/>
                      <a:pt x="2864" y="5"/>
                    </a:cubicBezTo>
                    <a:cubicBezTo>
                      <a:pt x="2852" y="5"/>
                      <a:pt x="2816" y="0"/>
                      <a:pt x="2771" y="0"/>
                    </a:cubicBezTo>
                    <a:close/>
                    <a:moveTo>
                      <a:pt x="6232" y="9080"/>
                    </a:moveTo>
                    <a:lnTo>
                      <a:pt x="6232" y="9080"/>
                    </a:lnTo>
                    <a:cubicBezTo>
                      <a:pt x="6231" y="9082"/>
                      <a:pt x="6231" y="9083"/>
                      <a:pt x="6230" y="9085"/>
                    </a:cubicBezTo>
                    <a:lnTo>
                      <a:pt x="6230" y="9085"/>
                    </a:lnTo>
                    <a:cubicBezTo>
                      <a:pt x="6231" y="9083"/>
                      <a:pt x="6232" y="9082"/>
                      <a:pt x="6233" y="9081"/>
                    </a:cubicBezTo>
                    <a:lnTo>
                      <a:pt x="6232" y="9080"/>
                    </a:lnTo>
                    <a:close/>
                    <a:moveTo>
                      <a:pt x="6230" y="9085"/>
                    </a:moveTo>
                    <a:cubicBezTo>
                      <a:pt x="6228" y="9088"/>
                      <a:pt x="6226" y="9092"/>
                      <a:pt x="6224" y="9097"/>
                    </a:cubicBezTo>
                    <a:lnTo>
                      <a:pt x="6224" y="9097"/>
                    </a:lnTo>
                    <a:cubicBezTo>
                      <a:pt x="6226" y="9093"/>
                      <a:pt x="6228" y="9089"/>
                      <a:pt x="6230" y="9085"/>
                    </a:cubicBezTo>
                    <a:close/>
                    <a:moveTo>
                      <a:pt x="6224" y="9097"/>
                    </a:moveTo>
                    <a:lnTo>
                      <a:pt x="6224" y="9097"/>
                    </a:lnTo>
                    <a:cubicBezTo>
                      <a:pt x="6223" y="9101"/>
                      <a:pt x="6221" y="9104"/>
                      <a:pt x="6220" y="9107"/>
                    </a:cubicBezTo>
                    <a:cubicBezTo>
                      <a:pt x="6222" y="9103"/>
                      <a:pt x="6223" y="9100"/>
                      <a:pt x="6224" y="9097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574;p19">
                <a:extLst>
                  <a:ext uri="{FF2B5EF4-FFF2-40B4-BE49-F238E27FC236}">
                    <a16:creationId xmlns:a16="http://schemas.microsoft.com/office/drawing/2014/main" id="{173CCB3C-C1EA-C0AF-D2B9-B42CBC0C4473}"/>
                  </a:ext>
                </a:extLst>
              </p:cNvPr>
              <p:cNvSpPr/>
              <p:nvPr/>
            </p:nvSpPr>
            <p:spPr>
              <a:xfrm>
                <a:off x="8102081" y="2296286"/>
                <a:ext cx="500746" cy="184123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1687" extrusionOk="0">
                    <a:moveTo>
                      <a:pt x="2815" y="0"/>
                    </a:moveTo>
                    <a:cubicBezTo>
                      <a:pt x="2799" y="0"/>
                      <a:pt x="2782" y="6"/>
                      <a:pt x="2765" y="21"/>
                    </a:cubicBezTo>
                    <a:cubicBezTo>
                      <a:pt x="2706" y="74"/>
                      <a:pt x="2666" y="74"/>
                      <a:pt x="2627" y="139"/>
                    </a:cubicBezTo>
                    <a:cubicBezTo>
                      <a:pt x="2587" y="199"/>
                      <a:pt x="2548" y="245"/>
                      <a:pt x="2488" y="284"/>
                    </a:cubicBezTo>
                    <a:cubicBezTo>
                      <a:pt x="2438" y="322"/>
                      <a:pt x="2252" y="436"/>
                      <a:pt x="2194" y="436"/>
                    </a:cubicBezTo>
                    <a:cubicBezTo>
                      <a:pt x="2191" y="436"/>
                      <a:pt x="2188" y="436"/>
                      <a:pt x="2186" y="435"/>
                    </a:cubicBezTo>
                    <a:cubicBezTo>
                      <a:pt x="2133" y="422"/>
                      <a:pt x="2087" y="376"/>
                      <a:pt x="2074" y="357"/>
                    </a:cubicBezTo>
                    <a:cubicBezTo>
                      <a:pt x="2068" y="340"/>
                      <a:pt x="2053" y="285"/>
                      <a:pt x="2016" y="285"/>
                    </a:cubicBezTo>
                    <a:cubicBezTo>
                      <a:pt x="2010" y="285"/>
                      <a:pt x="2003" y="287"/>
                      <a:pt x="1995" y="291"/>
                    </a:cubicBezTo>
                    <a:cubicBezTo>
                      <a:pt x="1949" y="317"/>
                      <a:pt x="1903" y="337"/>
                      <a:pt x="1896" y="337"/>
                    </a:cubicBezTo>
                    <a:cubicBezTo>
                      <a:pt x="1883" y="337"/>
                      <a:pt x="1791" y="304"/>
                      <a:pt x="1791" y="271"/>
                    </a:cubicBezTo>
                    <a:cubicBezTo>
                      <a:pt x="1791" y="271"/>
                      <a:pt x="1784" y="264"/>
                      <a:pt x="1778" y="258"/>
                    </a:cubicBezTo>
                    <a:cubicBezTo>
                      <a:pt x="1745" y="297"/>
                      <a:pt x="1705" y="317"/>
                      <a:pt x="1672" y="376"/>
                    </a:cubicBezTo>
                    <a:cubicBezTo>
                      <a:pt x="1639" y="421"/>
                      <a:pt x="1634" y="452"/>
                      <a:pt x="1605" y="452"/>
                    </a:cubicBezTo>
                    <a:cubicBezTo>
                      <a:pt x="1599" y="452"/>
                      <a:pt x="1594" y="451"/>
                      <a:pt x="1587" y="449"/>
                    </a:cubicBezTo>
                    <a:cubicBezTo>
                      <a:pt x="1541" y="429"/>
                      <a:pt x="1481" y="422"/>
                      <a:pt x="1422" y="337"/>
                    </a:cubicBezTo>
                    <a:cubicBezTo>
                      <a:pt x="1363" y="245"/>
                      <a:pt x="1350" y="231"/>
                      <a:pt x="1317" y="192"/>
                    </a:cubicBezTo>
                    <a:cubicBezTo>
                      <a:pt x="1291" y="152"/>
                      <a:pt x="1172" y="93"/>
                      <a:pt x="1172" y="93"/>
                    </a:cubicBezTo>
                    <a:cubicBezTo>
                      <a:pt x="1172" y="93"/>
                      <a:pt x="1088" y="76"/>
                      <a:pt x="1031" y="76"/>
                    </a:cubicBezTo>
                    <a:cubicBezTo>
                      <a:pt x="1008" y="76"/>
                      <a:pt x="989" y="79"/>
                      <a:pt x="981" y="87"/>
                    </a:cubicBezTo>
                    <a:cubicBezTo>
                      <a:pt x="948" y="113"/>
                      <a:pt x="876" y="133"/>
                      <a:pt x="843" y="139"/>
                    </a:cubicBezTo>
                    <a:cubicBezTo>
                      <a:pt x="838" y="140"/>
                      <a:pt x="833" y="141"/>
                      <a:pt x="827" y="141"/>
                    </a:cubicBezTo>
                    <a:cubicBezTo>
                      <a:pt x="788" y="141"/>
                      <a:pt x="723" y="125"/>
                      <a:pt x="672" y="120"/>
                    </a:cubicBezTo>
                    <a:cubicBezTo>
                      <a:pt x="646" y="120"/>
                      <a:pt x="553" y="93"/>
                      <a:pt x="455" y="67"/>
                    </a:cubicBezTo>
                    <a:cubicBezTo>
                      <a:pt x="442" y="80"/>
                      <a:pt x="428" y="100"/>
                      <a:pt x="415" y="120"/>
                    </a:cubicBezTo>
                    <a:cubicBezTo>
                      <a:pt x="389" y="172"/>
                      <a:pt x="369" y="238"/>
                      <a:pt x="369" y="264"/>
                    </a:cubicBezTo>
                    <a:cubicBezTo>
                      <a:pt x="369" y="291"/>
                      <a:pt x="395" y="324"/>
                      <a:pt x="428" y="376"/>
                    </a:cubicBezTo>
                    <a:cubicBezTo>
                      <a:pt x="461" y="429"/>
                      <a:pt x="461" y="587"/>
                      <a:pt x="461" y="587"/>
                    </a:cubicBezTo>
                    <a:cubicBezTo>
                      <a:pt x="461" y="587"/>
                      <a:pt x="461" y="593"/>
                      <a:pt x="455" y="607"/>
                    </a:cubicBezTo>
                    <a:cubicBezTo>
                      <a:pt x="442" y="640"/>
                      <a:pt x="409" y="718"/>
                      <a:pt x="376" y="758"/>
                    </a:cubicBezTo>
                    <a:cubicBezTo>
                      <a:pt x="336" y="811"/>
                      <a:pt x="270" y="857"/>
                      <a:pt x="152" y="942"/>
                    </a:cubicBezTo>
                    <a:cubicBezTo>
                      <a:pt x="27" y="1028"/>
                      <a:pt x="14" y="1054"/>
                      <a:pt x="14" y="1054"/>
                    </a:cubicBezTo>
                    <a:lnTo>
                      <a:pt x="1" y="1067"/>
                    </a:lnTo>
                    <a:cubicBezTo>
                      <a:pt x="7" y="1087"/>
                      <a:pt x="27" y="1100"/>
                      <a:pt x="40" y="1120"/>
                    </a:cubicBezTo>
                    <a:cubicBezTo>
                      <a:pt x="119" y="1186"/>
                      <a:pt x="152" y="1166"/>
                      <a:pt x="211" y="1225"/>
                    </a:cubicBezTo>
                    <a:cubicBezTo>
                      <a:pt x="264" y="1278"/>
                      <a:pt x="349" y="1403"/>
                      <a:pt x="356" y="1423"/>
                    </a:cubicBezTo>
                    <a:cubicBezTo>
                      <a:pt x="363" y="1442"/>
                      <a:pt x="382" y="1456"/>
                      <a:pt x="356" y="1482"/>
                    </a:cubicBezTo>
                    <a:cubicBezTo>
                      <a:pt x="330" y="1515"/>
                      <a:pt x="310" y="1554"/>
                      <a:pt x="310" y="1567"/>
                    </a:cubicBezTo>
                    <a:cubicBezTo>
                      <a:pt x="310" y="1587"/>
                      <a:pt x="372" y="1686"/>
                      <a:pt x="400" y="1686"/>
                    </a:cubicBezTo>
                    <a:cubicBezTo>
                      <a:pt x="400" y="1686"/>
                      <a:pt x="401" y="1686"/>
                      <a:pt x="402" y="1686"/>
                    </a:cubicBezTo>
                    <a:cubicBezTo>
                      <a:pt x="422" y="1673"/>
                      <a:pt x="580" y="1574"/>
                      <a:pt x="580" y="1574"/>
                    </a:cubicBezTo>
                    <a:cubicBezTo>
                      <a:pt x="580" y="1574"/>
                      <a:pt x="619" y="1561"/>
                      <a:pt x="639" y="1535"/>
                    </a:cubicBezTo>
                    <a:cubicBezTo>
                      <a:pt x="659" y="1515"/>
                      <a:pt x="692" y="1475"/>
                      <a:pt x="692" y="1423"/>
                    </a:cubicBezTo>
                    <a:cubicBezTo>
                      <a:pt x="692" y="1370"/>
                      <a:pt x="659" y="1350"/>
                      <a:pt x="692" y="1344"/>
                    </a:cubicBezTo>
                    <a:lnTo>
                      <a:pt x="784" y="1344"/>
                    </a:lnTo>
                    <a:cubicBezTo>
                      <a:pt x="810" y="1344"/>
                      <a:pt x="863" y="1324"/>
                      <a:pt x="882" y="1311"/>
                    </a:cubicBezTo>
                    <a:cubicBezTo>
                      <a:pt x="896" y="1298"/>
                      <a:pt x="915" y="1311"/>
                      <a:pt x="948" y="1258"/>
                    </a:cubicBezTo>
                    <a:cubicBezTo>
                      <a:pt x="981" y="1212"/>
                      <a:pt x="1040" y="1153"/>
                      <a:pt x="1080" y="1107"/>
                    </a:cubicBezTo>
                    <a:cubicBezTo>
                      <a:pt x="1119" y="1067"/>
                      <a:pt x="1179" y="1015"/>
                      <a:pt x="1212" y="1001"/>
                    </a:cubicBezTo>
                    <a:cubicBezTo>
                      <a:pt x="1240" y="992"/>
                      <a:pt x="1266" y="947"/>
                      <a:pt x="1296" y="947"/>
                    </a:cubicBezTo>
                    <a:cubicBezTo>
                      <a:pt x="1306" y="947"/>
                      <a:pt x="1318" y="953"/>
                      <a:pt x="1330" y="969"/>
                    </a:cubicBezTo>
                    <a:cubicBezTo>
                      <a:pt x="1369" y="1034"/>
                      <a:pt x="1389" y="1087"/>
                      <a:pt x="1416" y="1107"/>
                    </a:cubicBezTo>
                    <a:cubicBezTo>
                      <a:pt x="1448" y="1120"/>
                      <a:pt x="1422" y="1120"/>
                      <a:pt x="1514" y="1133"/>
                    </a:cubicBezTo>
                    <a:cubicBezTo>
                      <a:pt x="1606" y="1146"/>
                      <a:pt x="1666" y="1140"/>
                      <a:pt x="1679" y="1146"/>
                    </a:cubicBezTo>
                    <a:cubicBezTo>
                      <a:pt x="1692" y="1153"/>
                      <a:pt x="1731" y="1212"/>
                      <a:pt x="1764" y="1232"/>
                    </a:cubicBezTo>
                    <a:cubicBezTo>
                      <a:pt x="1804" y="1252"/>
                      <a:pt x="1850" y="1265"/>
                      <a:pt x="1870" y="1265"/>
                    </a:cubicBezTo>
                    <a:cubicBezTo>
                      <a:pt x="1896" y="1265"/>
                      <a:pt x="1982" y="1265"/>
                      <a:pt x="2028" y="1311"/>
                    </a:cubicBezTo>
                    <a:cubicBezTo>
                      <a:pt x="2074" y="1350"/>
                      <a:pt x="2093" y="1442"/>
                      <a:pt x="2093" y="1462"/>
                    </a:cubicBezTo>
                    <a:cubicBezTo>
                      <a:pt x="2093" y="1475"/>
                      <a:pt x="2100" y="1489"/>
                      <a:pt x="2113" y="1521"/>
                    </a:cubicBezTo>
                    <a:cubicBezTo>
                      <a:pt x="2113" y="1521"/>
                      <a:pt x="2199" y="1482"/>
                      <a:pt x="2218" y="1442"/>
                    </a:cubicBezTo>
                    <a:cubicBezTo>
                      <a:pt x="2232" y="1410"/>
                      <a:pt x="2251" y="1396"/>
                      <a:pt x="2258" y="1390"/>
                    </a:cubicBezTo>
                    <a:cubicBezTo>
                      <a:pt x="2265" y="1390"/>
                      <a:pt x="2324" y="1377"/>
                      <a:pt x="2337" y="1363"/>
                    </a:cubicBezTo>
                    <a:cubicBezTo>
                      <a:pt x="2344" y="1357"/>
                      <a:pt x="2363" y="1337"/>
                      <a:pt x="2376" y="1324"/>
                    </a:cubicBezTo>
                    <a:lnTo>
                      <a:pt x="2376" y="1317"/>
                    </a:lnTo>
                    <a:cubicBezTo>
                      <a:pt x="2376" y="1311"/>
                      <a:pt x="2383" y="1311"/>
                      <a:pt x="2383" y="1304"/>
                    </a:cubicBezTo>
                    <a:cubicBezTo>
                      <a:pt x="2390" y="1298"/>
                      <a:pt x="2390" y="1291"/>
                      <a:pt x="2396" y="1284"/>
                    </a:cubicBezTo>
                    <a:cubicBezTo>
                      <a:pt x="2409" y="1259"/>
                      <a:pt x="2457" y="1198"/>
                      <a:pt x="2473" y="1198"/>
                    </a:cubicBezTo>
                    <a:cubicBezTo>
                      <a:pt x="2474" y="1198"/>
                      <a:pt x="2475" y="1199"/>
                      <a:pt x="2475" y="1199"/>
                    </a:cubicBezTo>
                    <a:cubicBezTo>
                      <a:pt x="2482" y="1199"/>
                      <a:pt x="2574" y="1278"/>
                      <a:pt x="2580" y="1284"/>
                    </a:cubicBezTo>
                    <a:cubicBezTo>
                      <a:pt x="2587" y="1291"/>
                      <a:pt x="2611" y="1357"/>
                      <a:pt x="2631" y="1357"/>
                    </a:cubicBezTo>
                    <a:cubicBezTo>
                      <a:pt x="2631" y="1357"/>
                      <a:pt x="2632" y="1357"/>
                      <a:pt x="2633" y="1357"/>
                    </a:cubicBezTo>
                    <a:cubicBezTo>
                      <a:pt x="2637" y="1355"/>
                      <a:pt x="2647" y="1354"/>
                      <a:pt x="2660" y="1354"/>
                    </a:cubicBezTo>
                    <a:cubicBezTo>
                      <a:pt x="2696" y="1354"/>
                      <a:pt x="2755" y="1360"/>
                      <a:pt x="2765" y="1370"/>
                    </a:cubicBezTo>
                    <a:cubicBezTo>
                      <a:pt x="2771" y="1390"/>
                      <a:pt x="2844" y="1429"/>
                      <a:pt x="2857" y="1449"/>
                    </a:cubicBezTo>
                    <a:cubicBezTo>
                      <a:pt x="2870" y="1475"/>
                      <a:pt x="2916" y="1515"/>
                      <a:pt x="2936" y="1521"/>
                    </a:cubicBezTo>
                    <a:cubicBezTo>
                      <a:pt x="2952" y="1527"/>
                      <a:pt x="2955" y="1536"/>
                      <a:pt x="2980" y="1536"/>
                    </a:cubicBezTo>
                    <a:cubicBezTo>
                      <a:pt x="2986" y="1536"/>
                      <a:pt x="2993" y="1536"/>
                      <a:pt x="3002" y="1535"/>
                    </a:cubicBezTo>
                    <a:cubicBezTo>
                      <a:pt x="3032" y="1535"/>
                      <a:pt x="3075" y="1543"/>
                      <a:pt x="3107" y="1543"/>
                    </a:cubicBezTo>
                    <a:cubicBezTo>
                      <a:pt x="3124" y="1543"/>
                      <a:pt x="3138" y="1541"/>
                      <a:pt x="3146" y="1535"/>
                    </a:cubicBezTo>
                    <a:cubicBezTo>
                      <a:pt x="3173" y="1521"/>
                      <a:pt x="3272" y="1475"/>
                      <a:pt x="3298" y="1475"/>
                    </a:cubicBezTo>
                    <a:cubicBezTo>
                      <a:pt x="3303" y="1474"/>
                      <a:pt x="3309" y="1474"/>
                      <a:pt x="3315" y="1474"/>
                    </a:cubicBezTo>
                    <a:cubicBezTo>
                      <a:pt x="3334" y="1474"/>
                      <a:pt x="3359" y="1478"/>
                      <a:pt x="3382" y="1478"/>
                    </a:cubicBezTo>
                    <a:cubicBezTo>
                      <a:pt x="3399" y="1478"/>
                      <a:pt x="3415" y="1476"/>
                      <a:pt x="3429" y="1469"/>
                    </a:cubicBezTo>
                    <a:cubicBezTo>
                      <a:pt x="3476" y="1442"/>
                      <a:pt x="3515" y="1436"/>
                      <a:pt x="3541" y="1403"/>
                    </a:cubicBezTo>
                    <a:cubicBezTo>
                      <a:pt x="3568" y="1363"/>
                      <a:pt x="3614" y="1324"/>
                      <a:pt x="3640" y="1291"/>
                    </a:cubicBezTo>
                    <a:cubicBezTo>
                      <a:pt x="3673" y="1265"/>
                      <a:pt x="3686" y="1232"/>
                      <a:pt x="3732" y="1225"/>
                    </a:cubicBezTo>
                    <a:cubicBezTo>
                      <a:pt x="3778" y="1219"/>
                      <a:pt x="3838" y="1219"/>
                      <a:pt x="3844" y="1219"/>
                    </a:cubicBezTo>
                    <a:cubicBezTo>
                      <a:pt x="3857" y="1219"/>
                      <a:pt x="3969" y="1179"/>
                      <a:pt x="3969" y="1179"/>
                    </a:cubicBezTo>
                    <a:cubicBezTo>
                      <a:pt x="3969" y="1179"/>
                      <a:pt x="4035" y="1133"/>
                      <a:pt x="4068" y="1133"/>
                    </a:cubicBezTo>
                    <a:cubicBezTo>
                      <a:pt x="4101" y="1133"/>
                      <a:pt x="4186" y="1159"/>
                      <a:pt x="4193" y="1173"/>
                    </a:cubicBezTo>
                    <a:cubicBezTo>
                      <a:pt x="4206" y="1179"/>
                      <a:pt x="4311" y="1219"/>
                      <a:pt x="4311" y="1219"/>
                    </a:cubicBezTo>
                    <a:lnTo>
                      <a:pt x="4364" y="1284"/>
                    </a:lnTo>
                    <a:cubicBezTo>
                      <a:pt x="4417" y="1199"/>
                      <a:pt x="4456" y="1133"/>
                      <a:pt x="4463" y="1113"/>
                    </a:cubicBezTo>
                    <a:cubicBezTo>
                      <a:pt x="4489" y="1061"/>
                      <a:pt x="4588" y="442"/>
                      <a:pt x="4588" y="251"/>
                    </a:cubicBezTo>
                    <a:cubicBezTo>
                      <a:pt x="4542" y="231"/>
                      <a:pt x="4482" y="205"/>
                      <a:pt x="4476" y="205"/>
                    </a:cubicBezTo>
                    <a:cubicBezTo>
                      <a:pt x="4469" y="205"/>
                      <a:pt x="4305" y="120"/>
                      <a:pt x="4305" y="120"/>
                    </a:cubicBezTo>
                    <a:cubicBezTo>
                      <a:pt x="4305" y="120"/>
                      <a:pt x="4287" y="108"/>
                      <a:pt x="4260" y="108"/>
                    </a:cubicBezTo>
                    <a:cubicBezTo>
                      <a:pt x="4246" y="108"/>
                      <a:pt x="4230" y="111"/>
                      <a:pt x="4213" y="120"/>
                    </a:cubicBezTo>
                    <a:cubicBezTo>
                      <a:pt x="4160" y="146"/>
                      <a:pt x="4088" y="179"/>
                      <a:pt x="4081" y="199"/>
                    </a:cubicBezTo>
                    <a:cubicBezTo>
                      <a:pt x="4074" y="212"/>
                      <a:pt x="4088" y="231"/>
                      <a:pt x="4061" y="284"/>
                    </a:cubicBezTo>
                    <a:cubicBezTo>
                      <a:pt x="4028" y="337"/>
                      <a:pt x="3963" y="343"/>
                      <a:pt x="3949" y="343"/>
                    </a:cubicBezTo>
                    <a:cubicBezTo>
                      <a:pt x="3943" y="343"/>
                      <a:pt x="3831" y="363"/>
                      <a:pt x="3805" y="376"/>
                    </a:cubicBezTo>
                    <a:cubicBezTo>
                      <a:pt x="3772" y="396"/>
                      <a:pt x="3739" y="396"/>
                      <a:pt x="3699" y="396"/>
                    </a:cubicBezTo>
                    <a:cubicBezTo>
                      <a:pt x="3677" y="396"/>
                      <a:pt x="3641" y="402"/>
                      <a:pt x="3597" y="402"/>
                    </a:cubicBezTo>
                    <a:cubicBezTo>
                      <a:pt x="3576" y="402"/>
                      <a:pt x="3552" y="400"/>
                      <a:pt x="3528" y="396"/>
                    </a:cubicBezTo>
                    <a:cubicBezTo>
                      <a:pt x="3495" y="389"/>
                      <a:pt x="3474" y="384"/>
                      <a:pt x="3457" y="384"/>
                    </a:cubicBezTo>
                    <a:cubicBezTo>
                      <a:pt x="3439" y="384"/>
                      <a:pt x="3426" y="389"/>
                      <a:pt x="3410" y="403"/>
                    </a:cubicBezTo>
                    <a:cubicBezTo>
                      <a:pt x="3377" y="435"/>
                      <a:pt x="3357" y="442"/>
                      <a:pt x="3331" y="482"/>
                    </a:cubicBezTo>
                    <a:cubicBezTo>
                      <a:pt x="3304" y="514"/>
                      <a:pt x="3278" y="561"/>
                      <a:pt x="3278" y="607"/>
                    </a:cubicBezTo>
                    <a:cubicBezTo>
                      <a:pt x="3278" y="653"/>
                      <a:pt x="3212" y="705"/>
                      <a:pt x="3193" y="705"/>
                    </a:cubicBezTo>
                    <a:cubicBezTo>
                      <a:pt x="3179" y="705"/>
                      <a:pt x="3152" y="697"/>
                      <a:pt x="3127" y="697"/>
                    </a:cubicBezTo>
                    <a:cubicBezTo>
                      <a:pt x="3114" y="697"/>
                      <a:pt x="3103" y="699"/>
                      <a:pt x="3094" y="705"/>
                    </a:cubicBezTo>
                    <a:cubicBezTo>
                      <a:pt x="3067" y="725"/>
                      <a:pt x="3048" y="758"/>
                      <a:pt x="3008" y="758"/>
                    </a:cubicBezTo>
                    <a:cubicBezTo>
                      <a:pt x="2969" y="758"/>
                      <a:pt x="2916" y="732"/>
                      <a:pt x="2903" y="718"/>
                    </a:cubicBezTo>
                    <a:cubicBezTo>
                      <a:pt x="2896" y="699"/>
                      <a:pt x="2896" y="593"/>
                      <a:pt x="2877" y="574"/>
                    </a:cubicBezTo>
                    <a:cubicBezTo>
                      <a:pt x="2850" y="554"/>
                      <a:pt x="2811" y="514"/>
                      <a:pt x="2804" y="508"/>
                    </a:cubicBezTo>
                    <a:cubicBezTo>
                      <a:pt x="2804" y="495"/>
                      <a:pt x="2817" y="442"/>
                      <a:pt x="2844" y="422"/>
                    </a:cubicBezTo>
                    <a:cubicBezTo>
                      <a:pt x="2877" y="396"/>
                      <a:pt x="2910" y="383"/>
                      <a:pt x="2910" y="357"/>
                    </a:cubicBezTo>
                    <a:cubicBezTo>
                      <a:pt x="2910" y="337"/>
                      <a:pt x="2890" y="310"/>
                      <a:pt x="2910" y="284"/>
                    </a:cubicBezTo>
                    <a:cubicBezTo>
                      <a:pt x="2929" y="258"/>
                      <a:pt x="2982" y="231"/>
                      <a:pt x="2995" y="231"/>
                    </a:cubicBezTo>
                    <a:cubicBezTo>
                      <a:pt x="3008" y="225"/>
                      <a:pt x="3028" y="199"/>
                      <a:pt x="3028" y="172"/>
                    </a:cubicBezTo>
                    <a:cubicBezTo>
                      <a:pt x="3028" y="139"/>
                      <a:pt x="2982" y="41"/>
                      <a:pt x="2936" y="34"/>
                    </a:cubicBezTo>
                    <a:cubicBezTo>
                      <a:pt x="2898" y="34"/>
                      <a:pt x="2857" y="0"/>
                      <a:pt x="2815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575;p19">
                <a:extLst>
                  <a:ext uri="{FF2B5EF4-FFF2-40B4-BE49-F238E27FC236}">
                    <a16:creationId xmlns:a16="http://schemas.microsoft.com/office/drawing/2014/main" id="{A85925F3-282E-E97C-1F34-F9240B113ABA}"/>
                  </a:ext>
                </a:extLst>
              </p:cNvPr>
              <p:cNvSpPr/>
              <p:nvPr/>
            </p:nvSpPr>
            <p:spPr>
              <a:xfrm>
                <a:off x="8093459" y="1939609"/>
                <a:ext cx="322625" cy="406010"/>
              </a:xfrm>
              <a:custGeom>
                <a:avLst/>
                <a:gdLst/>
                <a:ahLst/>
                <a:cxnLst/>
                <a:rect l="l" t="t" r="r" b="b"/>
                <a:pathLst>
                  <a:path w="2956" h="3720" extrusionOk="0">
                    <a:moveTo>
                      <a:pt x="662" y="0"/>
                    </a:moveTo>
                    <a:cubicBezTo>
                      <a:pt x="617" y="0"/>
                      <a:pt x="575" y="2"/>
                      <a:pt x="540" y="5"/>
                    </a:cubicBezTo>
                    <a:cubicBezTo>
                      <a:pt x="527" y="5"/>
                      <a:pt x="507" y="5"/>
                      <a:pt x="494" y="11"/>
                    </a:cubicBezTo>
                    <a:lnTo>
                      <a:pt x="468" y="11"/>
                    </a:lnTo>
                    <a:cubicBezTo>
                      <a:pt x="448" y="18"/>
                      <a:pt x="428" y="18"/>
                      <a:pt x="409" y="25"/>
                    </a:cubicBezTo>
                    <a:cubicBezTo>
                      <a:pt x="389" y="25"/>
                      <a:pt x="363" y="31"/>
                      <a:pt x="343" y="31"/>
                    </a:cubicBezTo>
                    <a:cubicBezTo>
                      <a:pt x="330" y="38"/>
                      <a:pt x="316" y="38"/>
                      <a:pt x="303" y="38"/>
                    </a:cubicBezTo>
                    <a:cubicBezTo>
                      <a:pt x="277" y="44"/>
                      <a:pt x="251" y="51"/>
                      <a:pt x="224" y="51"/>
                    </a:cubicBezTo>
                    <a:cubicBezTo>
                      <a:pt x="211" y="57"/>
                      <a:pt x="198" y="57"/>
                      <a:pt x="178" y="64"/>
                    </a:cubicBezTo>
                    <a:cubicBezTo>
                      <a:pt x="145" y="64"/>
                      <a:pt x="119" y="71"/>
                      <a:pt x="86" y="77"/>
                    </a:cubicBezTo>
                    <a:lnTo>
                      <a:pt x="60" y="77"/>
                    </a:lnTo>
                    <a:cubicBezTo>
                      <a:pt x="53" y="117"/>
                      <a:pt x="47" y="150"/>
                      <a:pt x="40" y="176"/>
                    </a:cubicBezTo>
                    <a:cubicBezTo>
                      <a:pt x="27" y="222"/>
                      <a:pt x="1" y="452"/>
                      <a:pt x="1" y="544"/>
                    </a:cubicBezTo>
                    <a:cubicBezTo>
                      <a:pt x="1" y="630"/>
                      <a:pt x="33" y="709"/>
                      <a:pt x="60" y="762"/>
                    </a:cubicBezTo>
                    <a:cubicBezTo>
                      <a:pt x="86" y="814"/>
                      <a:pt x="145" y="893"/>
                      <a:pt x="185" y="972"/>
                    </a:cubicBezTo>
                    <a:cubicBezTo>
                      <a:pt x="224" y="1045"/>
                      <a:pt x="152" y="1143"/>
                      <a:pt x="119" y="1216"/>
                    </a:cubicBezTo>
                    <a:cubicBezTo>
                      <a:pt x="86" y="1282"/>
                      <a:pt x="73" y="1433"/>
                      <a:pt x="73" y="1453"/>
                    </a:cubicBezTo>
                    <a:cubicBezTo>
                      <a:pt x="80" y="1472"/>
                      <a:pt x="86" y="1591"/>
                      <a:pt x="126" y="1637"/>
                    </a:cubicBezTo>
                    <a:cubicBezTo>
                      <a:pt x="172" y="1683"/>
                      <a:pt x="277" y="1782"/>
                      <a:pt x="310" y="1834"/>
                    </a:cubicBezTo>
                    <a:cubicBezTo>
                      <a:pt x="336" y="1887"/>
                      <a:pt x="303" y="1992"/>
                      <a:pt x="290" y="2071"/>
                    </a:cubicBezTo>
                    <a:cubicBezTo>
                      <a:pt x="277" y="2144"/>
                      <a:pt x="290" y="2249"/>
                      <a:pt x="316" y="2302"/>
                    </a:cubicBezTo>
                    <a:cubicBezTo>
                      <a:pt x="343" y="2348"/>
                      <a:pt x="369" y="2381"/>
                      <a:pt x="369" y="2453"/>
                    </a:cubicBezTo>
                    <a:cubicBezTo>
                      <a:pt x="369" y="2525"/>
                      <a:pt x="395" y="2644"/>
                      <a:pt x="448" y="2776"/>
                    </a:cubicBezTo>
                    <a:cubicBezTo>
                      <a:pt x="494" y="2907"/>
                      <a:pt x="586" y="2848"/>
                      <a:pt x="639" y="2907"/>
                    </a:cubicBezTo>
                    <a:cubicBezTo>
                      <a:pt x="692" y="2973"/>
                      <a:pt x="606" y="3203"/>
                      <a:pt x="599" y="3230"/>
                    </a:cubicBezTo>
                    <a:cubicBezTo>
                      <a:pt x="586" y="3249"/>
                      <a:pt x="560" y="3289"/>
                      <a:pt x="534" y="3328"/>
                    </a:cubicBezTo>
                    <a:cubicBezTo>
                      <a:pt x="626" y="3361"/>
                      <a:pt x="725" y="3388"/>
                      <a:pt x="751" y="3388"/>
                    </a:cubicBezTo>
                    <a:cubicBezTo>
                      <a:pt x="802" y="3393"/>
                      <a:pt x="867" y="3409"/>
                      <a:pt x="906" y="3409"/>
                    </a:cubicBezTo>
                    <a:cubicBezTo>
                      <a:pt x="912" y="3409"/>
                      <a:pt x="917" y="3408"/>
                      <a:pt x="922" y="3407"/>
                    </a:cubicBezTo>
                    <a:cubicBezTo>
                      <a:pt x="948" y="3401"/>
                      <a:pt x="1027" y="3381"/>
                      <a:pt x="1060" y="3355"/>
                    </a:cubicBezTo>
                    <a:cubicBezTo>
                      <a:pt x="1068" y="3347"/>
                      <a:pt x="1087" y="3344"/>
                      <a:pt x="1110" y="3344"/>
                    </a:cubicBezTo>
                    <a:cubicBezTo>
                      <a:pt x="1167" y="3344"/>
                      <a:pt x="1251" y="3361"/>
                      <a:pt x="1251" y="3361"/>
                    </a:cubicBezTo>
                    <a:cubicBezTo>
                      <a:pt x="1251" y="3361"/>
                      <a:pt x="1363" y="3420"/>
                      <a:pt x="1396" y="3460"/>
                    </a:cubicBezTo>
                    <a:cubicBezTo>
                      <a:pt x="1429" y="3499"/>
                      <a:pt x="1442" y="3513"/>
                      <a:pt x="1501" y="3605"/>
                    </a:cubicBezTo>
                    <a:cubicBezTo>
                      <a:pt x="1560" y="3690"/>
                      <a:pt x="1620" y="3697"/>
                      <a:pt x="1666" y="3717"/>
                    </a:cubicBezTo>
                    <a:cubicBezTo>
                      <a:pt x="1673" y="3719"/>
                      <a:pt x="1678" y="3720"/>
                      <a:pt x="1684" y="3720"/>
                    </a:cubicBezTo>
                    <a:cubicBezTo>
                      <a:pt x="1713" y="3720"/>
                      <a:pt x="1718" y="3689"/>
                      <a:pt x="1751" y="3644"/>
                    </a:cubicBezTo>
                    <a:cubicBezTo>
                      <a:pt x="1784" y="3592"/>
                      <a:pt x="1824" y="3565"/>
                      <a:pt x="1857" y="3526"/>
                    </a:cubicBezTo>
                    <a:cubicBezTo>
                      <a:pt x="1857" y="3519"/>
                      <a:pt x="1863" y="3519"/>
                      <a:pt x="1863" y="3513"/>
                    </a:cubicBezTo>
                    <a:cubicBezTo>
                      <a:pt x="1896" y="3467"/>
                      <a:pt x="1936" y="3420"/>
                      <a:pt x="1955" y="3361"/>
                    </a:cubicBezTo>
                    <a:cubicBezTo>
                      <a:pt x="1982" y="3309"/>
                      <a:pt x="1909" y="3190"/>
                      <a:pt x="1876" y="3138"/>
                    </a:cubicBezTo>
                    <a:cubicBezTo>
                      <a:pt x="1850" y="3078"/>
                      <a:pt x="1824" y="3065"/>
                      <a:pt x="1830" y="3032"/>
                    </a:cubicBezTo>
                    <a:cubicBezTo>
                      <a:pt x="1837" y="3006"/>
                      <a:pt x="1876" y="3006"/>
                      <a:pt x="1916" y="2966"/>
                    </a:cubicBezTo>
                    <a:cubicBezTo>
                      <a:pt x="1949" y="2920"/>
                      <a:pt x="1896" y="2914"/>
                      <a:pt x="1896" y="2868"/>
                    </a:cubicBezTo>
                    <a:cubicBezTo>
                      <a:pt x="1889" y="2822"/>
                      <a:pt x="1922" y="2776"/>
                      <a:pt x="1942" y="2729"/>
                    </a:cubicBezTo>
                    <a:cubicBezTo>
                      <a:pt x="1955" y="2683"/>
                      <a:pt x="1949" y="2637"/>
                      <a:pt x="1942" y="2598"/>
                    </a:cubicBezTo>
                    <a:cubicBezTo>
                      <a:pt x="1942" y="2598"/>
                      <a:pt x="1942" y="2591"/>
                      <a:pt x="1942" y="2591"/>
                    </a:cubicBezTo>
                    <a:cubicBezTo>
                      <a:pt x="1936" y="2552"/>
                      <a:pt x="1968" y="2493"/>
                      <a:pt x="2074" y="2420"/>
                    </a:cubicBezTo>
                    <a:cubicBezTo>
                      <a:pt x="2186" y="2348"/>
                      <a:pt x="2172" y="2354"/>
                      <a:pt x="2238" y="2308"/>
                    </a:cubicBezTo>
                    <a:cubicBezTo>
                      <a:pt x="2304" y="2269"/>
                      <a:pt x="2297" y="2229"/>
                      <a:pt x="2337" y="2170"/>
                    </a:cubicBezTo>
                    <a:cubicBezTo>
                      <a:pt x="2376" y="2111"/>
                      <a:pt x="2396" y="2045"/>
                      <a:pt x="2455" y="1940"/>
                    </a:cubicBezTo>
                    <a:cubicBezTo>
                      <a:pt x="2521" y="1834"/>
                      <a:pt x="2554" y="1808"/>
                      <a:pt x="2567" y="1755"/>
                    </a:cubicBezTo>
                    <a:cubicBezTo>
                      <a:pt x="2580" y="1696"/>
                      <a:pt x="2613" y="1611"/>
                      <a:pt x="2640" y="1565"/>
                    </a:cubicBezTo>
                    <a:cubicBezTo>
                      <a:pt x="2654" y="1540"/>
                      <a:pt x="2666" y="1534"/>
                      <a:pt x="2685" y="1534"/>
                    </a:cubicBezTo>
                    <a:cubicBezTo>
                      <a:pt x="2701" y="1534"/>
                      <a:pt x="2721" y="1538"/>
                      <a:pt x="2752" y="1538"/>
                    </a:cubicBezTo>
                    <a:cubicBezTo>
                      <a:pt x="2817" y="1532"/>
                      <a:pt x="2956" y="1505"/>
                      <a:pt x="2956" y="1505"/>
                    </a:cubicBezTo>
                    <a:cubicBezTo>
                      <a:pt x="2910" y="1472"/>
                      <a:pt x="2857" y="1433"/>
                      <a:pt x="2831" y="1400"/>
                    </a:cubicBezTo>
                    <a:cubicBezTo>
                      <a:pt x="2817" y="1380"/>
                      <a:pt x="2785" y="1354"/>
                      <a:pt x="2758" y="1328"/>
                    </a:cubicBezTo>
                    <a:cubicBezTo>
                      <a:pt x="2745" y="1314"/>
                      <a:pt x="2732" y="1301"/>
                      <a:pt x="2719" y="1295"/>
                    </a:cubicBezTo>
                    <a:cubicBezTo>
                      <a:pt x="2712" y="1288"/>
                      <a:pt x="2706" y="1282"/>
                      <a:pt x="2699" y="1275"/>
                    </a:cubicBezTo>
                    <a:cubicBezTo>
                      <a:pt x="2679" y="1255"/>
                      <a:pt x="2659" y="1235"/>
                      <a:pt x="2646" y="1222"/>
                    </a:cubicBezTo>
                    <a:cubicBezTo>
                      <a:pt x="2607" y="1176"/>
                      <a:pt x="2508" y="1104"/>
                      <a:pt x="2436" y="1071"/>
                    </a:cubicBezTo>
                    <a:cubicBezTo>
                      <a:pt x="2357" y="1038"/>
                      <a:pt x="2304" y="1012"/>
                      <a:pt x="2265" y="966"/>
                    </a:cubicBezTo>
                    <a:cubicBezTo>
                      <a:pt x="2219" y="913"/>
                      <a:pt x="2061" y="735"/>
                      <a:pt x="2061" y="735"/>
                    </a:cubicBezTo>
                    <a:cubicBezTo>
                      <a:pt x="2061" y="735"/>
                      <a:pt x="2001" y="656"/>
                      <a:pt x="1982" y="650"/>
                    </a:cubicBezTo>
                    <a:cubicBezTo>
                      <a:pt x="1962" y="643"/>
                      <a:pt x="1857" y="597"/>
                      <a:pt x="1830" y="577"/>
                    </a:cubicBezTo>
                    <a:cubicBezTo>
                      <a:pt x="1797" y="558"/>
                      <a:pt x="1593" y="393"/>
                      <a:pt x="1455" y="308"/>
                    </a:cubicBezTo>
                    <a:cubicBezTo>
                      <a:pt x="1310" y="215"/>
                      <a:pt x="1060" y="18"/>
                      <a:pt x="1008" y="18"/>
                    </a:cubicBezTo>
                    <a:cubicBezTo>
                      <a:pt x="968" y="13"/>
                      <a:pt x="802" y="0"/>
                      <a:pt x="662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576;p19">
                <a:extLst>
                  <a:ext uri="{FF2B5EF4-FFF2-40B4-BE49-F238E27FC236}">
                    <a16:creationId xmlns:a16="http://schemas.microsoft.com/office/drawing/2014/main" id="{6AFB8F65-09C5-0252-1D7A-A486A7771227}"/>
                  </a:ext>
                </a:extLst>
              </p:cNvPr>
              <p:cNvSpPr/>
              <p:nvPr/>
            </p:nvSpPr>
            <p:spPr>
              <a:xfrm>
                <a:off x="5554273" y="2292794"/>
                <a:ext cx="559683" cy="315858"/>
              </a:xfrm>
              <a:custGeom>
                <a:avLst/>
                <a:gdLst/>
                <a:ahLst/>
                <a:cxnLst/>
                <a:rect l="l" t="t" r="r" b="b"/>
                <a:pathLst>
                  <a:path w="5128" h="2894" extrusionOk="0">
                    <a:moveTo>
                      <a:pt x="99" y="0"/>
                    </a:moveTo>
                    <a:lnTo>
                      <a:pt x="99" y="0"/>
                    </a:lnTo>
                    <a:cubicBezTo>
                      <a:pt x="93" y="40"/>
                      <a:pt x="125" y="59"/>
                      <a:pt x="66" y="112"/>
                    </a:cubicBezTo>
                    <a:cubicBezTo>
                      <a:pt x="14" y="165"/>
                      <a:pt x="0" y="191"/>
                      <a:pt x="0" y="244"/>
                    </a:cubicBezTo>
                    <a:cubicBezTo>
                      <a:pt x="0" y="296"/>
                      <a:pt x="73" y="395"/>
                      <a:pt x="112" y="421"/>
                    </a:cubicBezTo>
                    <a:cubicBezTo>
                      <a:pt x="152" y="454"/>
                      <a:pt x="158" y="514"/>
                      <a:pt x="158" y="553"/>
                    </a:cubicBezTo>
                    <a:cubicBezTo>
                      <a:pt x="158" y="593"/>
                      <a:pt x="152" y="632"/>
                      <a:pt x="185" y="685"/>
                    </a:cubicBezTo>
                    <a:cubicBezTo>
                      <a:pt x="211" y="744"/>
                      <a:pt x="251" y="843"/>
                      <a:pt x="270" y="876"/>
                    </a:cubicBezTo>
                    <a:cubicBezTo>
                      <a:pt x="290" y="915"/>
                      <a:pt x="382" y="961"/>
                      <a:pt x="402" y="987"/>
                    </a:cubicBezTo>
                    <a:cubicBezTo>
                      <a:pt x="428" y="1020"/>
                      <a:pt x="547" y="1119"/>
                      <a:pt x="606" y="1211"/>
                    </a:cubicBezTo>
                    <a:cubicBezTo>
                      <a:pt x="665" y="1297"/>
                      <a:pt x="705" y="1336"/>
                      <a:pt x="659" y="1409"/>
                    </a:cubicBezTo>
                    <a:cubicBezTo>
                      <a:pt x="619" y="1474"/>
                      <a:pt x="501" y="1560"/>
                      <a:pt x="534" y="1599"/>
                    </a:cubicBezTo>
                    <a:cubicBezTo>
                      <a:pt x="566" y="1632"/>
                      <a:pt x="757" y="1626"/>
                      <a:pt x="856" y="1646"/>
                    </a:cubicBezTo>
                    <a:cubicBezTo>
                      <a:pt x="955" y="1665"/>
                      <a:pt x="1086" y="1639"/>
                      <a:pt x="1126" y="1718"/>
                    </a:cubicBezTo>
                    <a:cubicBezTo>
                      <a:pt x="1165" y="1790"/>
                      <a:pt x="1172" y="2027"/>
                      <a:pt x="1244" y="2060"/>
                    </a:cubicBezTo>
                    <a:cubicBezTo>
                      <a:pt x="1290" y="2088"/>
                      <a:pt x="1426" y="2099"/>
                      <a:pt x="1541" y="2099"/>
                    </a:cubicBezTo>
                    <a:cubicBezTo>
                      <a:pt x="1592" y="2099"/>
                      <a:pt x="1638" y="2097"/>
                      <a:pt x="1672" y="2093"/>
                    </a:cubicBezTo>
                    <a:cubicBezTo>
                      <a:pt x="1777" y="2080"/>
                      <a:pt x="1902" y="2034"/>
                      <a:pt x="1955" y="1968"/>
                    </a:cubicBezTo>
                    <a:cubicBezTo>
                      <a:pt x="2001" y="1902"/>
                      <a:pt x="2126" y="1810"/>
                      <a:pt x="2185" y="1764"/>
                    </a:cubicBezTo>
                    <a:cubicBezTo>
                      <a:pt x="2238" y="1718"/>
                      <a:pt x="2324" y="1639"/>
                      <a:pt x="2357" y="1639"/>
                    </a:cubicBezTo>
                    <a:cubicBezTo>
                      <a:pt x="2383" y="1639"/>
                      <a:pt x="2409" y="1678"/>
                      <a:pt x="2409" y="1718"/>
                    </a:cubicBezTo>
                    <a:cubicBezTo>
                      <a:pt x="2409" y="1764"/>
                      <a:pt x="2363" y="1784"/>
                      <a:pt x="2363" y="1856"/>
                    </a:cubicBezTo>
                    <a:cubicBezTo>
                      <a:pt x="2370" y="1929"/>
                      <a:pt x="2403" y="1961"/>
                      <a:pt x="2396" y="2021"/>
                    </a:cubicBezTo>
                    <a:cubicBezTo>
                      <a:pt x="2383" y="2087"/>
                      <a:pt x="2357" y="2159"/>
                      <a:pt x="2357" y="2291"/>
                    </a:cubicBezTo>
                    <a:cubicBezTo>
                      <a:pt x="2357" y="2429"/>
                      <a:pt x="2363" y="2685"/>
                      <a:pt x="2376" y="2731"/>
                    </a:cubicBezTo>
                    <a:cubicBezTo>
                      <a:pt x="2389" y="2784"/>
                      <a:pt x="2561" y="2797"/>
                      <a:pt x="2613" y="2797"/>
                    </a:cubicBezTo>
                    <a:cubicBezTo>
                      <a:pt x="2628" y="2797"/>
                      <a:pt x="2641" y="2798"/>
                      <a:pt x="2653" y="2798"/>
                    </a:cubicBezTo>
                    <a:cubicBezTo>
                      <a:pt x="2684" y="2798"/>
                      <a:pt x="2711" y="2792"/>
                      <a:pt x="2758" y="2745"/>
                    </a:cubicBezTo>
                    <a:cubicBezTo>
                      <a:pt x="2804" y="2689"/>
                      <a:pt x="2857" y="2676"/>
                      <a:pt x="2888" y="2676"/>
                    </a:cubicBezTo>
                    <a:cubicBezTo>
                      <a:pt x="2897" y="2676"/>
                      <a:pt x="2905" y="2677"/>
                      <a:pt x="2909" y="2679"/>
                    </a:cubicBezTo>
                    <a:cubicBezTo>
                      <a:pt x="2929" y="2685"/>
                      <a:pt x="3015" y="2718"/>
                      <a:pt x="3048" y="2738"/>
                    </a:cubicBezTo>
                    <a:cubicBezTo>
                      <a:pt x="3053" y="2742"/>
                      <a:pt x="3063" y="2743"/>
                      <a:pt x="3074" y="2743"/>
                    </a:cubicBezTo>
                    <a:cubicBezTo>
                      <a:pt x="3128" y="2743"/>
                      <a:pt x="3228" y="2712"/>
                      <a:pt x="3238" y="2712"/>
                    </a:cubicBezTo>
                    <a:cubicBezTo>
                      <a:pt x="3248" y="2712"/>
                      <a:pt x="3270" y="2710"/>
                      <a:pt x="3293" y="2710"/>
                    </a:cubicBezTo>
                    <a:cubicBezTo>
                      <a:pt x="3316" y="2710"/>
                      <a:pt x="3340" y="2712"/>
                      <a:pt x="3357" y="2718"/>
                    </a:cubicBezTo>
                    <a:cubicBezTo>
                      <a:pt x="3383" y="2738"/>
                      <a:pt x="3489" y="2797"/>
                      <a:pt x="3508" y="2797"/>
                    </a:cubicBezTo>
                    <a:cubicBezTo>
                      <a:pt x="3524" y="2797"/>
                      <a:pt x="3586" y="2750"/>
                      <a:pt x="3626" y="2750"/>
                    </a:cubicBezTo>
                    <a:cubicBezTo>
                      <a:pt x="3638" y="2750"/>
                      <a:pt x="3647" y="2754"/>
                      <a:pt x="3653" y="2764"/>
                    </a:cubicBezTo>
                    <a:cubicBezTo>
                      <a:pt x="3677" y="2805"/>
                      <a:pt x="3585" y="2894"/>
                      <a:pt x="3677" y="2894"/>
                    </a:cubicBezTo>
                    <a:cubicBezTo>
                      <a:pt x="3688" y="2894"/>
                      <a:pt x="3702" y="2892"/>
                      <a:pt x="3719" y="2889"/>
                    </a:cubicBezTo>
                    <a:cubicBezTo>
                      <a:pt x="3877" y="2870"/>
                      <a:pt x="4101" y="2685"/>
                      <a:pt x="4107" y="2646"/>
                    </a:cubicBezTo>
                    <a:cubicBezTo>
                      <a:pt x="4107" y="2606"/>
                      <a:pt x="4061" y="2508"/>
                      <a:pt x="4134" y="2495"/>
                    </a:cubicBezTo>
                    <a:cubicBezTo>
                      <a:pt x="4206" y="2481"/>
                      <a:pt x="4318" y="2468"/>
                      <a:pt x="4344" y="2468"/>
                    </a:cubicBezTo>
                    <a:cubicBezTo>
                      <a:pt x="4357" y="2468"/>
                      <a:pt x="4379" y="2480"/>
                      <a:pt x="4400" y="2480"/>
                    </a:cubicBezTo>
                    <a:cubicBezTo>
                      <a:pt x="4411" y="2480"/>
                      <a:pt x="4421" y="2477"/>
                      <a:pt x="4430" y="2468"/>
                    </a:cubicBezTo>
                    <a:cubicBezTo>
                      <a:pt x="4456" y="2442"/>
                      <a:pt x="4509" y="2409"/>
                      <a:pt x="4528" y="2370"/>
                    </a:cubicBezTo>
                    <a:cubicBezTo>
                      <a:pt x="4555" y="2330"/>
                      <a:pt x="4588" y="2291"/>
                      <a:pt x="4627" y="2284"/>
                    </a:cubicBezTo>
                    <a:cubicBezTo>
                      <a:pt x="4660" y="2284"/>
                      <a:pt x="4831" y="2277"/>
                      <a:pt x="4844" y="2271"/>
                    </a:cubicBezTo>
                    <a:cubicBezTo>
                      <a:pt x="4851" y="2264"/>
                      <a:pt x="4963" y="2192"/>
                      <a:pt x="4983" y="2165"/>
                    </a:cubicBezTo>
                    <a:cubicBezTo>
                      <a:pt x="4983" y="2165"/>
                      <a:pt x="4983" y="2165"/>
                      <a:pt x="4983" y="2159"/>
                    </a:cubicBezTo>
                    <a:cubicBezTo>
                      <a:pt x="5002" y="2133"/>
                      <a:pt x="5042" y="2093"/>
                      <a:pt x="5075" y="2034"/>
                    </a:cubicBezTo>
                    <a:cubicBezTo>
                      <a:pt x="5094" y="2014"/>
                      <a:pt x="5108" y="2001"/>
                      <a:pt x="5127" y="1981"/>
                    </a:cubicBezTo>
                    <a:lnTo>
                      <a:pt x="5042" y="1942"/>
                    </a:lnTo>
                    <a:lnTo>
                      <a:pt x="4910" y="1876"/>
                    </a:lnTo>
                    <a:cubicBezTo>
                      <a:pt x="4910" y="1876"/>
                      <a:pt x="4601" y="1764"/>
                      <a:pt x="4390" y="1665"/>
                    </a:cubicBezTo>
                    <a:cubicBezTo>
                      <a:pt x="4186" y="1573"/>
                      <a:pt x="3265" y="1191"/>
                      <a:pt x="3094" y="1040"/>
                    </a:cubicBezTo>
                    <a:cubicBezTo>
                      <a:pt x="2923" y="889"/>
                      <a:pt x="2580" y="737"/>
                      <a:pt x="2488" y="658"/>
                    </a:cubicBezTo>
                    <a:cubicBezTo>
                      <a:pt x="2396" y="579"/>
                      <a:pt x="1995" y="520"/>
                      <a:pt x="1810" y="500"/>
                    </a:cubicBezTo>
                    <a:cubicBezTo>
                      <a:pt x="1633" y="474"/>
                      <a:pt x="915" y="310"/>
                      <a:pt x="823" y="257"/>
                    </a:cubicBezTo>
                    <a:cubicBezTo>
                      <a:pt x="731" y="211"/>
                      <a:pt x="99" y="0"/>
                      <a:pt x="99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577;p19">
                <a:extLst>
                  <a:ext uri="{FF2B5EF4-FFF2-40B4-BE49-F238E27FC236}">
                    <a16:creationId xmlns:a16="http://schemas.microsoft.com/office/drawing/2014/main" id="{FAD3E40F-7C41-D9AE-C4D5-1938A6C05322}"/>
                  </a:ext>
                </a:extLst>
              </p:cNvPr>
              <p:cNvSpPr/>
              <p:nvPr/>
            </p:nvSpPr>
            <p:spPr>
              <a:xfrm>
                <a:off x="7037511" y="1366176"/>
                <a:ext cx="388002" cy="441045"/>
              </a:xfrm>
              <a:custGeom>
                <a:avLst/>
                <a:gdLst/>
                <a:ahLst/>
                <a:cxnLst/>
                <a:rect l="l" t="t" r="r" b="b"/>
                <a:pathLst>
                  <a:path w="3555" h="4041" extrusionOk="0">
                    <a:moveTo>
                      <a:pt x="40" y="1435"/>
                    </a:moveTo>
                    <a:lnTo>
                      <a:pt x="40" y="1442"/>
                    </a:lnTo>
                    <a:cubicBezTo>
                      <a:pt x="42" y="1443"/>
                      <a:pt x="43" y="1443"/>
                      <a:pt x="44" y="1444"/>
                    </a:cubicBezTo>
                    <a:lnTo>
                      <a:pt x="44" y="1444"/>
                    </a:lnTo>
                    <a:cubicBezTo>
                      <a:pt x="42" y="1440"/>
                      <a:pt x="41" y="1437"/>
                      <a:pt x="40" y="1435"/>
                    </a:cubicBezTo>
                    <a:close/>
                    <a:moveTo>
                      <a:pt x="2403" y="0"/>
                    </a:moveTo>
                    <a:cubicBezTo>
                      <a:pt x="2403" y="0"/>
                      <a:pt x="2337" y="13"/>
                      <a:pt x="2331" y="86"/>
                    </a:cubicBezTo>
                    <a:cubicBezTo>
                      <a:pt x="2324" y="158"/>
                      <a:pt x="2252" y="336"/>
                      <a:pt x="2193" y="382"/>
                    </a:cubicBezTo>
                    <a:cubicBezTo>
                      <a:pt x="2133" y="435"/>
                      <a:pt x="1844" y="843"/>
                      <a:pt x="1798" y="1034"/>
                    </a:cubicBezTo>
                    <a:cubicBezTo>
                      <a:pt x="1745" y="1231"/>
                      <a:pt x="1613" y="1369"/>
                      <a:pt x="1561" y="1435"/>
                    </a:cubicBezTo>
                    <a:cubicBezTo>
                      <a:pt x="1502" y="1501"/>
                      <a:pt x="1251" y="1580"/>
                      <a:pt x="1225" y="1580"/>
                    </a:cubicBezTo>
                    <a:cubicBezTo>
                      <a:pt x="1199" y="1580"/>
                      <a:pt x="1028" y="1534"/>
                      <a:pt x="1028" y="1534"/>
                    </a:cubicBezTo>
                    <a:cubicBezTo>
                      <a:pt x="1028" y="1534"/>
                      <a:pt x="899" y="1520"/>
                      <a:pt x="813" y="1520"/>
                    </a:cubicBezTo>
                    <a:cubicBezTo>
                      <a:pt x="781" y="1520"/>
                      <a:pt x="755" y="1522"/>
                      <a:pt x="745" y="1527"/>
                    </a:cubicBezTo>
                    <a:cubicBezTo>
                      <a:pt x="705" y="1540"/>
                      <a:pt x="462" y="1573"/>
                      <a:pt x="435" y="1580"/>
                    </a:cubicBezTo>
                    <a:cubicBezTo>
                      <a:pt x="434" y="1580"/>
                      <a:pt x="432" y="1580"/>
                      <a:pt x="429" y="1580"/>
                    </a:cubicBezTo>
                    <a:cubicBezTo>
                      <a:pt x="384" y="1580"/>
                      <a:pt x="139" y="1534"/>
                      <a:pt x="139" y="1534"/>
                    </a:cubicBezTo>
                    <a:cubicBezTo>
                      <a:pt x="139" y="1534"/>
                      <a:pt x="95" y="1490"/>
                      <a:pt x="44" y="1444"/>
                    </a:cubicBezTo>
                    <a:lnTo>
                      <a:pt x="44" y="1444"/>
                    </a:lnTo>
                    <a:cubicBezTo>
                      <a:pt x="54" y="1479"/>
                      <a:pt x="75" y="1593"/>
                      <a:pt x="40" y="1646"/>
                    </a:cubicBezTo>
                    <a:cubicBezTo>
                      <a:pt x="1" y="1718"/>
                      <a:pt x="14" y="1889"/>
                      <a:pt x="60" y="1896"/>
                    </a:cubicBezTo>
                    <a:cubicBezTo>
                      <a:pt x="99" y="1896"/>
                      <a:pt x="216" y="1836"/>
                      <a:pt x="288" y="1836"/>
                    </a:cubicBezTo>
                    <a:cubicBezTo>
                      <a:pt x="302" y="1836"/>
                      <a:pt x="314" y="1838"/>
                      <a:pt x="323" y="1843"/>
                    </a:cubicBezTo>
                    <a:cubicBezTo>
                      <a:pt x="389" y="1876"/>
                      <a:pt x="521" y="2041"/>
                      <a:pt x="567" y="2060"/>
                    </a:cubicBezTo>
                    <a:cubicBezTo>
                      <a:pt x="606" y="2087"/>
                      <a:pt x="764" y="2133"/>
                      <a:pt x="764" y="2133"/>
                    </a:cubicBezTo>
                    <a:cubicBezTo>
                      <a:pt x="764" y="2133"/>
                      <a:pt x="909" y="2172"/>
                      <a:pt x="936" y="2205"/>
                    </a:cubicBezTo>
                    <a:cubicBezTo>
                      <a:pt x="962" y="2231"/>
                      <a:pt x="1067" y="2429"/>
                      <a:pt x="1067" y="2455"/>
                    </a:cubicBezTo>
                    <a:cubicBezTo>
                      <a:pt x="1067" y="2475"/>
                      <a:pt x="1153" y="2554"/>
                      <a:pt x="1186" y="2600"/>
                    </a:cubicBezTo>
                    <a:cubicBezTo>
                      <a:pt x="1225" y="2639"/>
                      <a:pt x="1278" y="2685"/>
                      <a:pt x="1278" y="2745"/>
                    </a:cubicBezTo>
                    <a:cubicBezTo>
                      <a:pt x="1278" y="2804"/>
                      <a:pt x="1298" y="2975"/>
                      <a:pt x="1278" y="3008"/>
                    </a:cubicBezTo>
                    <a:cubicBezTo>
                      <a:pt x="1258" y="3041"/>
                      <a:pt x="1284" y="3080"/>
                      <a:pt x="1324" y="3153"/>
                    </a:cubicBezTo>
                    <a:cubicBezTo>
                      <a:pt x="1357" y="3225"/>
                      <a:pt x="1613" y="3396"/>
                      <a:pt x="1613" y="3462"/>
                    </a:cubicBezTo>
                    <a:cubicBezTo>
                      <a:pt x="1613" y="3521"/>
                      <a:pt x="1646" y="3627"/>
                      <a:pt x="1659" y="3640"/>
                    </a:cubicBezTo>
                    <a:cubicBezTo>
                      <a:pt x="1679" y="3660"/>
                      <a:pt x="1725" y="3692"/>
                      <a:pt x="1732" y="3725"/>
                    </a:cubicBezTo>
                    <a:cubicBezTo>
                      <a:pt x="1732" y="3752"/>
                      <a:pt x="1745" y="3903"/>
                      <a:pt x="1791" y="3929"/>
                    </a:cubicBezTo>
                    <a:cubicBezTo>
                      <a:pt x="1837" y="3956"/>
                      <a:pt x="2068" y="4008"/>
                      <a:pt x="2068" y="4008"/>
                    </a:cubicBezTo>
                    <a:cubicBezTo>
                      <a:pt x="2068" y="4008"/>
                      <a:pt x="2110" y="4041"/>
                      <a:pt x="2158" y="4041"/>
                    </a:cubicBezTo>
                    <a:cubicBezTo>
                      <a:pt x="2199" y="4041"/>
                      <a:pt x="2244" y="4017"/>
                      <a:pt x="2272" y="3929"/>
                    </a:cubicBezTo>
                    <a:cubicBezTo>
                      <a:pt x="2331" y="3738"/>
                      <a:pt x="2377" y="3640"/>
                      <a:pt x="2410" y="3607"/>
                    </a:cubicBezTo>
                    <a:cubicBezTo>
                      <a:pt x="2449" y="3567"/>
                      <a:pt x="2561" y="3482"/>
                      <a:pt x="2561" y="3482"/>
                    </a:cubicBezTo>
                    <a:cubicBezTo>
                      <a:pt x="2561" y="3482"/>
                      <a:pt x="2620" y="3298"/>
                      <a:pt x="2647" y="3245"/>
                    </a:cubicBezTo>
                    <a:cubicBezTo>
                      <a:pt x="2666" y="3199"/>
                      <a:pt x="2732" y="3153"/>
                      <a:pt x="2785" y="3120"/>
                    </a:cubicBezTo>
                    <a:cubicBezTo>
                      <a:pt x="2838" y="3087"/>
                      <a:pt x="2903" y="3080"/>
                      <a:pt x="2943" y="3054"/>
                    </a:cubicBezTo>
                    <a:cubicBezTo>
                      <a:pt x="2989" y="3021"/>
                      <a:pt x="3042" y="2955"/>
                      <a:pt x="3061" y="2916"/>
                    </a:cubicBezTo>
                    <a:cubicBezTo>
                      <a:pt x="3074" y="2883"/>
                      <a:pt x="3147" y="2758"/>
                      <a:pt x="3200" y="2738"/>
                    </a:cubicBezTo>
                    <a:cubicBezTo>
                      <a:pt x="3259" y="2718"/>
                      <a:pt x="3311" y="2692"/>
                      <a:pt x="3371" y="2685"/>
                    </a:cubicBezTo>
                    <a:cubicBezTo>
                      <a:pt x="3397" y="2679"/>
                      <a:pt x="3423" y="2672"/>
                      <a:pt x="3443" y="2666"/>
                    </a:cubicBezTo>
                    <a:cubicBezTo>
                      <a:pt x="3436" y="2587"/>
                      <a:pt x="3489" y="2534"/>
                      <a:pt x="3509" y="2455"/>
                    </a:cubicBezTo>
                    <a:cubicBezTo>
                      <a:pt x="3509" y="2455"/>
                      <a:pt x="3555" y="2225"/>
                      <a:pt x="3548" y="2152"/>
                    </a:cubicBezTo>
                    <a:cubicBezTo>
                      <a:pt x="3535" y="2080"/>
                      <a:pt x="3522" y="1929"/>
                      <a:pt x="3489" y="1909"/>
                    </a:cubicBezTo>
                    <a:cubicBezTo>
                      <a:pt x="3463" y="1883"/>
                      <a:pt x="3325" y="1823"/>
                      <a:pt x="3311" y="1817"/>
                    </a:cubicBezTo>
                    <a:cubicBezTo>
                      <a:pt x="3305" y="1817"/>
                      <a:pt x="3296" y="1827"/>
                      <a:pt x="3286" y="1827"/>
                    </a:cubicBezTo>
                    <a:cubicBezTo>
                      <a:pt x="3274" y="1827"/>
                      <a:pt x="3260" y="1814"/>
                      <a:pt x="3246" y="1758"/>
                    </a:cubicBezTo>
                    <a:cubicBezTo>
                      <a:pt x="3213" y="1659"/>
                      <a:pt x="3206" y="1573"/>
                      <a:pt x="3186" y="1553"/>
                    </a:cubicBezTo>
                    <a:cubicBezTo>
                      <a:pt x="3160" y="1534"/>
                      <a:pt x="3088" y="1507"/>
                      <a:pt x="3068" y="1507"/>
                    </a:cubicBezTo>
                    <a:cubicBezTo>
                      <a:pt x="3058" y="1507"/>
                      <a:pt x="3035" y="1509"/>
                      <a:pt x="3012" y="1509"/>
                    </a:cubicBezTo>
                    <a:cubicBezTo>
                      <a:pt x="2989" y="1509"/>
                      <a:pt x="2966" y="1507"/>
                      <a:pt x="2956" y="1501"/>
                    </a:cubicBezTo>
                    <a:cubicBezTo>
                      <a:pt x="2943" y="1488"/>
                      <a:pt x="2923" y="1409"/>
                      <a:pt x="2910" y="1363"/>
                    </a:cubicBezTo>
                    <a:cubicBezTo>
                      <a:pt x="2897" y="1317"/>
                      <a:pt x="2831" y="1264"/>
                      <a:pt x="2831" y="1218"/>
                    </a:cubicBezTo>
                    <a:cubicBezTo>
                      <a:pt x="2831" y="1178"/>
                      <a:pt x="2739" y="1001"/>
                      <a:pt x="2726" y="856"/>
                    </a:cubicBezTo>
                    <a:cubicBezTo>
                      <a:pt x="2706" y="718"/>
                      <a:pt x="2680" y="586"/>
                      <a:pt x="2680" y="540"/>
                    </a:cubicBezTo>
                    <a:cubicBezTo>
                      <a:pt x="2680" y="487"/>
                      <a:pt x="2686" y="415"/>
                      <a:pt x="2686" y="375"/>
                    </a:cubicBezTo>
                    <a:cubicBezTo>
                      <a:pt x="2686" y="336"/>
                      <a:pt x="2666" y="237"/>
                      <a:pt x="2666" y="237"/>
                    </a:cubicBezTo>
                    <a:lnTo>
                      <a:pt x="2640" y="16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578;p19">
                <a:extLst>
                  <a:ext uri="{FF2B5EF4-FFF2-40B4-BE49-F238E27FC236}">
                    <a16:creationId xmlns:a16="http://schemas.microsoft.com/office/drawing/2014/main" id="{0F2BF8DD-2864-A0F5-AAF4-D2AFE7A97370}"/>
                  </a:ext>
                </a:extLst>
              </p:cNvPr>
              <p:cNvSpPr/>
              <p:nvPr/>
            </p:nvSpPr>
            <p:spPr>
              <a:xfrm>
                <a:off x="6253872" y="1294251"/>
                <a:ext cx="472805" cy="545494"/>
              </a:xfrm>
              <a:custGeom>
                <a:avLst/>
                <a:gdLst/>
                <a:ahLst/>
                <a:cxnLst/>
                <a:rect l="l" t="t" r="r" b="b"/>
                <a:pathLst>
                  <a:path w="4332" h="4998" extrusionOk="0">
                    <a:moveTo>
                      <a:pt x="3253" y="1"/>
                    </a:moveTo>
                    <a:cubicBezTo>
                      <a:pt x="3227" y="1"/>
                      <a:pt x="3206" y="3"/>
                      <a:pt x="3199" y="8"/>
                    </a:cubicBezTo>
                    <a:cubicBezTo>
                      <a:pt x="3180" y="21"/>
                      <a:pt x="3087" y="34"/>
                      <a:pt x="3074" y="41"/>
                    </a:cubicBezTo>
                    <a:cubicBezTo>
                      <a:pt x="3061" y="47"/>
                      <a:pt x="3041" y="93"/>
                      <a:pt x="3054" y="113"/>
                    </a:cubicBezTo>
                    <a:cubicBezTo>
                      <a:pt x="3068" y="133"/>
                      <a:pt x="3094" y="159"/>
                      <a:pt x="3094" y="185"/>
                    </a:cubicBezTo>
                    <a:cubicBezTo>
                      <a:pt x="3094" y="218"/>
                      <a:pt x="3081" y="258"/>
                      <a:pt x="3048" y="284"/>
                    </a:cubicBezTo>
                    <a:cubicBezTo>
                      <a:pt x="3015" y="310"/>
                      <a:pt x="2837" y="422"/>
                      <a:pt x="2824" y="455"/>
                    </a:cubicBezTo>
                    <a:cubicBezTo>
                      <a:pt x="2818" y="488"/>
                      <a:pt x="2850" y="541"/>
                      <a:pt x="2785" y="547"/>
                    </a:cubicBezTo>
                    <a:cubicBezTo>
                      <a:pt x="2725" y="561"/>
                      <a:pt x="2594" y="561"/>
                      <a:pt x="2574" y="574"/>
                    </a:cubicBezTo>
                    <a:cubicBezTo>
                      <a:pt x="2548" y="587"/>
                      <a:pt x="2416" y="620"/>
                      <a:pt x="2396" y="659"/>
                    </a:cubicBezTo>
                    <a:cubicBezTo>
                      <a:pt x="2377" y="692"/>
                      <a:pt x="2311" y="738"/>
                      <a:pt x="2278" y="745"/>
                    </a:cubicBezTo>
                    <a:cubicBezTo>
                      <a:pt x="2245" y="758"/>
                      <a:pt x="2120" y="797"/>
                      <a:pt x="2087" y="817"/>
                    </a:cubicBezTo>
                    <a:cubicBezTo>
                      <a:pt x="2071" y="824"/>
                      <a:pt x="2031" y="825"/>
                      <a:pt x="1996" y="825"/>
                    </a:cubicBezTo>
                    <a:cubicBezTo>
                      <a:pt x="1960" y="825"/>
                      <a:pt x="1929" y="824"/>
                      <a:pt x="1929" y="824"/>
                    </a:cubicBezTo>
                    <a:cubicBezTo>
                      <a:pt x="1929" y="824"/>
                      <a:pt x="1804" y="797"/>
                      <a:pt x="1766" y="797"/>
                    </a:cubicBezTo>
                    <a:cubicBezTo>
                      <a:pt x="1763" y="797"/>
                      <a:pt x="1760" y="797"/>
                      <a:pt x="1758" y="797"/>
                    </a:cubicBezTo>
                    <a:cubicBezTo>
                      <a:pt x="1732" y="811"/>
                      <a:pt x="1567" y="890"/>
                      <a:pt x="1567" y="923"/>
                    </a:cubicBezTo>
                    <a:cubicBezTo>
                      <a:pt x="1574" y="949"/>
                      <a:pt x="1587" y="1133"/>
                      <a:pt x="1560" y="1146"/>
                    </a:cubicBezTo>
                    <a:cubicBezTo>
                      <a:pt x="1556" y="1148"/>
                      <a:pt x="1551" y="1149"/>
                      <a:pt x="1546" y="1149"/>
                    </a:cubicBezTo>
                    <a:cubicBezTo>
                      <a:pt x="1520" y="1149"/>
                      <a:pt x="1487" y="1127"/>
                      <a:pt x="1482" y="1127"/>
                    </a:cubicBezTo>
                    <a:cubicBezTo>
                      <a:pt x="1475" y="1133"/>
                      <a:pt x="1435" y="1153"/>
                      <a:pt x="1429" y="1166"/>
                    </a:cubicBezTo>
                    <a:cubicBezTo>
                      <a:pt x="1416" y="1186"/>
                      <a:pt x="1376" y="1206"/>
                      <a:pt x="1376" y="1206"/>
                    </a:cubicBezTo>
                    <a:cubicBezTo>
                      <a:pt x="1376" y="1206"/>
                      <a:pt x="1337" y="1166"/>
                      <a:pt x="1330" y="1133"/>
                    </a:cubicBezTo>
                    <a:cubicBezTo>
                      <a:pt x="1324" y="1107"/>
                      <a:pt x="1199" y="995"/>
                      <a:pt x="1192" y="988"/>
                    </a:cubicBezTo>
                    <a:cubicBezTo>
                      <a:pt x="1180" y="977"/>
                      <a:pt x="1148" y="934"/>
                      <a:pt x="1122" y="934"/>
                    </a:cubicBezTo>
                    <a:cubicBezTo>
                      <a:pt x="1119" y="934"/>
                      <a:pt x="1116" y="934"/>
                      <a:pt x="1113" y="936"/>
                    </a:cubicBezTo>
                    <a:cubicBezTo>
                      <a:pt x="1087" y="942"/>
                      <a:pt x="1001" y="1008"/>
                      <a:pt x="981" y="1015"/>
                    </a:cubicBezTo>
                    <a:cubicBezTo>
                      <a:pt x="962" y="1015"/>
                      <a:pt x="876" y="1002"/>
                      <a:pt x="863" y="995"/>
                    </a:cubicBezTo>
                    <a:cubicBezTo>
                      <a:pt x="851" y="995"/>
                      <a:pt x="743" y="947"/>
                      <a:pt x="707" y="947"/>
                    </a:cubicBezTo>
                    <a:cubicBezTo>
                      <a:pt x="703" y="947"/>
                      <a:pt x="700" y="948"/>
                      <a:pt x="698" y="949"/>
                    </a:cubicBezTo>
                    <a:cubicBezTo>
                      <a:pt x="686" y="955"/>
                      <a:pt x="636" y="983"/>
                      <a:pt x="617" y="983"/>
                    </a:cubicBezTo>
                    <a:cubicBezTo>
                      <a:pt x="616" y="983"/>
                      <a:pt x="614" y="982"/>
                      <a:pt x="613" y="982"/>
                    </a:cubicBezTo>
                    <a:cubicBezTo>
                      <a:pt x="606" y="975"/>
                      <a:pt x="514" y="883"/>
                      <a:pt x="514" y="876"/>
                    </a:cubicBezTo>
                    <a:cubicBezTo>
                      <a:pt x="507" y="863"/>
                      <a:pt x="514" y="824"/>
                      <a:pt x="448" y="824"/>
                    </a:cubicBezTo>
                    <a:cubicBezTo>
                      <a:pt x="382" y="824"/>
                      <a:pt x="303" y="817"/>
                      <a:pt x="244" y="797"/>
                    </a:cubicBezTo>
                    <a:cubicBezTo>
                      <a:pt x="192" y="778"/>
                      <a:pt x="47" y="686"/>
                      <a:pt x="47" y="686"/>
                    </a:cubicBezTo>
                    <a:lnTo>
                      <a:pt x="47" y="686"/>
                    </a:lnTo>
                    <a:cubicBezTo>
                      <a:pt x="47" y="686"/>
                      <a:pt x="1" y="732"/>
                      <a:pt x="86" y="817"/>
                    </a:cubicBezTo>
                    <a:cubicBezTo>
                      <a:pt x="172" y="909"/>
                      <a:pt x="277" y="982"/>
                      <a:pt x="350" y="1041"/>
                    </a:cubicBezTo>
                    <a:cubicBezTo>
                      <a:pt x="415" y="1094"/>
                      <a:pt x="534" y="1179"/>
                      <a:pt x="540" y="1199"/>
                    </a:cubicBezTo>
                    <a:cubicBezTo>
                      <a:pt x="547" y="1219"/>
                      <a:pt x="547" y="1252"/>
                      <a:pt x="534" y="1285"/>
                    </a:cubicBezTo>
                    <a:cubicBezTo>
                      <a:pt x="514" y="1311"/>
                      <a:pt x="481" y="1324"/>
                      <a:pt x="481" y="1350"/>
                    </a:cubicBezTo>
                    <a:cubicBezTo>
                      <a:pt x="481" y="1370"/>
                      <a:pt x="488" y="1449"/>
                      <a:pt x="488" y="1456"/>
                    </a:cubicBezTo>
                    <a:cubicBezTo>
                      <a:pt x="488" y="1462"/>
                      <a:pt x="488" y="1574"/>
                      <a:pt x="534" y="1614"/>
                    </a:cubicBezTo>
                    <a:cubicBezTo>
                      <a:pt x="580" y="1653"/>
                      <a:pt x="646" y="1699"/>
                      <a:pt x="652" y="1745"/>
                    </a:cubicBezTo>
                    <a:cubicBezTo>
                      <a:pt x="665" y="1791"/>
                      <a:pt x="672" y="1844"/>
                      <a:pt x="659" y="1870"/>
                    </a:cubicBezTo>
                    <a:cubicBezTo>
                      <a:pt x="646" y="1897"/>
                      <a:pt x="646" y="1969"/>
                      <a:pt x="652" y="1989"/>
                    </a:cubicBezTo>
                    <a:lnTo>
                      <a:pt x="659" y="1989"/>
                    </a:lnTo>
                    <a:cubicBezTo>
                      <a:pt x="659" y="1989"/>
                      <a:pt x="659" y="1995"/>
                      <a:pt x="659" y="1995"/>
                    </a:cubicBezTo>
                    <a:cubicBezTo>
                      <a:pt x="659" y="1995"/>
                      <a:pt x="659" y="2002"/>
                      <a:pt x="665" y="2002"/>
                    </a:cubicBezTo>
                    <a:cubicBezTo>
                      <a:pt x="665" y="2008"/>
                      <a:pt x="665" y="2008"/>
                      <a:pt x="672" y="2008"/>
                    </a:cubicBezTo>
                    <a:cubicBezTo>
                      <a:pt x="672" y="2015"/>
                      <a:pt x="679" y="2022"/>
                      <a:pt x="685" y="2028"/>
                    </a:cubicBezTo>
                    <a:cubicBezTo>
                      <a:pt x="692" y="2028"/>
                      <a:pt x="692" y="2035"/>
                      <a:pt x="692" y="2035"/>
                    </a:cubicBezTo>
                    <a:lnTo>
                      <a:pt x="698" y="2035"/>
                    </a:lnTo>
                    <a:cubicBezTo>
                      <a:pt x="698" y="2035"/>
                      <a:pt x="705" y="2041"/>
                      <a:pt x="705" y="2041"/>
                    </a:cubicBezTo>
                    <a:lnTo>
                      <a:pt x="711" y="2041"/>
                    </a:lnTo>
                    <a:cubicBezTo>
                      <a:pt x="711" y="2041"/>
                      <a:pt x="718" y="2048"/>
                      <a:pt x="718" y="2048"/>
                    </a:cubicBezTo>
                    <a:lnTo>
                      <a:pt x="725" y="2048"/>
                    </a:lnTo>
                    <a:cubicBezTo>
                      <a:pt x="731" y="2048"/>
                      <a:pt x="738" y="2055"/>
                      <a:pt x="744" y="2055"/>
                    </a:cubicBezTo>
                    <a:cubicBezTo>
                      <a:pt x="789" y="2059"/>
                      <a:pt x="853" y="2070"/>
                      <a:pt x="895" y="2070"/>
                    </a:cubicBezTo>
                    <a:cubicBezTo>
                      <a:pt x="914" y="2070"/>
                      <a:pt x="929" y="2067"/>
                      <a:pt x="935" y="2061"/>
                    </a:cubicBezTo>
                    <a:cubicBezTo>
                      <a:pt x="958" y="2044"/>
                      <a:pt x="1030" y="2027"/>
                      <a:pt x="1053" y="2027"/>
                    </a:cubicBezTo>
                    <a:cubicBezTo>
                      <a:pt x="1057" y="2027"/>
                      <a:pt x="1059" y="2027"/>
                      <a:pt x="1060" y="2028"/>
                    </a:cubicBezTo>
                    <a:cubicBezTo>
                      <a:pt x="1067" y="2035"/>
                      <a:pt x="1120" y="2068"/>
                      <a:pt x="1113" y="2094"/>
                    </a:cubicBezTo>
                    <a:cubicBezTo>
                      <a:pt x="1106" y="2114"/>
                      <a:pt x="1100" y="2173"/>
                      <a:pt x="1093" y="2219"/>
                    </a:cubicBezTo>
                    <a:cubicBezTo>
                      <a:pt x="1113" y="2219"/>
                      <a:pt x="1212" y="2272"/>
                      <a:pt x="1212" y="2272"/>
                    </a:cubicBezTo>
                    <a:cubicBezTo>
                      <a:pt x="1212" y="2272"/>
                      <a:pt x="1337" y="2311"/>
                      <a:pt x="1356" y="2311"/>
                    </a:cubicBezTo>
                    <a:cubicBezTo>
                      <a:pt x="1383" y="2318"/>
                      <a:pt x="1488" y="2370"/>
                      <a:pt x="1528" y="2410"/>
                    </a:cubicBezTo>
                    <a:cubicBezTo>
                      <a:pt x="1574" y="2443"/>
                      <a:pt x="1541" y="2495"/>
                      <a:pt x="1508" y="2574"/>
                    </a:cubicBezTo>
                    <a:cubicBezTo>
                      <a:pt x="1475" y="2653"/>
                      <a:pt x="1468" y="2752"/>
                      <a:pt x="1468" y="2752"/>
                    </a:cubicBezTo>
                    <a:cubicBezTo>
                      <a:pt x="1468" y="2752"/>
                      <a:pt x="1659" y="2904"/>
                      <a:pt x="1679" y="2910"/>
                    </a:cubicBezTo>
                    <a:cubicBezTo>
                      <a:pt x="1705" y="2923"/>
                      <a:pt x="1765" y="3061"/>
                      <a:pt x="1784" y="3094"/>
                    </a:cubicBezTo>
                    <a:cubicBezTo>
                      <a:pt x="1804" y="3127"/>
                      <a:pt x="1732" y="3219"/>
                      <a:pt x="1699" y="3279"/>
                    </a:cubicBezTo>
                    <a:cubicBezTo>
                      <a:pt x="1659" y="3331"/>
                      <a:pt x="1699" y="3410"/>
                      <a:pt x="1699" y="3450"/>
                    </a:cubicBezTo>
                    <a:cubicBezTo>
                      <a:pt x="1692" y="3496"/>
                      <a:pt x="1725" y="3529"/>
                      <a:pt x="1732" y="3595"/>
                    </a:cubicBezTo>
                    <a:cubicBezTo>
                      <a:pt x="1732" y="3660"/>
                      <a:pt x="1804" y="3884"/>
                      <a:pt x="1883" y="3957"/>
                    </a:cubicBezTo>
                    <a:cubicBezTo>
                      <a:pt x="1969" y="4029"/>
                      <a:pt x="1936" y="4114"/>
                      <a:pt x="1936" y="4154"/>
                    </a:cubicBezTo>
                    <a:cubicBezTo>
                      <a:pt x="1936" y="4193"/>
                      <a:pt x="1909" y="4259"/>
                      <a:pt x="1870" y="4292"/>
                    </a:cubicBezTo>
                    <a:cubicBezTo>
                      <a:pt x="1830" y="4319"/>
                      <a:pt x="1712" y="4384"/>
                      <a:pt x="1699" y="4411"/>
                    </a:cubicBezTo>
                    <a:cubicBezTo>
                      <a:pt x="1679" y="4437"/>
                      <a:pt x="1804" y="4490"/>
                      <a:pt x="1883" y="4523"/>
                    </a:cubicBezTo>
                    <a:cubicBezTo>
                      <a:pt x="1955" y="4562"/>
                      <a:pt x="2028" y="4667"/>
                      <a:pt x="2034" y="4680"/>
                    </a:cubicBezTo>
                    <a:cubicBezTo>
                      <a:pt x="2041" y="4694"/>
                      <a:pt x="2126" y="4825"/>
                      <a:pt x="2146" y="4845"/>
                    </a:cubicBezTo>
                    <a:cubicBezTo>
                      <a:pt x="2152" y="4853"/>
                      <a:pt x="2160" y="4856"/>
                      <a:pt x="2172" y="4856"/>
                    </a:cubicBezTo>
                    <a:cubicBezTo>
                      <a:pt x="2189" y="4856"/>
                      <a:pt x="2214" y="4852"/>
                      <a:pt x="2252" y="4852"/>
                    </a:cubicBezTo>
                    <a:cubicBezTo>
                      <a:pt x="2311" y="4852"/>
                      <a:pt x="2324" y="4950"/>
                      <a:pt x="2357" y="4970"/>
                    </a:cubicBezTo>
                    <a:cubicBezTo>
                      <a:pt x="2380" y="4984"/>
                      <a:pt x="2407" y="4998"/>
                      <a:pt x="2430" y="4998"/>
                    </a:cubicBezTo>
                    <a:cubicBezTo>
                      <a:pt x="2439" y="4998"/>
                      <a:pt x="2448" y="4996"/>
                      <a:pt x="2456" y="4990"/>
                    </a:cubicBezTo>
                    <a:cubicBezTo>
                      <a:pt x="2475" y="4970"/>
                      <a:pt x="2442" y="4944"/>
                      <a:pt x="2403" y="4885"/>
                    </a:cubicBezTo>
                    <a:cubicBezTo>
                      <a:pt x="2363" y="4819"/>
                      <a:pt x="2357" y="4806"/>
                      <a:pt x="2357" y="4759"/>
                    </a:cubicBezTo>
                    <a:cubicBezTo>
                      <a:pt x="2357" y="4713"/>
                      <a:pt x="2370" y="4700"/>
                      <a:pt x="2390" y="4674"/>
                    </a:cubicBezTo>
                    <a:cubicBezTo>
                      <a:pt x="2409" y="4648"/>
                      <a:pt x="2429" y="4628"/>
                      <a:pt x="2423" y="4569"/>
                    </a:cubicBezTo>
                    <a:cubicBezTo>
                      <a:pt x="2409" y="4509"/>
                      <a:pt x="2377" y="4470"/>
                      <a:pt x="2390" y="4397"/>
                    </a:cubicBezTo>
                    <a:cubicBezTo>
                      <a:pt x="2409" y="4325"/>
                      <a:pt x="2561" y="4253"/>
                      <a:pt x="2594" y="4226"/>
                    </a:cubicBezTo>
                    <a:cubicBezTo>
                      <a:pt x="2598" y="4221"/>
                      <a:pt x="2608" y="4218"/>
                      <a:pt x="2620" y="4218"/>
                    </a:cubicBezTo>
                    <a:cubicBezTo>
                      <a:pt x="2684" y="4218"/>
                      <a:pt x="2832" y="4277"/>
                      <a:pt x="2870" y="4299"/>
                    </a:cubicBezTo>
                    <a:cubicBezTo>
                      <a:pt x="2916" y="4319"/>
                      <a:pt x="2962" y="4430"/>
                      <a:pt x="2962" y="4430"/>
                    </a:cubicBezTo>
                    <a:cubicBezTo>
                      <a:pt x="2962" y="4430"/>
                      <a:pt x="3041" y="4490"/>
                      <a:pt x="3068" y="4490"/>
                    </a:cubicBezTo>
                    <a:cubicBezTo>
                      <a:pt x="3094" y="4490"/>
                      <a:pt x="3160" y="4463"/>
                      <a:pt x="3199" y="4450"/>
                    </a:cubicBezTo>
                    <a:cubicBezTo>
                      <a:pt x="3232" y="4437"/>
                      <a:pt x="3298" y="4391"/>
                      <a:pt x="3285" y="4358"/>
                    </a:cubicBezTo>
                    <a:cubicBezTo>
                      <a:pt x="3278" y="4325"/>
                      <a:pt x="3232" y="4312"/>
                      <a:pt x="3199" y="4286"/>
                    </a:cubicBezTo>
                    <a:cubicBezTo>
                      <a:pt x="3173" y="4259"/>
                      <a:pt x="3291" y="4068"/>
                      <a:pt x="3337" y="3989"/>
                    </a:cubicBezTo>
                    <a:cubicBezTo>
                      <a:pt x="3390" y="3910"/>
                      <a:pt x="3462" y="3674"/>
                      <a:pt x="3462" y="3674"/>
                    </a:cubicBezTo>
                    <a:cubicBezTo>
                      <a:pt x="3476" y="3621"/>
                      <a:pt x="3601" y="3614"/>
                      <a:pt x="3745" y="3614"/>
                    </a:cubicBezTo>
                    <a:cubicBezTo>
                      <a:pt x="3765" y="3621"/>
                      <a:pt x="3792" y="3621"/>
                      <a:pt x="3811" y="3621"/>
                    </a:cubicBezTo>
                    <a:lnTo>
                      <a:pt x="3838" y="3621"/>
                    </a:lnTo>
                    <a:cubicBezTo>
                      <a:pt x="3851" y="3621"/>
                      <a:pt x="3871" y="3621"/>
                      <a:pt x="3890" y="3627"/>
                    </a:cubicBezTo>
                    <a:lnTo>
                      <a:pt x="3950" y="3627"/>
                    </a:lnTo>
                    <a:cubicBezTo>
                      <a:pt x="3969" y="3634"/>
                      <a:pt x="3989" y="3634"/>
                      <a:pt x="4009" y="3634"/>
                    </a:cubicBezTo>
                    <a:cubicBezTo>
                      <a:pt x="4015" y="3634"/>
                      <a:pt x="4028" y="3641"/>
                      <a:pt x="4035" y="3641"/>
                    </a:cubicBezTo>
                    <a:cubicBezTo>
                      <a:pt x="4101" y="3647"/>
                      <a:pt x="4160" y="3654"/>
                      <a:pt x="4200" y="3660"/>
                    </a:cubicBezTo>
                    <a:lnTo>
                      <a:pt x="4219" y="3660"/>
                    </a:lnTo>
                    <a:cubicBezTo>
                      <a:pt x="4226" y="3660"/>
                      <a:pt x="4226" y="3660"/>
                      <a:pt x="4233" y="3667"/>
                    </a:cubicBezTo>
                    <a:lnTo>
                      <a:pt x="4259" y="3667"/>
                    </a:lnTo>
                    <a:cubicBezTo>
                      <a:pt x="4272" y="3667"/>
                      <a:pt x="4285" y="3674"/>
                      <a:pt x="4285" y="3674"/>
                    </a:cubicBezTo>
                    <a:lnTo>
                      <a:pt x="4331" y="2917"/>
                    </a:lnTo>
                    <a:cubicBezTo>
                      <a:pt x="4279" y="2904"/>
                      <a:pt x="4213" y="2890"/>
                      <a:pt x="4206" y="2890"/>
                    </a:cubicBezTo>
                    <a:cubicBezTo>
                      <a:pt x="4186" y="2884"/>
                      <a:pt x="4061" y="2831"/>
                      <a:pt x="4042" y="2811"/>
                    </a:cubicBezTo>
                    <a:cubicBezTo>
                      <a:pt x="4015" y="2798"/>
                      <a:pt x="3890" y="2713"/>
                      <a:pt x="3877" y="2680"/>
                    </a:cubicBezTo>
                    <a:cubicBezTo>
                      <a:pt x="3857" y="2653"/>
                      <a:pt x="3739" y="2548"/>
                      <a:pt x="3732" y="2528"/>
                    </a:cubicBezTo>
                    <a:cubicBezTo>
                      <a:pt x="3719" y="2502"/>
                      <a:pt x="3653" y="2370"/>
                      <a:pt x="3653" y="2370"/>
                    </a:cubicBezTo>
                    <a:cubicBezTo>
                      <a:pt x="3653" y="2370"/>
                      <a:pt x="3693" y="2265"/>
                      <a:pt x="3673" y="2212"/>
                    </a:cubicBezTo>
                    <a:cubicBezTo>
                      <a:pt x="3653" y="2153"/>
                      <a:pt x="3522" y="2081"/>
                      <a:pt x="3509" y="2041"/>
                    </a:cubicBezTo>
                    <a:cubicBezTo>
                      <a:pt x="3495" y="2002"/>
                      <a:pt x="3482" y="1857"/>
                      <a:pt x="3489" y="1844"/>
                    </a:cubicBezTo>
                    <a:cubicBezTo>
                      <a:pt x="3489" y="1831"/>
                      <a:pt x="3509" y="1594"/>
                      <a:pt x="3522" y="1535"/>
                    </a:cubicBezTo>
                    <a:cubicBezTo>
                      <a:pt x="3535" y="1469"/>
                      <a:pt x="3601" y="1403"/>
                      <a:pt x="3607" y="1363"/>
                    </a:cubicBezTo>
                    <a:cubicBezTo>
                      <a:pt x="3614" y="1317"/>
                      <a:pt x="3601" y="1245"/>
                      <a:pt x="3601" y="1232"/>
                    </a:cubicBezTo>
                    <a:cubicBezTo>
                      <a:pt x="3601" y="1225"/>
                      <a:pt x="3614" y="1113"/>
                      <a:pt x="3614" y="1113"/>
                    </a:cubicBezTo>
                    <a:cubicBezTo>
                      <a:pt x="3614" y="1113"/>
                      <a:pt x="3805" y="1015"/>
                      <a:pt x="3811" y="962"/>
                    </a:cubicBezTo>
                    <a:cubicBezTo>
                      <a:pt x="3811" y="909"/>
                      <a:pt x="3686" y="817"/>
                      <a:pt x="3680" y="784"/>
                    </a:cubicBezTo>
                    <a:cubicBezTo>
                      <a:pt x="3667" y="751"/>
                      <a:pt x="3653" y="679"/>
                      <a:pt x="3653" y="646"/>
                    </a:cubicBezTo>
                    <a:cubicBezTo>
                      <a:pt x="3653" y="613"/>
                      <a:pt x="3653" y="580"/>
                      <a:pt x="3634" y="574"/>
                    </a:cubicBezTo>
                    <a:cubicBezTo>
                      <a:pt x="3620" y="567"/>
                      <a:pt x="3377" y="514"/>
                      <a:pt x="3377" y="514"/>
                    </a:cubicBezTo>
                    <a:cubicBezTo>
                      <a:pt x="3377" y="514"/>
                      <a:pt x="3377" y="449"/>
                      <a:pt x="3410" y="409"/>
                    </a:cubicBezTo>
                    <a:cubicBezTo>
                      <a:pt x="3436" y="363"/>
                      <a:pt x="3482" y="245"/>
                      <a:pt x="3489" y="238"/>
                    </a:cubicBezTo>
                    <a:cubicBezTo>
                      <a:pt x="3489" y="225"/>
                      <a:pt x="3423" y="41"/>
                      <a:pt x="3390" y="21"/>
                    </a:cubicBezTo>
                    <a:cubicBezTo>
                      <a:pt x="3365" y="8"/>
                      <a:pt x="3301" y="1"/>
                      <a:pt x="3253" y="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579;p19">
                <a:extLst>
                  <a:ext uri="{FF2B5EF4-FFF2-40B4-BE49-F238E27FC236}">
                    <a16:creationId xmlns:a16="http://schemas.microsoft.com/office/drawing/2014/main" id="{0B8000C5-935F-2F5B-CAEB-C0EDE4263D2A}"/>
                  </a:ext>
                </a:extLst>
              </p:cNvPr>
              <p:cNvSpPr/>
              <p:nvPr/>
            </p:nvSpPr>
            <p:spPr>
              <a:xfrm>
                <a:off x="7541092" y="2957579"/>
                <a:ext cx="84913" cy="50206"/>
              </a:xfrm>
              <a:custGeom>
                <a:avLst/>
                <a:gdLst/>
                <a:ahLst/>
                <a:cxnLst/>
                <a:rect l="l" t="t" r="r" b="b"/>
                <a:pathLst>
                  <a:path w="778" h="460" extrusionOk="0">
                    <a:moveTo>
                      <a:pt x="415" y="1"/>
                    </a:moveTo>
                    <a:cubicBezTo>
                      <a:pt x="363" y="1"/>
                      <a:pt x="290" y="4"/>
                      <a:pt x="264" y="4"/>
                    </a:cubicBezTo>
                    <a:cubicBezTo>
                      <a:pt x="224" y="4"/>
                      <a:pt x="185" y="56"/>
                      <a:pt x="158" y="96"/>
                    </a:cubicBezTo>
                    <a:cubicBezTo>
                      <a:pt x="132" y="135"/>
                      <a:pt x="152" y="194"/>
                      <a:pt x="152" y="208"/>
                    </a:cubicBezTo>
                    <a:cubicBezTo>
                      <a:pt x="152" y="214"/>
                      <a:pt x="112" y="234"/>
                      <a:pt x="99" y="247"/>
                    </a:cubicBezTo>
                    <a:cubicBezTo>
                      <a:pt x="86" y="260"/>
                      <a:pt x="73" y="267"/>
                      <a:pt x="40" y="306"/>
                    </a:cubicBezTo>
                    <a:cubicBezTo>
                      <a:pt x="1" y="346"/>
                      <a:pt x="40" y="412"/>
                      <a:pt x="66" y="418"/>
                    </a:cubicBezTo>
                    <a:cubicBezTo>
                      <a:pt x="93" y="425"/>
                      <a:pt x="185" y="425"/>
                      <a:pt x="303" y="438"/>
                    </a:cubicBezTo>
                    <a:cubicBezTo>
                      <a:pt x="400" y="449"/>
                      <a:pt x="470" y="459"/>
                      <a:pt x="518" y="459"/>
                    </a:cubicBezTo>
                    <a:cubicBezTo>
                      <a:pt x="529" y="459"/>
                      <a:pt x="538" y="459"/>
                      <a:pt x="547" y="458"/>
                    </a:cubicBezTo>
                    <a:cubicBezTo>
                      <a:pt x="586" y="458"/>
                      <a:pt x="665" y="444"/>
                      <a:pt x="711" y="431"/>
                    </a:cubicBezTo>
                    <a:cubicBezTo>
                      <a:pt x="757" y="418"/>
                      <a:pt x="718" y="392"/>
                      <a:pt x="718" y="372"/>
                    </a:cubicBezTo>
                    <a:cubicBezTo>
                      <a:pt x="718" y="352"/>
                      <a:pt x="718" y="273"/>
                      <a:pt x="738" y="254"/>
                    </a:cubicBezTo>
                    <a:cubicBezTo>
                      <a:pt x="757" y="240"/>
                      <a:pt x="777" y="234"/>
                      <a:pt x="777" y="214"/>
                    </a:cubicBezTo>
                    <a:lnTo>
                      <a:pt x="777" y="115"/>
                    </a:lnTo>
                    <a:lnTo>
                      <a:pt x="698" y="36"/>
                    </a:lnTo>
                    <a:cubicBezTo>
                      <a:pt x="698" y="36"/>
                      <a:pt x="586" y="30"/>
                      <a:pt x="573" y="30"/>
                    </a:cubicBezTo>
                    <a:cubicBezTo>
                      <a:pt x="553" y="30"/>
                      <a:pt x="488" y="10"/>
                      <a:pt x="468" y="4"/>
                    </a:cubicBezTo>
                    <a:cubicBezTo>
                      <a:pt x="461" y="1"/>
                      <a:pt x="441" y="1"/>
                      <a:pt x="415" y="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580;p19">
                <a:extLst>
                  <a:ext uri="{FF2B5EF4-FFF2-40B4-BE49-F238E27FC236}">
                    <a16:creationId xmlns:a16="http://schemas.microsoft.com/office/drawing/2014/main" id="{724BD1F5-47B1-BF01-153C-C7A64691F5D9}"/>
                  </a:ext>
                </a:extLst>
              </p:cNvPr>
              <p:cNvSpPr/>
              <p:nvPr/>
            </p:nvSpPr>
            <p:spPr>
              <a:xfrm>
                <a:off x="8333353" y="2419944"/>
                <a:ext cx="245134" cy="141558"/>
              </a:xfrm>
              <a:custGeom>
                <a:avLst/>
                <a:gdLst/>
                <a:ahLst/>
                <a:cxnLst/>
                <a:rect l="l" t="t" r="r" b="b"/>
                <a:pathLst>
                  <a:path w="2246" h="1297" extrusionOk="0">
                    <a:moveTo>
                      <a:pt x="1949" y="0"/>
                    </a:moveTo>
                    <a:cubicBezTo>
                      <a:pt x="1916" y="0"/>
                      <a:pt x="1850" y="53"/>
                      <a:pt x="1850" y="53"/>
                    </a:cubicBezTo>
                    <a:cubicBezTo>
                      <a:pt x="1850" y="53"/>
                      <a:pt x="1738" y="86"/>
                      <a:pt x="1732" y="86"/>
                    </a:cubicBezTo>
                    <a:cubicBezTo>
                      <a:pt x="1719" y="86"/>
                      <a:pt x="1666" y="92"/>
                      <a:pt x="1620" y="99"/>
                    </a:cubicBezTo>
                    <a:cubicBezTo>
                      <a:pt x="1574" y="105"/>
                      <a:pt x="1554" y="132"/>
                      <a:pt x="1528" y="165"/>
                    </a:cubicBezTo>
                    <a:cubicBezTo>
                      <a:pt x="1495" y="191"/>
                      <a:pt x="1449" y="237"/>
                      <a:pt x="1422" y="270"/>
                    </a:cubicBezTo>
                    <a:cubicBezTo>
                      <a:pt x="1396" y="303"/>
                      <a:pt x="1357" y="309"/>
                      <a:pt x="1317" y="336"/>
                    </a:cubicBezTo>
                    <a:cubicBezTo>
                      <a:pt x="1299" y="346"/>
                      <a:pt x="1278" y="349"/>
                      <a:pt x="1258" y="349"/>
                    </a:cubicBezTo>
                    <a:cubicBezTo>
                      <a:pt x="1229" y="349"/>
                      <a:pt x="1201" y="342"/>
                      <a:pt x="1185" y="342"/>
                    </a:cubicBezTo>
                    <a:cubicBezTo>
                      <a:pt x="1153" y="342"/>
                      <a:pt x="1060" y="388"/>
                      <a:pt x="1034" y="408"/>
                    </a:cubicBezTo>
                    <a:cubicBezTo>
                      <a:pt x="1025" y="412"/>
                      <a:pt x="1014" y="413"/>
                      <a:pt x="1001" y="413"/>
                    </a:cubicBezTo>
                    <a:cubicBezTo>
                      <a:pt x="972" y="413"/>
                      <a:pt x="936" y="407"/>
                      <a:pt x="905" y="407"/>
                    </a:cubicBezTo>
                    <a:cubicBezTo>
                      <a:pt x="897" y="407"/>
                      <a:pt x="890" y="407"/>
                      <a:pt x="883" y="408"/>
                    </a:cubicBezTo>
                    <a:cubicBezTo>
                      <a:pt x="837" y="408"/>
                      <a:pt x="837" y="402"/>
                      <a:pt x="817" y="388"/>
                    </a:cubicBezTo>
                    <a:cubicBezTo>
                      <a:pt x="797" y="382"/>
                      <a:pt x="751" y="342"/>
                      <a:pt x="738" y="323"/>
                    </a:cubicBezTo>
                    <a:cubicBezTo>
                      <a:pt x="725" y="296"/>
                      <a:pt x="652" y="257"/>
                      <a:pt x="646" y="244"/>
                    </a:cubicBezTo>
                    <a:cubicBezTo>
                      <a:pt x="637" y="231"/>
                      <a:pt x="595" y="227"/>
                      <a:pt x="559" y="227"/>
                    </a:cubicBezTo>
                    <a:cubicBezTo>
                      <a:pt x="539" y="227"/>
                      <a:pt x="521" y="228"/>
                      <a:pt x="514" y="230"/>
                    </a:cubicBezTo>
                    <a:cubicBezTo>
                      <a:pt x="513" y="231"/>
                      <a:pt x="513" y="231"/>
                      <a:pt x="512" y="231"/>
                    </a:cubicBezTo>
                    <a:cubicBezTo>
                      <a:pt x="493" y="231"/>
                      <a:pt x="474" y="158"/>
                      <a:pt x="461" y="151"/>
                    </a:cubicBezTo>
                    <a:cubicBezTo>
                      <a:pt x="455" y="145"/>
                      <a:pt x="363" y="73"/>
                      <a:pt x="356" y="66"/>
                    </a:cubicBezTo>
                    <a:cubicBezTo>
                      <a:pt x="343" y="66"/>
                      <a:pt x="290" y="132"/>
                      <a:pt x="277" y="158"/>
                    </a:cubicBezTo>
                    <a:cubicBezTo>
                      <a:pt x="277" y="158"/>
                      <a:pt x="271" y="165"/>
                      <a:pt x="271" y="171"/>
                    </a:cubicBezTo>
                    <a:cubicBezTo>
                      <a:pt x="264" y="178"/>
                      <a:pt x="257" y="184"/>
                      <a:pt x="257" y="191"/>
                    </a:cubicBezTo>
                    <a:cubicBezTo>
                      <a:pt x="244" y="211"/>
                      <a:pt x="231" y="230"/>
                      <a:pt x="218" y="237"/>
                    </a:cubicBezTo>
                    <a:cubicBezTo>
                      <a:pt x="211" y="250"/>
                      <a:pt x="146" y="257"/>
                      <a:pt x="139" y="263"/>
                    </a:cubicBezTo>
                    <a:cubicBezTo>
                      <a:pt x="132" y="263"/>
                      <a:pt x="113" y="277"/>
                      <a:pt x="99" y="316"/>
                    </a:cubicBezTo>
                    <a:cubicBezTo>
                      <a:pt x="86" y="349"/>
                      <a:pt x="1" y="388"/>
                      <a:pt x="1" y="388"/>
                    </a:cubicBezTo>
                    <a:cubicBezTo>
                      <a:pt x="1" y="395"/>
                      <a:pt x="7" y="402"/>
                      <a:pt x="14" y="408"/>
                    </a:cubicBezTo>
                    <a:cubicBezTo>
                      <a:pt x="40" y="454"/>
                      <a:pt x="99" y="500"/>
                      <a:pt x="99" y="533"/>
                    </a:cubicBezTo>
                    <a:cubicBezTo>
                      <a:pt x="99" y="540"/>
                      <a:pt x="99" y="540"/>
                      <a:pt x="99" y="546"/>
                    </a:cubicBezTo>
                    <a:cubicBezTo>
                      <a:pt x="178" y="560"/>
                      <a:pt x="277" y="573"/>
                      <a:pt x="336" y="619"/>
                    </a:cubicBezTo>
                    <a:cubicBezTo>
                      <a:pt x="343" y="625"/>
                      <a:pt x="356" y="632"/>
                      <a:pt x="369" y="639"/>
                    </a:cubicBezTo>
                    <a:cubicBezTo>
                      <a:pt x="369" y="639"/>
                      <a:pt x="376" y="645"/>
                      <a:pt x="376" y="645"/>
                    </a:cubicBezTo>
                    <a:cubicBezTo>
                      <a:pt x="389" y="652"/>
                      <a:pt x="402" y="658"/>
                      <a:pt x="415" y="665"/>
                    </a:cubicBezTo>
                    <a:cubicBezTo>
                      <a:pt x="442" y="678"/>
                      <a:pt x="468" y="691"/>
                      <a:pt x="494" y="704"/>
                    </a:cubicBezTo>
                    <a:cubicBezTo>
                      <a:pt x="514" y="711"/>
                      <a:pt x="534" y="717"/>
                      <a:pt x="554" y="731"/>
                    </a:cubicBezTo>
                    <a:cubicBezTo>
                      <a:pt x="567" y="737"/>
                      <a:pt x="573" y="737"/>
                      <a:pt x="587" y="744"/>
                    </a:cubicBezTo>
                    <a:cubicBezTo>
                      <a:pt x="613" y="757"/>
                      <a:pt x="639" y="777"/>
                      <a:pt x="652" y="790"/>
                    </a:cubicBezTo>
                    <a:cubicBezTo>
                      <a:pt x="718" y="849"/>
                      <a:pt x="889" y="922"/>
                      <a:pt x="922" y="948"/>
                    </a:cubicBezTo>
                    <a:cubicBezTo>
                      <a:pt x="955" y="968"/>
                      <a:pt x="1106" y="1053"/>
                      <a:pt x="1120" y="1079"/>
                    </a:cubicBezTo>
                    <a:cubicBezTo>
                      <a:pt x="1133" y="1106"/>
                      <a:pt x="1212" y="1172"/>
                      <a:pt x="1231" y="1205"/>
                    </a:cubicBezTo>
                    <a:cubicBezTo>
                      <a:pt x="1238" y="1218"/>
                      <a:pt x="1278" y="1257"/>
                      <a:pt x="1317" y="1297"/>
                    </a:cubicBezTo>
                    <a:cubicBezTo>
                      <a:pt x="1317" y="1290"/>
                      <a:pt x="1324" y="1283"/>
                      <a:pt x="1330" y="1277"/>
                    </a:cubicBezTo>
                    <a:cubicBezTo>
                      <a:pt x="1416" y="1152"/>
                      <a:pt x="1666" y="849"/>
                      <a:pt x="1719" y="790"/>
                    </a:cubicBezTo>
                    <a:cubicBezTo>
                      <a:pt x="1771" y="737"/>
                      <a:pt x="1995" y="573"/>
                      <a:pt x="2028" y="520"/>
                    </a:cubicBezTo>
                    <a:cubicBezTo>
                      <a:pt x="2048" y="487"/>
                      <a:pt x="2159" y="303"/>
                      <a:pt x="2245" y="151"/>
                    </a:cubicBezTo>
                    <a:lnTo>
                      <a:pt x="2192" y="86"/>
                    </a:lnTo>
                    <a:cubicBezTo>
                      <a:pt x="2192" y="86"/>
                      <a:pt x="2087" y="46"/>
                      <a:pt x="2080" y="40"/>
                    </a:cubicBezTo>
                    <a:cubicBezTo>
                      <a:pt x="2067" y="33"/>
                      <a:pt x="1982" y="0"/>
                      <a:pt x="1949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581;p19">
                <a:extLst>
                  <a:ext uri="{FF2B5EF4-FFF2-40B4-BE49-F238E27FC236}">
                    <a16:creationId xmlns:a16="http://schemas.microsoft.com/office/drawing/2014/main" id="{50A380D2-9046-9CC8-B94A-4D2B013E65AF}"/>
                  </a:ext>
                </a:extLst>
              </p:cNvPr>
              <p:cNvSpPr/>
              <p:nvPr/>
            </p:nvSpPr>
            <p:spPr>
              <a:xfrm>
                <a:off x="8293189" y="2195330"/>
                <a:ext cx="309637" cy="183687"/>
              </a:xfrm>
              <a:custGeom>
                <a:avLst/>
                <a:gdLst/>
                <a:ahLst/>
                <a:cxnLst/>
                <a:rect l="l" t="t" r="r" b="b"/>
                <a:pathLst>
                  <a:path w="2837" h="1683" extrusionOk="0">
                    <a:moveTo>
                      <a:pt x="1149" y="1"/>
                    </a:moveTo>
                    <a:cubicBezTo>
                      <a:pt x="1143" y="1"/>
                      <a:pt x="1135" y="2"/>
                      <a:pt x="1126" y="5"/>
                    </a:cubicBezTo>
                    <a:cubicBezTo>
                      <a:pt x="1047" y="31"/>
                      <a:pt x="974" y="38"/>
                      <a:pt x="948" y="71"/>
                    </a:cubicBezTo>
                    <a:cubicBezTo>
                      <a:pt x="922" y="110"/>
                      <a:pt x="889" y="110"/>
                      <a:pt x="856" y="130"/>
                    </a:cubicBezTo>
                    <a:cubicBezTo>
                      <a:pt x="829" y="150"/>
                      <a:pt x="770" y="143"/>
                      <a:pt x="737" y="163"/>
                    </a:cubicBezTo>
                    <a:cubicBezTo>
                      <a:pt x="698" y="182"/>
                      <a:pt x="691" y="202"/>
                      <a:pt x="658" y="248"/>
                    </a:cubicBezTo>
                    <a:cubicBezTo>
                      <a:pt x="625" y="294"/>
                      <a:pt x="665" y="281"/>
                      <a:pt x="593" y="327"/>
                    </a:cubicBezTo>
                    <a:cubicBezTo>
                      <a:pt x="527" y="373"/>
                      <a:pt x="467" y="400"/>
                      <a:pt x="448" y="400"/>
                    </a:cubicBezTo>
                    <a:cubicBezTo>
                      <a:pt x="428" y="400"/>
                      <a:pt x="329" y="380"/>
                      <a:pt x="323" y="367"/>
                    </a:cubicBezTo>
                    <a:cubicBezTo>
                      <a:pt x="316" y="360"/>
                      <a:pt x="211" y="261"/>
                      <a:pt x="211" y="261"/>
                    </a:cubicBezTo>
                    <a:cubicBezTo>
                      <a:pt x="211" y="261"/>
                      <a:pt x="202" y="239"/>
                      <a:pt x="172" y="239"/>
                    </a:cubicBezTo>
                    <a:cubicBezTo>
                      <a:pt x="166" y="239"/>
                      <a:pt x="159" y="239"/>
                      <a:pt x="152" y="242"/>
                    </a:cubicBezTo>
                    <a:cubicBezTo>
                      <a:pt x="138" y="248"/>
                      <a:pt x="125" y="248"/>
                      <a:pt x="112" y="248"/>
                    </a:cubicBezTo>
                    <a:cubicBezTo>
                      <a:pt x="112" y="248"/>
                      <a:pt x="112" y="248"/>
                      <a:pt x="112" y="255"/>
                    </a:cubicBezTo>
                    <a:cubicBezTo>
                      <a:pt x="125" y="294"/>
                      <a:pt x="132" y="340"/>
                      <a:pt x="112" y="386"/>
                    </a:cubicBezTo>
                    <a:cubicBezTo>
                      <a:pt x="92" y="433"/>
                      <a:pt x="59" y="479"/>
                      <a:pt x="66" y="525"/>
                    </a:cubicBezTo>
                    <a:cubicBezTo>
                      <a:pt x="66" y="571"/>
                      <a:pt x="125" y="577"/>
                      <a:pt x="86" y="617"/>
                    </a:cubicBezTo>
                    <a:cubicBezTo>
                      <a:pt x="46" y="663"/>
                      <a:pt x="7" y="656"/>
                      <a:pt x="7" y="689"/>
                    </a:cubicBezTo>
                    <a:cubicBezTo>
                      <a:pt x="0" y="722"/>
                      <a:pt x="20" y="729"/>
                      <a:pt x="46" y="788"/>
                    </a:cubicBezTo>
                    <a:cubicBezTo>
                      <a:pt x="79" y="847"/>
                      <a:pt x="152" y="966"/>
                      <a:pt x="132" y="1018"/>
                    </a:cubicBezTo>
                    <a:cubicBezTo>
                      <a:pt x="106" y="1071"/>
                      <a:pt x="73" y="1124"/>
                      <a:pt x="40" y="1170"/>
                    </a:cubicBezTo>
                    <a:cubicBezTo>
                      <a:pt x="33" y="1170"/>
                      <a:pt x="33" y="1176"/>
                      <a:pt x="27" y="1176"/>
                    </a:cubicBezTo>
                    <a:cubicBezTo>
                      <a:pt x="33" y="1189"/>
                      <a:pt x="40" y="1189"/>
                      <a:pt x="40" y="1196"/>
                    </a:cubicBezTo>
                    <a:cubicBezTo>
                      <a:pt x="40" y="1222"/>
                      <a:pt x="132" y="1262"/>
                      <a:pt x="145" y="1262"/>
                    </a:cubicBezTo>
                    <a:cubicBezTo>
                      <a:pt x="152" y="1262"/>
                      <a:pt x="198" y="1242"/>
                      <a:pt x="244" y="1216"/>
                    </a:cubicBezTo>
                    <a:cubicBezTo>
                      <a:pt x="252" y="1212"/>
                      <a:pt x="259" y="1210"/>
                      <a:pt x="265" y="1210"/>
                    </a:cubicBezTo>
                    <a:cubicBezTo>
                      <a:pt x="302" y="1210"/>
                      <a:pt x="317" y="1265"/>
                      <a:pt x="323" y="1282"/>
                    </a:cubicBezTo>
                    <a:cubicBezTo>
                      <a:pt x="336" y="1295"/>
                      <a:pt x="382" y="1347"/>
                      <a:pt x="435" y="1360"/>
                    </a:cubicBezTo>
                    <a:cubicBezTo>
                      <a:pt x="437" y="1361"/>
                      <a:pt x="440" y="1361"/>
                      <a:pt x="443" y="1361"/>
                    </a:cubicBezTo>
                    <a:cubicBezTo>
                      <a:pt x="501" y="1361"/>
                      <a:pt x="687" y="1247"/>
                      <a:pt x="737" y="1209"/>
                    </a:cubicBezTo>
                    <a:cubicBezTo>
                      <a:pt x="797" y="1170"/>
                      <a:pt x="836" y="1124"/>
                      <a:pt x="876" y="1058"/>
                    </a:cubicBezTo>
                    <a:cubicBezTo>
                      <a:pt x="915" y="999"/>
                      <a:pt x="955" y="999"/>
                      <a:pt x="1014" y="946"/>
                    </a:cubicBezTo>
                    <a:cubicBezTo>
                      <a:pt x="1031" y="929"/>
                      <a:pt x="1048" y="923"/>
                      <a:pt x="1065" y="923"/>
                    </a:cubicBezTo>
                    <a:cubicBezTo>
                      <a:pt x="1107" y="923"/>
                      <a:pt x="1147" y="959"/>
                      <a:pt x="1185" y="959"/>
                    </a:cubicBezTo>
                    <a:cubicBezTo>
                      <a:pt x="1231" y="959"/>
                      <a:pt x="1277" y="1064"/>
                      <a:pt x="1277" y="1091"/>
                    </a:cubicBezTo>
                    <a:cubicBezTo>
                      <a:pt x="1277" y="1124"/>
                      <a:pt x="1257" y="1143"/>
                      <a:pt x="1244" y="1150"/>
                    </a:cubicBezTo>
                    <a:cubicBezTo>
                      <a:pt x="1231" y="1156"/>
                      <a:pt x="1178" y="1183"/>
                      <a:pt x="1159" y="1209"/>
                    </a:cubicBezTo>
                    <a:cubicBezTo>
                      <a:pt x="1139" y="1235"/>
                      <a:pt x="1159" y="1255"/>
                      <a:pt x="1159" y="1282"/>
                    </a:cubicBezTo>
                    <a:cubicBezTo>
                      <a:pt x="1159" y="1308"/>
                      <a:pt x="1126" y="1321"/>
                      <a:pt x="1093" y="1341"/>
                    </a:cubicBezTo>
                    <a:cubicBezTo>
                      <a:pt x="1066" y="1367"/>
                      <a:pt x="1053" y="1420"/>
                      <a:pt x="1053" y="1426"/>
                    </a:cubicBezTo>
                    <a:cubicBezTo>
                      <a:pt x="1060" y="1439"/>
                      <a:pt x="1106" y="1479"/>
                      <a:pt x="1126" y="1499"/>
                    </a:cubicBezTo>
                    <a:cubicBezTo>
                      <a:pt x="1145" y="1512"/>
                      <a:pt x="1145" y="1624"/>
                      <a:pt x="1152" y="1637"/>
                    </a:cubicBezTo>
                    <a:cubicBezTo>
                      <a:pt x="1165" y="1657"/>
                      <a:pt x="1218" y="1683"/>
                      <a:pt x="1257" y="1683"/>
                    </a:cubicBezTo>
                    <a:cubicBezTo>
                      <a:pt x="1297" y="1683"/>
                      <a:pt x="1316" y="1643"/>
                      <a:pt x="1343" y="1630"/>
                    </a:cubicBezTo>
                    <a:cubicBezTo>
                      <a:pt x="1352" y="1624"/>
                      <a:pt x="1363" y="1622"/>
                      <a:pt x="1376" y="1622"/>
                    </a:cubicBezTo>
                    <a:cubicBezTo>
                      <a:pt x="1401" y="1622"/>
                      <a:pt x="1428" y="1630"/>
                      <a:pt x="1442" y="1630"/>
                    </a:cubicBezTo>
                    <a:cubicBezTo>
                      <a:pt x="1461" y="1630"/>
                      <a:pt x="1527" y="1578"/>
                      <a:pt x="1527" y="1532"/>
                    </a:cubicBezTo>
                    <a:cubicBezTo>
                      <a:pt x="1527" y="1486"/>
                      <a:pt x="1553" y="1439"/>
                      <a:pt x="1580" y="1400"/>
                    </a:cubicBezTo>
                    <a:cubicBezTo>
                      <a:pt x="1606" y="1367"/>
                      <a:pt x="1626" y="1354"/>
                      <a:pt x="1659" y="1328"/>
                    </a:cubicBezTo>
                    <a:cubicBezTo>
                      <a:pt x="1674" y="1312"/>
                      <a:pt x="1687" y="1307"/>
                      <a:pt x="1702" y="1307"/>
                    </a:cubicBezTo>
                    <a:cubicBezTo>
                      <a:pt x="1720" y="1307"/>
                      <a:pt x="1742" y="1314"/>
                      <a:pt x="1777" y="1321"/>
                    </a:cubicBezTo>
                    <a:cubicBezTo>
                      <a:pt x="1801" y="1325"/>
                      <a:pt x="1825" y="1327"/>
                      <a:pt x="1846" y="1327"/>
                    </a:cubicBezTo>
                    <a:cubicBezTo>
                      <a:pt x="1890" y="1327"/>
                      <a:pt x="1926" y="1321"/>
                      <a:pt x="1948" y="1321"/>
                    </a:cubicBezTo>
                    <a:cubicBezTo>
                      <a:pt x="1988" y="1321"/>
                      <a:pt x="2021" y="1314"/>
                      <a:pt x="2054" y="1301"/>
                    </a:cubicBezTo>
                    <a:cubicBezTo>
                      <a:pt x="2080" y="1288"/>
                      <a:pt x="2192" y="1268"/>
                      <a:pt x="2198" y="1268"/>
                    </a:cubicBezTo>
                    <a:cubicBezTo>
                      <a:pt x="2212" y="1268"/>
                      <a:pt x="2277" y="1262"/>
                      <a:pt x="2310" y="1209"/>
                    </a:cubicBezTo>
                    <a:cubicBezTo>
                      <a:pt x="2337" y="1156"/>
                      <a:pt x="2323" y="1137"/>
                      <a:pt x="2330" y="1117"/>
                    </a:cubicBezTo>
                    <a:cubicBezTo>
                      <a:pt x="2337" y="1104"/>
                      <a:pt x="2409" y="1064"/>
                      <a:pt x="2462" y="1045"/>
                    </a:cubicBezTo>
                    <a:cubicBezTo>
                      <a:pt x="2479" y="1036"/>
                      <a:pt x="2495" y="1033"/>
                      <a:pt x="2509" y="1033"/>
                    </a:cubicBezTo>
                    <a:cubicBezTo>
                      <a:pt x="2536" y="1033"/>
                      <a:pt x="2554" y="1045"/>
                      <a:pt x="2554" y="1045"/>
                    </a:cubicBezTo>
                    <a:cubicBezTo>
                      <a:pt x="2554" y="1045"/>
                      <a:pt x="2718" y="1130"/>
                      <a:pt x="2725" y="1130"/>
                    </a:cubicBezTo>
                    <a:cubicBezTo>
                      <a:pt x="2731" y="1130"/>
                      <a:pt x="2784" y="1156"/>
                      <a:pt x="2837" y="1176"/>
                    </a:cubicBezTo>
                    <a:cubicBezTo>
                      <a:pt x="2837" y="1156"/>
                      <a:pt x="2837" y="1143"/>
                      <a:pt x="2837" y="1137"/>
                    </a:cubicBezTo>
                    <a:cubicBezTo>
                      <a:pt x="2824" y="1012"/>
                      <a:pt x="2824" y="860"/>
                      <a:pt x="2791" y="689"/>
                    </a:cubicBezTo>
                    <a:cubicBezTo>
                      <a:pt x="2771" y="617"/>
                      <a:pt x="2745" y="505"/>
                      <a:pt x="2712" y="386"/>
                    </a:cubicBezTo>
                    <a:cubicBezTo>
                      <a:pt x="2666" y="400"/>
                      <a:pt x="2613" y="419"/>
                      <a:pt x="2567" y="419"/>
                    </a:cubicBezTo>
                    <a:cubicBezTo>
                      <a:pt x="2488" y="426"/>
                      <a:pt x="2416" y="433"/>
                      <a:pt x="2416" y="433"/>
                    </a:cubicBezTo>
                    <a:cubicBezTo>
                      <a:pt x="2416" y="433"/>
                      <a:pt x="2324" y="353"/>
                      <a:pt x="2305" y="353"/>
                    </a:cubicBezTo>
                    <a:cubicBezTo>
                      <a:pt x="2305" y="353"/>
                      <a:pt x="2304" y="353"/>
                      <a:pt x="2304" y="354"/>
                    </a:cubicBezTo>
                    <a:cubicBezTo>
                      <a:pt x="2303" y="355"/>
                      <a:pt x="2300" y="355"/>
                      <a:pt x="2297" y="355"/>
                    </a:cubicBezTo>
                    <a:cubicBezTo>
                      <a:pt x="2284" y="355"/>
                      <a:pt x="2257" y="349"/>
                      <a:pt x="2237" y="349"/>
                    </a:cubicBezTo>
                    <a:cubicBezTo>
                      <a:pt x="2229" y="349"/>
                      <a:pt x="2222" y="350"/>
                      <a:pt x="2218" y="354"/>
                    </a:cubicBezTo>
                    <a:cubicBezTo>
                      <a:pt x="2212" y="360"/>
                      <a:pt x="2174" y="362"/>
                      <a:pt x="2135" y="362"/>
                    </a:cubicBezTo>
                    <a:cubicBezTo>
                      <a:pt x="2096" y="362"/>
                      <a:pt x="2057" y="360"/>
                      <a:pt x="2047" y="360"/>
                    </a:cubicBezTo>
                    <a:cubicBezTo>
                      <a:pt x="2034" y="360"/>
                      <a:pt x="1948" y="314"/>
                      <a:pt x="1948" y="314"/>
                    </a:cubicBezTo>
                    <a:cubicBezTo>
                      <a:pt x="1948" y="314"/>
                      <a:pt x="1942" y="317"/>
                      <a:pt x="1927" y="317"/>
                    </a:cubicBezTo>
                    <a:cubicBezTo>
                      <a:pt x="1919" y="317"/>
                      <a:pt x="1909" y="316"/>
                      <a:pt x="1896" y="314"/>
                    </a:cubicBezTo>
                    <a:lnTo>
                      <a:pt x="1804" y="314"/>
                    </a:lnTo>
                    <a:cubicBezTo>
                      <a:pt x="1804" y="314"/>
                      <a:pt x="1784" y="307"/>
                      <a:pt x="1764" y="288"/>
                    </a:cubicBezTo>
                    <a:cubicBezTo>
                      <a:pt x="1745" y="269"/>
                      <a:pt x="1709" y="221"/>
                      <a:pt x="1678" y="221"/>
                    </a:cubicBezTo>
                    <a:cubicBezTo>
                      <a:pt x="1676" y="221"/>
                      <a:pt x="1674" y="222"/>
                      <a:pt x="1672" y="222"/>
                    </a:cubicBezTo>
                    <a:cubicBezTo>
                      <a:pt x="1646" y="229"/>
                      <a:pt x="1606" y="222"/>
                      <a:pt x="1593" y="268"/>
                    </a:cubicBezTo>
                    <a:cubicBezTo>
                      <a:pt x="1586" y="307"/>
                      <a:pt x="1573" y="321"/>
                      <a:pt x="1593" y="354"/>
                    </a:cubicBezTo>
                    <a:cubicBezTo>
                      <a:pt x="1603" y="360"/>
                      <a:pt x="1606" y="362"/>
                      <a:pt x="1607" y="362"/>
                    </a:cubicBezTo>
                    <a:cubicBezTo>
                      <a:pt x="1608" y="362"/>
                      <a:pt x="1606" y="360"/>
                      <a:pt x="1606" y="360"/>
                    </a:cubicBezTo>
                    <a:lnTo>
                      <a:pt x="1606" y="360"/>
                    </a:lnTo>
                    <a:cubicBezTo>
                      <a:pt x="1606" y="360"/>
                      <a:pt x="1613" y="367"/>
                      <a:pt x="1619" y="380"/>
                    </a:cubicBezTo>
                    <a:cubicBezTo>
                      <a:pt x="1646" y="419"/>
                      <a:pt x="1659" y="433"/>
                      <a:pt x="1646" y="452"/>
                    </a:cubicBezTo>
                    <a:cubicBezTo>
                      <a:pt x="1639" y="472"/>
                      <a:pt x="1613" y="479"/>
                      <a:pt x="1606" y="498"/>
                    </a:cubicBezTo>
                    <a:cubicBezTo>
                      <a:pt x="1606" y="518"/>
                      <a:pt x="1626" y="577"/>
                      <a:pt x="1632" y="584"/>
                    </a:cubicBezTo>
                    <a:cubicBezTo>
                      <a:pt x="1639" y="590"/>
                      <a:pt x="1659" y="610"/>
                      <a:pt x="1639" y="630"/>
                    </a:cubicBezTo>
                    <a:cubicBezTo>
                      <a:pt x="1626" y="650"/>
                      <a:pt x="1593" y="656"/>
                      <a:pt x="1580" y="676"/>
                    </a:cubicBezTo>
                    <a:cubicBezTo>
                      <a:pt x="1573" y="696"/>
                      <a:pt x="1534" y="735"/>
                      <a:pt x="1514" y="735"/>
                    </a:cubicBezTo>
                    <a:cubicBezTo>
                      <a:pt x="1501" y="735"/>
                      <a:pt x="1448" y="722"/>
                      <a:pt x="1442" y="696"/>
                    </a:cubicBezTo>
                    <a:cubicBezTo>
                      <a:pt x="1435" y="663"/>
                      <a:pt x="1448" y="584"/>
                      <a:pt x="1422" y="571"/>
                    </a:cubicBezTo>
                    <a:cubicBezTo>
                      <a:pt x="1401" y="560"/>
                      <a:pt x="1388" y="532"/>
                      <a:pt x="1367" y="532"/>
                    </a:cubicBezTo>
                    <a:cubicBezTo>
                      <a:pt x="1361" y="532"/>
                      <a:pt x="1356" y="534"/>
                      <a:pt x="1349" y="538"/>
                    </a:cubicBezTo>
                    <a:cubicBezTo>
                      <a:pt x="1310" y="564"/>
                      <a:pt x="1297" y="597"/>
                      <a:pt x="1277" y="597"/>
                    </a:cubicBezTo>
                    <a:cubicBezTo>
                      <a:pt x="1275" y="597"/>
                      <a:pt x="1274" y="598"/>
                      <a:pt x="1272" y="598"/>
                    </a:cubicBezTo>
                    <a:cubicBezTo>
                      <a:pt x="1243" y="598"/>
                      <a:pt x="1184" y="551"/>
                      <a:pt x="1172" y="551"/>
                    </a:cubicBezTo>
                    <a:cubicBezTo>
                      <a:pt x="1159" y="551"/>
                      <a:pt x="1066" y="584"/>
                      <a:pt x="1066" y="584"/>
                    </a:cubicBezTo>
                    <a:cubicBezTo>
                      <a:pt x="1066" y="584"/>
                      <a:pt x="1055" y="590"/>
                      <a:pt x="1041" y="590"/>
                    </a:cubicBezTo>
                    <a:cubicBezTo>
                      <a:pt x="1034" y="590"/>
                      <a:pt x="1027" y="588"/>
                      <a:pt x="1020" y="584"/>
                    </a:cubicBezTo>
                    <a:cubicBezTo>
                      <a:pt x="1007" y="571"/>
                      <a:pt x="974" y="485"/>
                      <a:pt x="968" y="479"/>
                    </a:cubicBezTo>
                    <a:cubicBezTo>
                      <a:pt x="955" y="472"/>
                      <a:pt x="948" y="393"/>
                      <a:pt x="948" y="373"/>
                    </a:cubicBezTo>
                    <a:cubicBezTo>
                      <a:pt x="948" y="354"/>
                      <a:pt x="935" y="360"/>
                      <a:pt x="974" y="314"/>
                    </a:cubicBezTo>
                    <a:cubicBezTo>
                      <a:pt x="1014" y="261"/>
                      <a:pt x="994" y="229"/>
                      <a:pt x="1020" y="222"/>
                    </a:cubicBezTo>
                    <a:cubicBezTo>
                      <a:pt x="1047" y="209"/>
                      <a:pt x="1126" y="215"/>
                      <a:pt x="1126" y="196"/>
                    </a:cubicBezTo>
                    <a:cubicBezTo>
                      <a:pt x="1126" y="169"/>
                      <a:pt x="1145" y="103"/>
                      <a:pt x="1145" y="97"/>
                    </a:cubicBezTo>
                    <a:cubicBezTo>
                      <a:pt x="1145" y="85"/>
                      <a:pt x="1197" y="1"/>
                      <a:pt x="1149" y="1"/>
                    </a:cubicBezTo>
                    <a:close/>
                  </a:path>
                </a:pathLst>
              </a:custGeom>
              <a:solidFill>
                <a:srgbClr val="BFBFBF"/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582;p19">
                <a:extLst>
                  <a:ext uri="{FF2B5EF4-FFF2-40B4-BE49-F238E27FC236}">
                    <a16:creationId xmlns:a16="http://schemas.microsoft.com/office/drawing/2014/main" id="{9A8BB1E2-5492-23BD-BF54-AE265FD7C4D9}"/>
                  </a:ext>
                </a:extLst>
              </p:cNvPr>
              <p:cNvSpPr/>
              <p:nvPr/>
            </p:nvSpPr>
            <p:spPr>
              <a:xfrm>
                <a:off x="8304649" y="2103868"/>
                <a:ext cx="283880" cy="172445"/>
              </a:xfrm>
              <a:custGeom>
                <a:avLst/>
                <a:gdLst/>
                <a:ahLst/>
                <a:cxnLst/>
                <a:rect l="l" t="t" r="r" b="b"/>
                <a:pathLst>
                  <a:path w="2601" h="1580" extrusionOk="0">
                    <a:moveTo>
                      <a:pt x="1021" y="0"/>
                    </a:moveTo>
                    <a:cubicBezTo>
                      <a:pt x="1021" y="0"/>
                      <a:pt x="882" y="27"/>
                      <a:pt x="817" y="33"/>
                    </a:cubicBezTo>
                    <a:cubicBezTo>
                      <a:pt x="780" y="33"/>
                      <a:pt x="759" y="27"/>
                      <a:pt x="743" y="27"/>
                    </a:cubicBezTo>
                    <a:cubicBezTo>
                      <a:pt x="728" y="27"/>
                      <a:pt x="718" y="33"/>
                      <a:pt x="705" y="60"/>
                    </a:cubicBezTo>
                    <a:cubicBezTo>
                      <a:pt x="678" y="106"/>
                      <a:pt x="645" y="191"/>
                      <a:pt x="632" y="244"/>
                    </a:cubicBezTo>
                    <a:cubicBezTo>
                      <a:pt x="619" y="303"/>
                      <a:pt x="586" y="329"/>
                      <a:pt x="520" y="435"/>
                    </a:cubicBezTo>
                    <a:cubicBezTo>
                      <a:pt x="461" y="533"/>
                      <a:pt x="435" y="606"/>
                      <a:pt x="402" y="665"/>
                    </a:cubicBezTo>
                    <a:cubicBezTo>
                      <a:pt x="362" y="724"/>
                      <a:pt x="369" y="764"/>
                      <a:pt x="303" y="803"/>
                    </a:cubicBezTo>
                    <a:cubicBezTo>
                      <a:pt x="237" y="849"/>
                      <a:pt x="244" y="836"/>
                      <a:pt x="139" y="915"/>
                    </a:cubicBezTo>
                    <a:cubicBezTo>
                      <a:pt x="33" y="988"/>
                      <a:pt x="1" y="1047"/>
                      <a:pt x="7" y="1086"/>
                    </a:cubicBezTo>
                    <a:cubicBezTo>
                      <a:pt x="14" y="1086"/>
                      <a:pt x="27" y="1086"/>
                      <a:pt x="47" y="1080"/>
                    </a:cubicBezTo>
                    <a:cubicBezTo>
                      <a:pt x="53" y="1077"/>
                      <a:pt x="59" y="1077"/>
                      <a:pt x="64" y="1077"/>
                    </a:cubicBezTo>
                    <a:cubicBezTo>
                      <a:pt x="90" y="1077"/>
                      <a:pt x="99" y="1099"/>
                      <a:pt x="99" y="1099"/>
                    </a:cubicBezTo>
                    <a:cubicBezTo>
                      <a:pt x="99" y="1099"/>
                      <a:pt x="205" y="1198"/>
                      <a:pt x="211" y="1205"/>
                    </a:cubicBezTo>
                    <a:cubicBezTo>
                      <a:pt x="218" y="1218"/>
                      <a:pt x="323" y="1238"/>
                      <a:pt x="336" y="1238"/>
                    </a:cubicBezTo>
                    <a:cubicBezTo>
                      <a:pt x="356" y="1238"/>
                      <a:pt x="415" y="1211"/>
                      <a:pt x="488" y="1165"/>
                    </a:cubicBezTo>
                    <a:cubicBezTo>
                      <a:pt x="553" y="1119"/>
                      <a:pt x="520" y="1132"/>
                      <a:pt x="547" y="1086"/>
                    </a:cubicBezTo>
                    <a:cubicBezTo>
                      <a:pt x="580" y="1040"/>
                      <a:pt x="593" y="1020"/>
                      <a:pt x="626" y="1001"/>
                    </a:cubicBezTo>
                    <a:cubicBezTo>
                      <a:pt x="659" y="988"/>
                      <a:pt x="718" y="988"/>
                      <a:pt x="751" y="968"/>
                    </a:cubicBezTo>
                    <a:cubicBezTo>
                      <a:pt x="784" y="948"/>
                      <a:pt x="810" y="948"/>
                      <a:pt x="836" y="909"/>
                    </a:cubicBezTo>
                    <a:cubicBezTo>
                      <a:pt x="863" y="876"/>
                      <a:pt x="935" y="869"/>
                      <a:pt x="1021" y="843"/>
                    </a:cubicBezTo>
                    <a:cubicBezTo>
                      <a:pt x="1029" y="840"/>
                      <a:pt x="1036" y="839"/>
                      <a:pt x="1042" y="839"/>
                    </a:cubicBezTo>
                    <a:cubicBezTo>
                      <a:pt x="1087" y="839"/>
                      <a:pt x="1040" y="923"/>
                      <a:pt x="1040" y="935"/>
                    </a:cubicBezTo>
                    <a:cubicBezTo>
                      <a:pt x="1040" y="941"/>
                      <a:pt x="1021" y="1007"/>
                      <a:pt x="1021" y="1034"/>
                    </a:cubicBezTo>
                    <a:cubicBezTo>
                      <a:pt x="1021" y="1053"/>
                      <a:pt x="942" y="1047"/>
                      <a:pt x="915" y="1060"/>
                    </a:cubicBezTo>
                    <a:cubicBezTo>
                      <a:pt x="882" y="1067"/>
                      <a:pt x="902" y="1099"/>
                      <a:pt x="869" y="1152"/>
                    </a:cubicBezTo>
                    <a:cubicBezTo>
                      <a:pt x="830" y="1198"/>
                      <a:pt x="836" y="1192"/>
                      <a:pt x="836" y="1211"/>
                    </a:cubicBezTo>
                    <a:cubicBezTo>
                      <a:pt x="836" y="1231"/>
                      <a:pt x="843" y="1310"/>
                      <a:pt x="856" y="1317"/>
                    </a:cubicBezTo>
                    <a:cubicBezTo>
                      <a:pt x="869" y="1323"/>
                      <a:pt x="896" y="1409"/>
                      <a:pt x="915" y="1422"/>
                    </a:cubicBezTo>
                    <a:cubicBezTo>
                      <a:pt x="922" y="1426"/>
                      <a:pt x="929" y="1428"/>
                      <a:pt x="936" y="1428"/>
                    </a:cubicBezTo>
                    <a:cubicBezTo>
                      <a:pt x="950" y="1428"/>
                      <a:pt x="961" y="1422"/>
                      <a:pt x="961" y="1422"/>
                    </a:cubicBezTo>
                    <a:cubicBezTo>
                      <a:pt x="961" y="1422"/>
                      <a:pt x="1054" y="1389"/>
                      <a:pt x="1067" y="1389"/>
                    </a:cubicBezTo>
                    <a:cubicBezTo>
                      <a:pt x="1079" y="1389"/>
                      <a:pt x="1132" y="1436"/>
                      <a:pt x="1160" y="1436"/>
                    </a:cubicBezTo>
                    <a:cubicBezTo>
                      <a:pt x="1162" y="1436"/>
                      <a:pt x="1164" y="1435"/>
                      <a:pt x="1165" y="1435"/>
                    </a:cubicBezTo>
                    <a:cubicBezTo>
                      <a:pt x="1192" y="1435"/>
                      <a:pt x="1205" y="1402"/>
                      <a:pt x="1238" y="1376"/>
                    </a:cubicBezTo>
                    <a:cubicBezTo>
                      <a:pt x="1245" y="1372"/>
                      <a:pt x="1252" y="1370"/>
                      <a:pt x="1258" y="1370"/>
                    </a:cubicBezTo>
                    <a:cubicBezTo>
                      <a:pt x="1283" y="1370"/>
                      <a:pt x="1296" y="1398"/>
                      <a:pt x="1317" y="1409"/>
                    </a:cubicBezTo>
                    <a:cubicBezTo>
                      <a:pt x="1343" y="1422"/>
                      <a:pt x="1330" y="1501"/>
                      <a:pt x="1337" y="1534"/>
                    </a:cubicBezTo>
                    <a:cubicBezTo>
                      <a:pt x="1343" y="1560"/>
                      <a:pt x="1389" y="1580"/>
                      <a:pt x="1409" y="1580"/>
                    </a:cubicBezTo>
                    <a:cubicBezTo>
                      <a:pt x="1429" y="1580"/>
                      <a:pt x="1462" y="1534"/>
                      <a:pt x="1475" y="1514"/>
                    </a:cubicBezTo>
                    <a:cubicBezTo>
                      <a:pt x="1488" y="1494"/>
                      <a:pt x="1521" y="1488"/>
                      <a:pt x="1534" y="1468"/>
                    </a:cubicBezTo>
                    <a:cubicBezTo>
                      <a:pt x="1547" y="1448"/>
                      <a:pt x="1534" y="1428"/>
                      <a:pt x="1527" y="1422"/>
                    </a:cubicBezTo>
                    <a:cubicBezTo>
                      <a:pt x="1514" y="1415"/>
                      <a:pt x="1494" y="1356"/>
                      <a:pt x="1501" y="1336"/>
                    </a:cubicBezTo>
                    <a:cubicBezTo>
                      <a:pt x="1501" y="1317"/>
                      <a:pt x="1527" y="1310"/>
                      <a:pt x="1541" y="1290"/>
                    </a:cubicBezTo>
                    <a:cubicBezTo>
                      <a:pt x="1547" y="1271"/>
                      <a:pt x="1541" y="1257"/>
                      <a:pt x="1514" y="1218"/>
                    </a:cubicBezTo>
                    <a:cubicBezTo>
                      <a:pt x="1501" y="1205"/>
                      <a:pt x="1501" y="1198"/>
                      <a:pt x="1501" y="1198"/>
                    </a:cubicBezTo>
                    <a:cubicBezTo>
                      <a:pt x="1501" y="1198"/>
                      <a:pt x="1501" y="1200"/>
                      <a:pt x="1499" y="1200"/>
                    </a:cubicBezTo>
                    <a:cubicBezTo>
                      <a:pt x="1498" y="1200"/>
                      <a:pt x="1494" y="1198"/>
                      <a:pt x="1488" y="1192"/>
                    </a:cubicBezTo>
                    <a:cubicBezTo>
                      <a:pt x="1462" y="1165"/>
                      <a:pt x="1481" y="1145"/>
                      <a:pt x="1488" y="1106"/>
                    </a:cubicBezTo>
                    <a:cubicBezTo>
                      <a:pt x="1494" y="1060"/>
                      <a:pt x="1541" y="1067"/>
                      <a:pt x="1567" y="1060"/>
                    </a:cubicBezTo>
                    <a:cubicBezTo>
                      <a:pt x="1568" y="1060"/>
                      <a:pt x="1570" y="1059"/>
                      <a:pt x="1572" y="1059"/>
                    </a:cubicBezTo>
                    <a:cubicBezTo>
                      <a:pt x="1598" y="1059"/>
                      <a:pt x="1634" y="1107"/>
                      <a:pt x="1652" y="1126"/>
                    </a:cubicBezTo>
                    <a:cubicBezTo>
                      <a:pt x="1679" y="1145"/>
                      <a:pt x="1699" y="1159"/>
                      <a:pt x="1699" y="1159"/>
                    </a:cubicBezTo>
                    <a:cubicBezTo>
                      <a:pt x="1699" y="1159"/>
                      <a:pt x="1722" y="1156"/>
                      <a:pt x="1749" y="1156"/>
                    </a:cubicBezTo>
                    <a:cubicBezTo>
                      <a:pt x="1763" y="1156"/>
                      <a:pt x="1777" y="1156"/>
                      <a:pt x="1791" y="1159"/>
                    </a:cubicBezTo>
                    <a:cubicBezTo>
                      <a:pt x="1804" y="1161"/>
                      <a:pt x="1813" y="1162"/>
                      <a:pt x="1820" y="1162"/>
                    </a:cubicBezTo>
                    <a:cubicBezTo>
                      <a:pt x="1834" y="1162"/>
                      <a:pt x="1837" y="1159"/>
                      <a:pt x="1837" y="1159"/>
                    </a:cubicBezTo>
                    <a:cubicBezTo>
                      <a:pt x="1837" y="1159"/>
                      <a:pt x="1929" y="1205"/>
                      <a:pt x="1942" y="1205"/>
                    </a:cubicBezTo>
                    <a:cubicBezTo>
                      <a:pt x="1955" y="1205"/>
                      <a:pt x="2100" y="1205"/>
                      <a:pt x="2107" y="1192"/>
                    </a:cubicBezTo>
                    <a:cubicBezTo>
                      <a:pt x="2110" y="1188"/>
                      <a:pt x="2117" y="1187"/>
                      <a:pt x="2126" y="1187"/>
                    </a:cubicBezTo>
                    <a:cubicBezTo>
                      <a:pt x="2146" y="1187"/>
                      <a:pt x="2174" y="1193"/>
                      <a:pt x="2190" y="1193"/>
                    </a:cubicBezTo>
                    <a:cubicBezTo>
                      <a:pt x="2194" y="1193"/>
                      <a:pt x="2197" y="1193"/>
                      <a:pt x="2199" y="1192"/>
                    </a:cubicBezTo>
                    <a:cubicBezTo>
                      <a:pt x="2199" y="1191"/>
                      <a:pt x="2199" y="1191"/>
                      <a:pt x="2200" y="1191"/>
                    </a:cubicBezTo>
                    <a:cubicBezTo>
                      <a:pt x="2212" y="1191"/>
                      <a:pt x="2304" y="1271"/>
                      <a:pt x="2304" y="1271"/>
                    </a:cubicBezTo>
                    <a:cubicBezTo>
                      <a:pt x="2304" y="1271"/>
                      <a:pt x="2383" y="1264"/>
                      <a:pt x="2462" y="1257"/>
                    </a:cubicBezTo>
                    <a:cubicBezTo>
                      <a:pt x="2501" y="1257"/>
                      <a:pt x="2561" y="1244"/>
                      <a:pt x="2600" y="1224"/>
                    </a:cubicBezTo>
                    <a:cubicBezTo>
                      <a:pt x="2561" y="1067"/>
                      <a:pt x="2508" y="902"/>
                      <a:pt x="2488" y="836"/>
                    </a:cubicBezTo>
                    <a:cubicBezTo>
                      <a:pt x="2449" y="724"/>
                      <a:pt x="2376" y="448"/>
                      <a:pt x="2343" y="395"/>
                    </a:cubicBezTo>
                    <a:cubicBezTo>
                      <a:pt x="2304" y="336"/>
                      <a:pt x="2179" y="158"/>
                      <a:pt x="2120" y="152"/>
                    </a:cubicBezTo>
                    <a:cubicBezTo>
                      <a:pt x="2077" y="142"/>
                      <a:pt x="1977" y="122"/>
                      <a:pt x="1884" y="122"/>
                    </a:cubicBezTo>
                    <a:cubicBezTo>
                      <a:pt x="1849" y="122"/>
                      <a:pt x="1814" y="125"/>
                      <a:pt x="1784" y="132"/>
                    </a:cubicBezTo>
                    <a:cubicBezTo>
                      <a:pt x="1705" y="146"/>
                      <a:pt x="1669" y="160"/>
                      <a:pt x="1610" y="160"/>
                    </a:cubicBezTo>
                    <a:cubicBezTo>
                      <a:pt x="1586" y="160"/>
                      <a:pt x="1557" y="157"/>
                      <a:pt x="1521" y="152"/>
                    </a:cubicBezTo>
                    <a:cubicBezTo>
                      <a:pt x="1389" y="139"/>
                      <a:pt x="1310" y="152"/>
                      <a:pt x="1271" y="112"/>
                    </a:cubicBezTo>
                    <a:cubicBezTo>
                      <a:pt x="1225" y="66"/>
                      <a:pt x="1133" y="60"/>
                      <a:pt x="1093" y="40"/>
                    </a:cubicBezTo>
                    <a:cubicBezTo>
                      <a:pt x="1073" y="33"/>
                      <a:pt x="1047" y="20"/>
                      <a:pt x="1021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583;p19">
                <a:extLst>
                  <a:ext uri="{FF2B5EF4-FFF2-40B4-BE49-F238E27FC236}">
                    <a16:creationId xmlns:a16="http://schemas.microsoft.com/office/drawing/2014/main" id="{2E227A01-A017-B8A6-FAD6-BE16E5AAFAD0}"/>
                  </a:ext>
                </a:extLst>
              </p:cNvPr>
              <p:cNvSpPr/>
              <p:nvPr/>
            </p:nvSpPr>
            <p:spPr>
              <a:xfrm>
                <a:off x="8330515" y="2479536"/>
                <a:ext cx="146688" cy="163823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1501" extrusionOk="0">
                    <a:moveTo>
                      <a:pt x="132" y="0"/>
                    </a:moveTo>
                    <a:lnTo>
                      <a:pt x="132" y="0"/>
                    </a:lnTo>
                    <a:cubicBezTo>
                      <a:pt x="139" y="40"/>
                      <a:pt x="158" y="106"/>
                      <a:pt x="158" y="145"/>
                    </a:cubicBezTo>
                    <a:cubicBezTo>
                      <a:pt x="158" y="185"/>
                      <a:pt x="178" y="270"/>
                      <a:pt x="211" y="290"/>
                    </a:cubicBezTo>
                    <a:cubicBezTo>
                      <a:pt x="224" y="303"/>
                      <a:pt x="264" y="343"/>
                      <a:pt x="290" y="382"/>
                    </a:cubicBezTo>
                    <a:cubicBezTo>
                      <a:pt x="310" y="408"/>
                      <a:pt x="323" y="428"/>
                      <a:pt x="336" y="435"/>
                    </a:cubicBezTo>
                    <a:cubicBezTo>
                      <a:pt x="356" y="461"/>
                      <a:pt x="369" y="487"/>
                      <a:pt x="369" y="514"/>
                    </a:cubicBezTo>
                    <a:cubicBezTo>
                      <a:pt x="369" y="540"/>
                      <a:pt x="316" y="639"/>
                      <a:pt x="316" y="639"/>
                    </a:cubicBezTo>
                    <a:cubicBezTo>
                      <a:pt x="316" y="639"/>
                      <a:pt x="315" y="638"/>
                      <a:pt x="313" y="638"/>
                    </a:cubicBezTo>
                    <a:cubicBezTo>
                      <a:pt x="309" y="638"/>
                      <a:pt x="302" y="645"/>
                      <a:pt x="316" y="698"/>
                    </a:cubicBezTo>
                    <a:cubicBezTo>
                      <a:pt x="336" y="770"/>
                      <a:pt x="349" y="784"/>
                      <a:pt x="349" y="823"/>
                    </a:cubicBezTo>
                    <a:cubicBezTo>
                      <a:pt x="343" y="858"/>
                      <a:pt x="274" y="883"/>
                      <a:pt x="250" y="883"/>
                    </a:cubicBezTo>
                    <a:cubicBezTo>
                      <a:pt x="247" y="883"/>
                      <a:pt x="245" y="883"/>
                      <a:pt x="244" y="882"/>
                    </a:cubicBezTo>
                    <a:cubicBezTo>
                      <a:pt x="231" y="882"/>
                      <a:pt x="172" y="843"/>
                      <a:pt x="172" y="843"/>
                    </a:cubicBezTo>
                    <a:cubicBezTo>
                      <a:pt x="172" y="843"/>
                      <a:pt x="174" y="837"/>
                      <a:pt x="161" y="837"/>
                    </a:cubicBezTo>
                    <a:cubicBezTo>
                      <a:pt x="154" y="837"/>
                      <a:pt x="143" y="838"/>
                      <a:pt x="125" y="843"/>
                    </a:cubicBezTo>
                    <a:cubicBezTo>
                      <a:pt x="112" y="848"/>
                      <a:pt x="98" y="849"/>
                      <a:pt x="84" y="849"/>
                    </a:cubicBezTo>
                    <a:cubicBezTo>
                      <a:pt x="70" y="849"/>
                      <a:pt x="56" y="848"/>
                      <a:pt x="43" y="848"/>
                    </a:cubicBezTo>
                    <a:cubicBezTo>
                      <a:pt x="19" y="848"/>
                      <a:pt x="0" y="853"/>
                      <a:pt x="0" y="882"/>
                    </a:cubicBezTo>
                    <a:cubicBezTo>
                      <a:pt x="0" y="948"/>
                      <a:pt x="27" y="1001"/>
                      <a:pt x="47" y="1047"/>
                    </a:cubicBezTo>
                    <a:cubicBezTo>
                      <a:pt x="73" y="1093"/>
                      <a:pt x="86" y="1093"/>
                      <a:pt x="112" y="1139"/>
                    </a:cubicBezTo>
                    <a:cubicBezTo>
                      <a:pt x="132" y="1192"/>
                      <a:pt x="139" y="1218"/>
                      <a:pt x="152" y="1264"/>
                    </a:cubicBezTo>
                    <a:cubicBezTo>
                      <a:pt x="165" y="1310"/>
                      <a:pt x="145" y="1277"/>
                      <a:pt x="191" y="1356"/>
                    </a:cubicBezTo>
                    <a:cubicBezTo>
                      <a:pt x="237" y="1435"/>
                      <a:pt x="316" y="1488"/>
                      <a:pt x="316" y="1488"/>
                    </a:cubicBezTo>
                    <a:cubicBezTo>
                      <a:pt x="316" y="1488"/>
                      <a:pt x="387" y="1479"/>
                      <a:pt x="437" y="1479"/>
                    </a:cubicBezTo>
                    <a:cubicBezTo>
                      <a:pt x="463" y="1479"/>
                      <a:pt x="483" y="1481"/>
                      <a:pt x="487" y="1488"/>
                    </a:cubicBezTo>
                    <a:cubicBezTo>
                      <a:pt x="492" y="1491"/>
                      <a:pt x="498" y="1492"/>
                      <a:pt x="505" y="1492"/>
                    </a:cubicBezTo>
                    <a:cubicBezTo>
                      <a:pt x="526" y="1492"/>
                      <a:pt x="557" y="1484"/>
                      <a:pt x="585" y="1484"/>
                    </a:cubicBezTo>
                    <a:cubicBezTo>
                      <a:pt x="595" y="1484"/>
                      <a:pt x="604" y="1485"/>
                      <a:pt x="613" y="1488"/>
                    </a:cubicBezTo>
                    <a:cubicBezTo>
                      <a:pt x="619" y="1488"/>
                      <a:pt x="652" y="1494"/>
                      <a:pt x="685" y="1501"/>
                    </a:cubicBezTo>
                    <a:cubicBezTo>
                      <a:pt x="698" y="1481"/>
                      <a:pt x="705" y="1461"/>
                      <a:pt x="718" y="1448"/>
                    </a:cubicBezTo>
                    <a:cubicBezTo>
                      <a:pt x="718" y="1435"/>
                      <a:pt x="724" y="1429"/>
                      <a:pt x="731" y="1415"/>
                    </a:cubicBezTo>
                    <a:cubicBezTo>
                      <a:pt x="744" y="1402"/>
                      <a:pt x="751" y="1382"/>
                      <a:pt x="764" y="1363"/>
                    </a:cubicBezTo>
                    <a:cubicBezTo>
                      <a:pt x="784" y="1323"/>
                      <a:pt x="803" y="1284"/>
                      <a:pt x="817" y="1257"/>
                    </a:cubicBezTo>
                    <a:cubicBezTo>
                      <a:pt x="823" y="1251"/>
                      <a:pt x="823" y="1244"/>
                      <a:pt x="823" y="1244"/>
                    </a:cubicBezTo>
                    <a:cubicBezTo>
                      <a:pt x="823" y="1238"/>
                      <a:pt x="830" y="1238"/>
                      <a:pt x="830" y="1238"/>
                    </a:cubicBezTo>
                    <a:cubicBezTo>
                      <a:pt x="830" y="1231"/>
                      <a:pt x="836" y="1225"/>
                      <a:pt x="836" y="1218"/>
                    </a:cubicBezTo>
                    <a:cubicBezTo>
                      <a:pt x="843" y="1205"/>
                      <a:pt x="849" y="1192"/>
                      <a:pt x="856" y="1185"/>
                    </a:cubicBezTo>
                    <a:cubicBezTo>
                      <a:pt x="869" y="1152"/>
                      <a:pt x="915" y="1073"/>
                      <a:pt x="955" y="1020"/>
                    </a:cubicBezTo>
                    <a:cubicBezTo>
                      <a:pt x="974" y="988"/>
                      <a:pt x="994" y="968"/>
                      <a:pt x="1001" y="961"/>
                    </a:cubicBezTo>
                    <a:cubicBezTo>
                      <a:pt x="1014" y="948"/>
                      <a:pt x="1047" y="922"/>
                      <a:pt x="1080" y="895"/>
                    </a:cubicBezTo>
                    <a:cubicBezTo>
                      <a:pt x="1126" y="849"/>
                      <a:pt x="1179" y="803"/>
                      <a:pt x="1205" y="797"/>
                    </a:cubicBezTo>
                    <a:cubicBezTo>
                      <a:pt x="1212" y="793"/>
                      <a:pt x="1218" y="792"/>
                      <a:pt x="1223" y="792"/>
                    </a:cubicBezTo>
                    <a:cubicBezTo>
                      <a:pt x="1236" y="792"/>
                      <a:pt x="1246" y="798"/>
                      <a:pt x="1260" y="798"/>
                    </a:cubicBezTo>
                    <a:cubicBezTo>
                      <a:pt x="1263" y="798"/>
                      <a:pt x="1267" y="798"/>
                      <a:pt x="1271" y="797"/>
                    </a:cubicBezTo>
                    <a:lnTo>
                      <a:pt x="1290" y="797"/>
                    </a:lnTo>
                    <a:cubicBezTo>
                      <a:pt x="1297" y="790"/>
                      <a:pt x="1304" y="790"/>
                      <a:pt x="1310" y="784"/>
                    </a:cubicBezTo>
                    <a:cubicBezTo>
                      <a:pt x="1310" y="777"/>
                      <a:pt x="1317" y="777"/>
                      <a:pt x="1323" y="770"/>
                    </a:cubicBezTo>
                    <a:cubicBezTo>
                      <a:pt x="1330" y="764"/>
                      <a:pt x="1336" y="757"/>
                      <a:pt x="1343" y="751"/>
                    </a:cubicBezTo>
                    <a:cubicBezTo>
                      <a:pt x="1304" y="711"/>
                      <a:pt x="1264" y="672"/>
                      <a:pt x="1257" y="652"/>
                    </a:cubicBezTo>
                    <a:cubicBezTo>
                      <a:pt x="1238" y="626"/>
                      <a:pt x="1159" y="553"/>
                      <a:pt x="1146" y="533"/>
                    </a:cubicBezTo>
                    <a:cubicBezTo>
                      <a:pt x="1132" y="507"/>
                      <a:pt x="981" y="422"/>
                      <a:pt x="948" y="395"/>
                    </a:cubicBezTo>
                    <a:cubicBezTo>
                      <a:pt x="915" y="376"/>
                      <a:pt x="744" y="303"/>
                      <a:pt x="678" y="244"/>
                    </a:cubicBezTo>
                    <a:cubicBezTo>
                      <a:pt x="665" y="224"/>
                      <a:pt x="639" y="211"/>
                      <a:pt x="613" y="198"/>
                    </a:cubicBezTo>
                    <a:cubicBezTo>
                      <a:pt x="599" y="191"/>
                      <a:pt x="593" y="185"/>
                      <a:pt x="580" y="178"/>
                    </a:cubicBezTo>
                    <a:cubicBezTo>
                      <a:pt x="560" y="171"/>
                      <a:pt x="540" y="165"/>
                      <a:pt x="520" y="152"/>
                    </a:cubicBezTo>
                    <a:cubicBezTo>
                      <a:pt x="494" y="145"/>
                      <a:pt x="468" y="132"/>
                      <a:pt x="441" y="119"/>
                    </a:cubicBezTo>
                    <a:cubicBezTo>
                      <a:pt x="428" y="112"/>
                      <a:pt x="415" y="106"/>
                      <a:pt x="402" y="99"/>
                    </a:cubicBezTo>
                    <a:cubicBezTo>
                      <a:pt x="402" y="93"/>
                      <a:pt x="402" y="93"/>
                      <a:pt x="395" y="93"/>
                    </a:cubicBezTo>
                    <a:cubicBezTo>
                      <a:pt x="382" y="86"/>
                      <a:pt x="369" y="79"/>
                      <a:pt x="362" y="66"/>
                    </a:cubicBezTo>
                    <a:cubicBezTo>
                      <a:pt x="303" y="27"/>
                      <a:pt x="204" y="7"/>
                      <a:pt x="132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584;p19">
                <a:extLst>
                  <a:ext uri="{FF2B5EF4-FFF2-40B4-BE49-F238E27FC236}">
                    <a16:creationId xmlns:a16="http://schemas.microsoft.com/office/drawing/2014/main" id="{763D2FBF-6C8A-F713-AB38-011F9E72E06F}"/>
                  </a:ext>
                </a:extLst>
              </p:cNvPr>
              <p:cNvSpPr/>
              <p:nvPr/>
            </p:nvSpPr>
            <p:spPr>
              <a:xfrm>
                <a:off x="8052531" y="3157637"/>
                <a:ext cx="176047" cy="269473"/>
              </a:xfrm>
              <a:custGeom>
                <a:avLst/>
                <a:gdLst/>
                <a:ahLst/>
                <a:cxnLst/>
                <a:rect l="l" t="t" r="r" b="b"/>
                <a:pathLst>
                  <a:path w="1613" h="2469" extrusionOk="0">
                    <a:moveTo>
                      <a:pt x="915" y="0"/>
                    </a:moveTo>
                    <a:cubicBezTo>
                      <a:pt x="915" y="0"/>
                      <a:pt x="817" y="99"/>
                      <a:pt x="810" y="125"/>
                    </a:cubicBezTo>
                    <a:cubicBezTo>
                      <a:pt x="805" y="147"/>
                      <a:pt x="822" y="160"/>
                      <a:pt x="794" y="160"/>
                    </a:cubicBezTo>
                    <a:cubicBezTo>
                      <a:pt x="788" y="160"/>
                      <a:pt x="781" y="159"/>
                      <a:pt x="770" y="158"/>
                    </a:cubicBezTo>
                    <a:cubicBezTo>
                      <a:pt x="744" y="155"/>
                      <a:pt x="729" y="152"/>
                      <a:pt x="715" y="152"/>
                    </a:cubicBezTo>
                    <a:cubicBezTo>
                      <a:pt x="701" y="152"/>
                      <a:pt x="688" y="155"/>
                      <a:pt x="665" y="165"/>
                    </a:cubicBezTo>
                    <a:cubicBezTo>
                      <a:pt x="613" y="178"/>
                      <a:pt x="507" y="198"/>
                      <a:pt x="507" y="250"/>
                    </a:cubicBezTo>
                    <a:cubicBezTo>
                      <a:pt x="507" y="309"/>
                      <a:pt x="507" y="395"/>
                      <a:pt x="540" y="415"/>
                    </a:cubicBezTo>
                    <a:cubicBezTo>
                      <a:pt x="580" y="435"/>
                      <a:pt x="606" y="474"/>
                      <a:pt x="613" y="514"/>
                    </a:cubicBezTo>
                    <a:cubicBezTo>
                      <a:pt x="619" y="560"/>
                      <a:pt x="665" y="579"/>
                      <a:pt x="619" y="639"/>
                    </a:cubicBezTo>
                    <a:cubicBezTo>
                      <a:pt x="573" y="691"/>
                      <a:pt x="408" y="671"/>
                      <a:pt x="461" y="704"/>
                    </a:cubicBezTo>
                    <a:cubicBezTo>
                      <a:pt x="514" y="737"/>
                      <a:pt x="652" y="810"/>
                      <a:pt x="659" y="856"/>
                    </a:cubicBezTo>
                    <a:cubicBezTo>
                      <a:pt x="665" y="908"/>
                      <a:pt x="738" y="941"/>
                      <a:pt x="665" y="1060"/>
                    </a:cubicBezTo>
                    <a:cubicBezTo>
                      <a:pt x="593" y="1172"/>
                      <a:pt x="527" y="1277"/>
                      <a:pt x="501" y="1323"/>
                    </a:cubicBezTo>
                    <a:cubicBezTo>
                      <a:pt x="468" y="1376"/>
                      <a:pt x="474" y="1494"/>
                      <a:pt x="448" y="1514"/>
                    </a:cubicBezTo>
                    <a:cubicBezTo>
                      <a:pt x="428" y="1534"/>
                      <a:pt x="349" y="1599"/>
                      <a:pt x="310" y="1645"/>
                    </a:cubicBezTo>
                    <a:cubicBezTo>
                      <a:pt x="264" y="1698"/>
                      <a:pt x="237" y="1672"/>
                      <a:pt x="165" y="1705"/>
                    </a:cubicBezTo>
                    <a:cubicBezTo>
                      <a:pt x="93" y="1731"/>
                      <a:pt x="0" y="1744"/>
                      <a:pt x="0" y="1790"/>
                    </a:cubicBezTo>
                    <a:cubicBezTo>
                      <a:pt x="0" y="1830"/>
                      <a:pt x="27" y="1968"/>
                      <a:pt x="40" y="2001"/>
                    </a:cubicBezTo>
                    <a:cubicBezTo>
                      <a:pt x="40" y="2007"/>
                      <a:pt x="40" y="2007"/>
                      <a:pt x="40" y="2007"/>
                    </a:cubicBezTo>
                    <a:cubicBezTo>
                      <a:pt x="53" y="2047"/>
                      <a:pt x="33" y="2113"/>
                      <a:pt x="53" y="2146"/>
                    </a:cubicBezTo>
                    <a:cubicBezTo>
                      <a:pt x="73" y="2172"/>
                      <a:pt x="106" y="2211"/>
                      <a:pt x="106" y="2284"/>
                    </a:cubicBezTo>
                    <a:cubicBezTo>
                      <a:pt x="106" y="2356"/>
                      <a:pt x="99" y="2363"/>
                      <a:pt x="158" y="2389"/>
                    </a:cubicBezTo>
                    <a:cubicBezTo>
                      <a:pt x="198" y="2409"/>
                      <a:pt x="336" y="2416"/>
                      <a:pt x="395" y="2422"/>
                    </a:cubicBezTo>
                    <a:lnTo>
                      <a:pt x="422" y="2422"/>
                    </a:lnTo>
                    <a:lnTo>
                      <a:pt x="586" y="2468"/>
                    </a:lnTo>
                    <a:lnTo>
                      <a:pt x="659" y="2468"/>
                    </a:lnTo>
                    <a:cubicBezTo>
                      <a:pt x="705" y="2350"/>
                      <a:pt x="803" y="2264"/>
                      <a:pt x="803" y="2264"/>
                    </a:cubicBezTo>
                    <a:cubicBezTo>
                      <a:pt x="803" y="2264"/>
                      <a:pt x="810" y="2238"/>
                      <a:pt x="823" y="2198"/>
                    </a:cubicBezTo>
                    <a:cubicBezTo>
                      <a:pt x="830" y="2172"/>
                      <a:pt x="836" y="2146"/>
                      <a:pt x="856" y="2119"/>
                    </a:cubicBezTo>
                    <a:cubicBezTo>
                      <a:pt x="889" y="2067"/>
                      <a:pt x="948" y="2060"/>
                      <a:pt x="1001" y="1975"/>
                    </a:cubicBezTo>
                    <a:cubicBezTo>
                      <a:pt x="1053" y="1896"/>
                      <a:pt x="1126" y="1718"/>
                      <a:pt x="1179" y="1632"/>
                    </a:cubicBezTo>
                    <a:cubicBezTo>
                      <a:pt x="1231" y="1547"/>
                      <a:pt x="1277" y="1435"/>
                      <a:pt x="1317" y="1395"/>
                    </a:cubicBezTo>
                    <a:cubicBezTo>
                      <a:pt x="1356" y="1349"/>
                      <a:pt x="1547" y="1257"/>
                      <a:pt x="1560" y="1224"/>
                    </a:cubicBezTo>
                    <a:cubicBezTo>
                      <a:pt x="1567" y="1198"/>
                      <a:pt x="1593" y="1007"/>
                      <a:pt x="1593" y="1007"/>
                    </a:cubicBezTo>
                    <a:cubicBezTo>
                      <a:pt x="1593" y="1007"/>
                      <a:pt x="1600" y="691"/>
                      <a:pt x="1593" y="625"/>
                    </a:cubicBezTo>
                    <a:cubicBezTo>
                      <a:pt x="1587" y="553"/>
                      <a:pt x="1560" y="441"/>
                      <a:pt x="1593" y="362"/>
                    </a:cubicBezTo>
                    <a:cubicBezTo>
                      <a:pt x="1600" y="349"/>
                      <a:pt x="1606" y="336"/>
                      <a:pt x="1613" y="323"/>
                    </a:cubicBezTo>
                    <a:lnTo>
                      <a:pt x="1573" y="303"/>
                    </a:lnTo>
                    <a:cubicBezTo>
                      <a:pt x="1573" y="303"/>
                      <a:pt x="1376" y="191"/>
                      <a:pt x="1350" y="152"/>
                    </a:cubicBezTo>
                    <a:cubicBezTo>
                      <a:pt x="1330" y="125"/>
                      <a:pt x="1225" y="79"/>
                      <a:pt x="1192" y="53"/>
                    </a:cubicBezTo>
                    <a:cubicBezTo>
                      <a:pt x="1179" y="46"/>
                      <a:pt x="1179" y="40"/>
                      <a:pt x="1172" y="33"/>
                    </a:cubicBezTo>
                    <a:lnTo>
                      <a:pt x="915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750F32"/>
                  </a:solidFill>
                </a:endParaRPr>
              </a:p>
            </p:txBody>
          </p:sp>
          <p:sp>
            <p:nvSpPr>
              <p:cNvPr id="278" name="Google Shape;1585;p19">
                <a:extLst>
                  <a:ext uri="{FF2B5EF4-FFF2-40B4-BE49-F238E27FC236}">
                    <a16:creationId xmlns:a16="http://schemas.microsoft.com/office/drawing/2014/main" id="{95E42C6C-945A-E129-27F4-8C8B18EFA1E2}"/>
                  </a:ext>
                </a:extLst>
              </p:cNvPr>
              <p:cNvSpPr/>
              <p:nvPr/>
            </p:nvSpPr>
            <p:spPr>
              <a:xfrm>
                <a:off x="7357188" y="2116747"/>
                <a:ext cx="395205" cy="680394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6234" extrusionOk="0">
                    <a:moveTo>
                      <a:pt x="1758" y="1"/>
                    </a:moveTo>
                    <a:cubicBezTo>
                      <a:pt x="1699" y="67"/>
                      <a:pt x="1639" y="106"/>
                      <a:pt x="1613" y="139"/>
                    </a:cubicBezTo>
                    <a:cubicBezTo>
                      <a:pt x="1574" y="172"/>
                      <a:pt x="1422" y="231"/>
                      <a:pt x="1462" y="244"/>
                    </a:cubicBezTo>
                    <a:cubicBezTo>
                      <a:pt x="1508" y="257"/>
                      <a:pt x="1653" y="271"/>
                      <a:pt x="1679" y="277"/>
                    </a:cubicBezTo>
                    <a:cubicBezTo>
                      <a:pt x="1705" y="284"/>
                      <a:pt x="1797" y="383"/>
                      <a:pt x="1811" y="389"/>
                    </a:cubicBezTo>
                    <a:cubicBezTo>
                      <a:pt x="1830" y="402"/>
                      <a:pt x="1890" y="501"/>
                      <a:pt x="1876" y="540"/>
                    </a:cubicBezTo>
                    <a:cubicBezTo>
                      <a:pt x="1870" y="573"/>
                      <a:pt x="1811" y="633"/>
                      <a:pt x="1791" y="652"/>
                    </a:cubicBezTo>
                    <a:cubicBezTo>
                      <a:pt x="1764" y="679"/>
                      <a:pt x="1764" y="718"/>
                      <a:pt x="1764" y="764"/>
                    </a:cubicBezTo>
                    <a:cubicBezTo>
                      <a:pt x="1764" y="804"/>
                      <a:pt x="1778" y="837"/>
                      <a:pt x="1705" y="922"/>
                    </a:cubicBezTo>
                    <a:cubicBezTo>
                      <a:pt x="1639" y="1008"/>
                      <a:pt x="1501" y="1192"/>
                      <a:pt x="1455" y="1218"/>
                    </a:cubicBezTo>
                    <a:cubicBezTo>
                      <a:pt x="1416" y="1251"/>
                      <a:pt x="1310" y="1238"/>
                      <a:pt x="1271" y="1284"/>
                    </a:cubicBezTo>
                    <a:cubicBezTo>
                      <a:pt x="1225" y="1324"/>
                      <a:pt x="1152" y="1357"/>
                      <a:pt x="1133" y="1416"/>
                    </a:cubicBezTo>
                    <a:cubicBezTo>
                      <a:pt x="1106" y="1475"/>
                      <a:pt x="1073" y="1416"/>
                      <a:pt x="1060" y="1541"/>
                    </a:cubicBezTo>
                    <a:cubicBezTo>
                      <a:pt x="1047" y="1659"/>
                      <a:pt x="975" y="1751"/>
                      <a:pt x="968" y="1784"/>
                    </a:cubicBezTo>
                    <a:cubicBezTo>
                      <a:pt x="962" y="1811"/>
                      <a:pt x="988" y="1890"/>
                      <a:pt x="1008" y="1929"/>
                    </a:cubicBezTo>
                    <a:cubicBezTo>
                      <a:pt x="1027" y="1975"/>
                      <a:pt x="1139" y="2061"/>
                      <a:pt x="1152" y="2127"/>
                    </a:cubicBezTo>
                    <a:cubicBezTo>
                      <a:pt x="1166" y="2192"/>
                      <a:pt x="1120" y="2462"/>
                      <a:pt x="1054" y="2548"/>
                    </a:cubicBezTo>
                    <a:cubicBezTo>
                      <a:pt x="988" y="2633"/>
                      <a:pt x="915" y="2673"/>
                      <a:pt x="876" y="2732"/>
                    </a:cubicBezTo>
                    <a:cubicBezTo>
                      <a:pt x="843" y="2798"/>
                      <a:pt x="830" y="2857"/>
                      <a:pt x="777" y="2890"/>
                    </a:cubicBezTo>
                    <a:cubicBezTo>
                      <a:pt x="718" y="2916"/>
                      <a:pt x="652" y="2903"/>
                      <a:pt x="606" y="3022"/>
                    </a:cubicBezTo>
                    <a:cubicBezTo>
                      <a:pt x="554" y="3147"/>
                      <a:pt x="468" y="3298"/>
                      <a:pt x="455" y="3324"/>
                    </a:cubicBezTo>
                    <a:cubicBezTo>
                      <a:pt x="448" y="3351"/>
                      <a:pt x="382" y="3509"/>
                      <a:pt x="356" y="3568"/>
                    </a:cubicBezTo>
                    <a:cubicBezTo>
                      <a:pt x="356" y="3568"/>
                      <a:pt x="356" y="3568"/>
                      <a:pt x="356" y="3574"/>
                    </a:cubicBezTo>
                    <a:cubicBezTo>
                      <a:pt x="349" y="3574"/>
                      <a:pt x="349" y="3581"/>
                      <a:pt x="349" y="3581"/>
                    </a:cubicBezTo>
                    <a:cubicBezTo>
                      <a:pt x="349" y="3581"/>
                      <a:pt x="349" y="3588"/>
                      <a:pt x="349" y="3588"/>
                    </a:cubicBezTo>
                    <a:cubicBezTo>
                      <a:pt x="303" y="3706"/>
                      <a:pt x="185" y="4009"/>
                      <a:pt x="145" y="4160"/>
                    </a:cubicBezTo>
                    <a:cubicBezTo>
                      <a:pt x="99" y="4338"/>
                      <a:pt x="119" y="4456"/>
                      <a:pt x="93" y="4555"/>
                    </a:cubicBezTo>
                    <a:cubicBezTo>
                      <a:pt x="66" y="4654"/>
                      <a:pt x="1" y="4746"/>
                      <a:pt x="1" y="4779"/>
                    </a:cubicBezTo>
                    <a:cubicBezTo>
                      <a:pt x="1" y="4812"/>
                      <a:pt x="66" y="4904"/>
                      <a:pt x="66" y="4983"/>
                    </a:cubicBezTo>
                    <a:cubicBezTo>
                      <a:pt x="66" y="5009"/>
                      <a:pt x="73" y="5114"/>
                      <a:pt x="73" y="5226"/>
                    </a:cubicBezTo>
                    <a:cubicBezTo>
                      <a:pt x="80" y="5397"/>
                      <a:pt x="93" y="5595"/>
                      <a:pt x="93" y="5595"/>
                    </a:cubicBezTo>
                    <a:cubicBezTo>
                      <a:pt x="93" y="5595"/>
                      <a:pt x="73" y="5740"/>
                      <a:pt x="113" y="5746"/>
                    </a:cubicBezTo>
                    <a:cubicBezTo>
                      <a:pt x="145" y="5753"/>
                      <a:pt x="211" y="5786"/>
                      <a:pt x="211" y="5786"/>
                    </a:cubicBezTo>
                    <a:cubicBezTo>
                      <a:pt x="211" y="5786"/>
                      <a:pt x="251" y="5634"/>
                      <a:pt x="290" y="5562"/>
                    </a:cubicBezTo>
                    <a:cubicBezTo>
                      <a:pt x="332" y="5496"/>
                      <a:pt x="380" y="5408"/>
                      <a:pt x="393" y="5408"/>
                    </a:cubicBezTo>
                    <a:cubicBezTo>
                      <a:pt x="394" y="5408"/>
                      <a:pt x="395" y="5409"/>
                      <a:pt x="396" y="5411"/>
                    </a:cubicBezTo>
                    <a:cubicBezTo>
                      <a:pt x="402" y="5437"/>
                      <a:pt x="376" y="5529"/>
                      <a:pt x="369" y="5595"/>
                    </a:cubicBezTo>
                    <a:cubicBezTo>
                      <a:pt x="356" y="5661"/>
                      <a:pt x="290" y="5766"/>
                      <a:pt x="369" y="5812"/>
                    </a:cubicBezTo>
                    <a:cubicBezTo>
                      <a:pt x="442" y="5852"/>
                      <a:pt x="501" y="5871"/>
                      <a:pt x="527" y="5871"/>
                    </a:cubicBezTo>
                    <a:cubicBezTo>
                      <a:pt x="540" y="5871"/>
                      <a:pt x="589" y="5851"/>
                      <a:pt x="635" y="5851"/>
                    </a:cubicBezTo>
                    <a:cubicBezTo>
                      <a:pt x="658" y="5851"/>
                      <a:pt x="681" y="5856"/>
                      <a:pt x="698" y="5871"/>
                    </a:cubicBezTo>
                    <a:cubicBezTo>
                      <a:pt x="744" y="5917"/>
                      <a:pt x="856" y="6036"/>
                      <a:pt x="856" y="6036"/>
                    </a:cubicBezTo>
                    <a:lnTo>
                      <a:pt x="1001" y="6102"/>
                    </a:lnTo>
                    <a:cubicBezTo>
                      <a:pt x="1001" y="6102"/>
                      <a:pt x="1006" y="6103"/>
                      <a:pt x="1013" y="6103"/>
                    </a:cubicBezTo>
                    <a:cubicBezTo>
                      <a:pt x="1028" y="6103"/>
                      <a:pt x="1052" y="6097"/>
                      <a:pt x="1060" y="6062"/>
                    </a:cubicBezTo>
                    <a:cubicBezTo>
                      <a:pt x="1073" y="6003"/>
                      <a:pt x="1060" y="5911"/>
                      <a:pt x="1133" y="5865"/>
                    </a:cubicBezTo>
                    <a:cubicBezTo>
                      <a:pt x="1184" y="5837"/>
                      <a:pt x="1186" y="5789"/>
                      <a:pt x="1203" y="5789"/>
                    </a:cubicBezTo>
                    <a:cubicBezTo>
                      <a:pt x="1211" y="5789"/>
                      <a:pt x="1221" y="5797"/>
                      <a:pt x="1238" y="5819"/>
                    </a:cubicBezTo>
                    <a:cubicBezTo>
                      <a:pt x="1284" y="5875"/>
                      <a:pt x="1290" y="5915"/>
                      <a:pt x="1315" y="5915"/>
                    </a:cubicBezTo>
                    <a:cubicBezTo>
                      <a:pt x="1323" y="5915"/>
                      <a:pt x="1331" y="5912"/>
                      <a:pt x="1343" y="5904"/>
                    </a:cubicBezTo>
                    <a:cubicBezTo>
                      <a:pt x="1391" y="5869"/>
                      <a:pt x="1395" y="5817"/>
                      <a:pt x="1425" y="5817"/>
                    </a:cubicBezTo>
                    <a:cubicBezTo>
                      <a:pt x="1428" y="5817"/>
                      <a:pt x="1432" y="5817"/>
                      <a:pt x="1435" y="5819"/>
                    </a:cubicBezTo>
                    <a:cubicBezTo>
                      <a:pt x="1468" y="5832"/>
                      <a:pt x="1541" y="5898"/>
                      <a:pt x="1541" y="5931"/>
                    </a:cubicBezTo>
                    <a:cubicBezTo>
                      <a:pt x="1541" y="5970"/>
                      <a:pt x="1462" y="5990"/>
                      <a:pt x="1541" y="6056"/>
                    </a:cubicBezTo>
                    <a:cubicBezTo>
                      <a:pt x="1587" y="6098"/>
                      <a:pt x="1642" y="6110"/>
                      <a:pt x="1682" y="6110"/>
                    </a:cubicBezTo>
                    <a:cubicBezTo>
                      <a:pt x="1704" y="6110"/>
                      <a:pt x="1722" y="6106"/>
                      <a:pt x="1732" y="6102"/>
                    </a:cubicBezTo>
                    <a:cubicBezTo>
                      <a:pt x="1758" y="6095"/>
                      <a:pt x="1791" y="6075"/>
                      <a:pt x="1824" y="6075"/>
                    </a:cubicBezTo>
                    <a:cubicBezTo>
                      <a:pt x="1863" y="6075"/>
                      <a:pt x="2159" y="6181"/>
                      <a:pt x="2159" y="6181"/>
                    </a:cubicBezTo>
                    <a:cubicBezTo>
                      <a:pt x="2159" y="6181"/>
                      <a:pt x="2208" y="6234"/>
                      <a:pt x="2239" y="6234"/>
                    </a:cubicBezTo>
                    <a:cubicBezTo>
                      <a:pt x="2247" y="6234"/>
                      <a:pt x="2254" y="6230"/>
                      <a:pt x="2258" y="6220"/>
                    </a:cubicBezTo>
                    <a:cubicBezTo>
                      <a:pt x="2278" y="6174"/>
                      <a:pt x="2232" y="6154"/>
                      <a:pt x="2258" y="6128"/>
                    </a:cubicBezTo>
                    <a:cubicBezTo>
                      <a:pt x="2284" y="6095"/>
                      <a:pt x="2212" y="5996"/>
                      <a:pt x="2265" y="5996"/>
                    </a:cubicBezTo>
                    <a:cubicBezTo>
                      <a:pt x="2311" y="5996"/>
                      <a:pt x="2357" y="5996"/>
                      <a:pt x="2390" y="6023"/>
                    </a:cubicBezTo>
                    <a:cubicBezTo>
                      <a:pt x="2429" y="6056"/>
                      <a:pt x="2449" y="6075"/>
                      <a:pt x="2502" y="6075"/>
                    </a:cubicBezTo>
                    <a:cubicBezTo>
                      <a:pt x="2521" y="6075"/>
                      <a:pt x="2547" y="6077"/>
                      <a:pt x="2575" y="6077"/>
                    </a:cubicBezTo>
                    <a:cubicBezTo>
                      <a:pt x="2624" y="6077"/>
                      <a:pt x="2679" y="6072"/>
                      <a:pt x="2712" y="6042"/>
                    </a:cubicBezTo>
                    <a:cubicBezTo>
                      <a:pt x="2758" y="5990"/>
                      <a:pt x="2870" y="5904"/>
                      <a:pt x="2923" y="5891"/>
                    </a:cubicBezTo>
                    <a:cubicBezTo>
                      <a:pt x="2975" y="5878"/>
                      <a:pt x="3048" y="5871"/>
                      <a:pt x="3101" y="5871"/>
                    </a:cubicBezTo>
                    <a:cubicBezTo>
                      <a:pt x="3153" y="5871"/>
                      <a:pt x="3291" y="5898"/>
                      <a:pt x="3291" y="5898"/>
                    </a:cubicBezTo>
                    <a:cubicBezTo>
                      <a:pt x="3311" y="5871"/>
                      <a:pt x="3311" y="5865"/>
                      <a:pt x="3331" y="5852"/>
                    </a:cubicBezTo>
                    <a:cubicBezTo>
                      <a:pt x="3344" y="5832"/>
                      <a:pt x="3324" y="5779"/>
                      <a:pt x="3305" y="5773"/>
                    </a:cubicBezTo>
                    <a:cubicBezTo>
                      <a:pt x="3285" y="5766"/>
                      <a:pt x="3252" y="5740"/>
                      <a:pt x="3252" y="5707"/>
                    </a:cubicBezTo>
                    <a:cubicBezTo>
                      <a:pt x="3252" y="5674"/>
                      <a:pt x="3265" y="5615"/>
                      <a:pt x="3305" y="5575"/>
                    </a:cubicBezTo>
                    <a:cubicBezTo>
                      <a:pt x="3344" y="5529"/>
                      <a:pt x="3311" y="5509"/>
                      <a:pt x="3305" y="5490"/>
                    </a:cubicBezTo>
                    <a:cubicBezTo>
                      <a:pt x="3291" y="5470"/>
                      <a:pt x="3245" y="5463"/>
                      <a:pt x="3232" y="5450"/>
                    </a:cubicBezTo>
                    <a:cubicBezTo>
                      <a:pt x="3212" y="5437"/>
                      <a:pt x="3147" y="5220"/>
                      <a:pt x="3153" y="5200"/>
                    </a:cubicBezTo>
                    <a:cubicBezTo>
                      <a:pt x="3153" y="5193"/>
                      <a:pt x="3160" y="5187"/>
                      <a:pt x="3173" y="5187"/>
                    </a:cubicBezTo>
                    <a:cubicBezTo>
                      <a:pt x="3179" y="5187"/>
                      <a:pt x="3179" y="5180"/>
                      <a:pt x="3186" y="5180"/>
                    </a:cubicBezTo>
                    <a:lnTo>
                      <a:pt x="3199" y="5180"/>
                    </a:lnTo>
                    <a:cubicBezTo>
                      <a:pt x="3206" y="5180"/>
                      <a:pt x="3219" y="5174"/>
                      <a:pt x="3232" y="5174"/>
                    </a:cubicBezTo>
                    <a:cubicBezTo>
                      <a:pt x="3239" y="5174"/>
                      <a:pt x="3239" y="5174"/>
                      <a:pt x="3245" y="5167"/>
                    </a:cubicBezTo>
                    <a:cubicBezTo>
                      <a:pt x="3252" y="5167"/>
                      <a:pt x="3258" y="5161"/>
                      <a:pt x="3272" y="5161"/>
                    </a:cubicBezTo>
                    <a:cubicBezTo>
                      <a:pt x="3278" y="5154"/>
                      <a:pt x="3291" y="5147"/>
                      <a:pt x="3298" y="5134"/>
                    </a:cubicBezTo>
                    <a:cubicBezTo>
                      <a:pt x="3298" y="5128"/>
                      <a:pt x="3305" y="5128"/>
                      <a:pt x="3305" y="5121"/>
                    </a:cubicBezTo>
                    <a:cubicBezTo>
                      <a:pt x="3337" y="5055"/>
                      <a:pt x="3147" y="5016"/>
                      <a:pt x="3147" y="5016"/>
                    </a:cubicBezTo>
                    <a:cubicBezTo>
                      <a:pt x="3147" y="5016"/>
                      <a:pt x="3140" y="4950"/>
                      <a:pt x="3153" y="4937"/>
                    </a:cubicBezTo>
                    <a:cubicBezTo>
                      <a:pt x="3166" y="4924"/>
                      <a:pt x="3285" y="4924"/>
                      <a:pt x="3331" y="4910"/>
                    </a:cubicBezTo>
                    <a:cubicBezTo>
                      <a:pt x="3377" y="4897"/>
                      <a:pt x="3305" y="4825"/>
                      <a:pt x="3291" y="4799"/>
                    </a:cubicBezTo>
                    <a:cubicBezTo>
                      <a:pt x="3272" y="4779"/>
                      <a:pt x="3153" y="4779"/>
                      <a:pt x="3120" y="4759"/>
                    </a:cubicBezTo>
                    <a:cubicBezTo>
                      <a:pt x="3087" y="4739"/>
                      <a:pt x="2995" y="4687"/>
                      <a:pt x="2975" y="4647"/>
                    </a:cubicBezTo>
                    <a:cubicBezTo>
                      <a:pt x="2956" y="4608"/>
                      <a:pt x="3120" y="4384"/>
                      <a:pt x="3160" y="4331"/>
                    </a:cubicBezTo>
                    <a:cubicBezTo>
                      <a:pt x="3199" y="4279"/>
                      <a:pt x="3357" y="4154"/>
                      <a:pt x="3416" y="4088"/>
                    </a:cubicBezTo>
                    <a:cubicBezTo>
                      <a:pt x="3476" y="4022"/>
                      <a:pt x="3561" y="3950"/>
                      <a:pt x="3594" y="3904"/>
                    </a:cubicBezTo>
                    <a:cubicBezTo>
                      <a:pt x="3620" y="3864"/>
                      <a:pt x="3594" y="3838"/>
                      <a:pt x="3588" y="3838"/>
                    </a:cubicBezTo>
                    <a:lnTo>
                      <a:pt x="3581" y="3825"/>
                    </a:lnTo>
                    <a:cubicBezTo>
                      <a:pt x="3574" y="3838"/>
                      <a:pt x="3568" y="3838"/>
                      <a:pt x="3568" y="3838"/>
                    </a:cubicBezTo>
                    <a:lnTo>
                      <a:pt x="3449" y="3838"/>
                    </a:lnTo>
                    <a:cubicBezTo>
                      <a:pt x="3449" y="3838"/>
                      <a:pt x="3239" y="3818"/>
                      <a:pt x="3226" y="3818"/>
                    </a:cubicBezTo>
                    <a:cubicBezTo>
                      <a:pt x="3212" y="3818"/>
                      <a:pt x="3166" y="3778"/>
                      <a:pt x="3140" y="3739"/>
                    </a:cubicBezTo>
                    <a:cubicBezTo>
                      <a:pt x="3114" y="3700"/>
                      <a:pt x="3114" y="3634"/>
                      <a:pt x="3101" y="3594"/>
                    </a:cubicBezTo>
                    <a:cubicBezTo>
                      <a:pt x="3087" y="3548"/>
                      <a:pt x="3061" y="3535"/>
                      <a:pt x="3048" y="3535"/>
                    </a:cubicBezTo>
                    <a:cubicBezTo>
                      <a:pt x="3041" y="3528"/>
                      <a:pt x="2969" y="3482"/>
                      <a:pt x="2969" y="3449"/>
                    </a:cubicBezTo>
                    <a:cubicBezTo>
                      <a:pt x="2969" y="3417"/>
                      <a:pt x="3048" y="3357"/>
                      <a:pt x="3048" y="3351"/>
                    </a:cubicBezTo>
                    <a:cubicBezTo>
                      <a:pt x="3054" y="3338"/>
                      <a:pt x="3041" y="3318"/>
                      <a:pt x="3022" y="3245"/>
                    </a:cubicBezTo>
                    <a:cubicBezTo>
                      <a:pt x="3008" y="3206"/>
                      <a:pt x="2995" y="3198"/>
                      <a:pt x="2982" y="3198"/>
                    </a:cubicBezTo>
                    <a:cubicBezTo>
                      <a:pt x="2973" y="3198"/>
                      <a:pt x="2963" y="3202"/>
                      <a:pt x="2954" y="3202"/>
                    </a:cubicBezTo>
                    <a:cubicBezTo>
                      <a:pt x="2950" y="3202"/>
                      <a:pt x="2946" y="3201"/>
                      <a:pt x="2943" y="3199"/>
                    </a:cubicBezTo>
                    <a:cubicBezTo>
                      <a:pt x="2923" y="3186"/>
                      <a:pt x="2844" y="3166"/>
                      <a:pt x="2818" y="3140"/>
                    </a:cubicBezTo>
                    <a:cubicBezTo>
                      <a:pt x="2791" y="3114"/>
                      <a:pt x="2804" y="3068"/>
                      <a:pt x="2785" y="3015"/>
                    </a:cubicBezTo>
                    <a:cubicBezTo>
                      <a:pt x="2771" y="2962"/>
                      <a:pt x="2745" y="2989"/>
                      <a:pt x="2719" y="2962"/>
                    </a:cubicBezTo>
                    <a:cubicBezTo>
                      <a:pt x="2699" y="2943"/>
                      <a:pt x="2692" y="2897"/>
                      <a:pt x="2692" y="2897"/>
                    </a:cubicBezTo>
                    <a:cubicBezTo>
                      <a:pt x="2732" y="2837"/>
                      <a:pt x="2752" y="2785"/>
                      <a:pt x="2791" y="2719"/>
                    </a:cubicBezTo>
                    <a:cubicBezTo>
                      <a:pt x="2824" y="2653"/>
                      <a:pt x="2811" y="2614"/>
                      <a:pt x="2837" y="2548"/>
                    </a:cubicBezTo>
                    <a:cubicBezTo>
                      <a:pt x="2864" y="2482"/>
                      <a:pt x="2890" y="2515"/>
                      <a:pt x="2929" y="2489"/>
                    </a:cubicBezTo>
                    <a:cubicBezTo>
                      <a:pt x="2945" y="2482"/>
                      <a:pt x="2959" y="2480"/>
                      <a:pt x="2973" y="2480"/>
                    </a:cubicBezTo>
                    <a:cubicBezTo>
                      <a:pt x="3000" y="2480"/>
                      <a:pt x="3022" y="2489"/>
                      <a:pt x="3035" y="2489"/>
                    </a:cubicBezTo>
                    <a:cubicBezTo>
                      <a:pt x="3054" y="2489"/>
                      <a:pt x="3087" y="2390"/>
                      <a:pt x="3081" y="2317"/>
                    </a:cubicBezTo>
                    <a:cubicBezTo>
                      <a:pt x="3074" y="2238"/>
                      <a:pt x="3054" y="2146"/>
                      <a:pt x="3028" y="2100"/>
                    </a:cubicBezTo>
                    <a:cubicBezTo>
                      <a:pt x="3014" y="2079"/>
                      <a:pt x="2984" y="2071"/>
                      <a:pt x="2947" y="2071"/>
                    </a:cubicBezTo>
                    <a:cubicBezTo>
                      <a:pt x="2913" y="2071"/>
                      <a:pt x="2875" y="2078"/>
                      <a:pt x="2837" y="2087"/>
                    </a:cubicBezTo>
                    <a:cubicBezTo>
                      <a:pt x="2758" y="2107"/>
                      <a:pt x="2686" y="2186"/>
                      <a:pt x="2666" y="2206"/>
                    </a:cubicBezTo>
                    <a:cubicBezTo>
                      <a:pt x="2665" y="2207"/>
                      <a:pt x="2664" y="2207"/>
                      <a:pt x="2662" y="2207"/>
                    </a:cubicBezTo>
                    <a:cubicBezTo>
                      <a:pt x="2637" y="2207"/>
                      <a:pt x="2553" y="2052"/>
                      <a:pt x="2535" y="2015"/>
                    </a:cubicBezTo>
                    <a:cubicBezTo>
                      <a:pt x="2515" y="1982"/>
                      <a:pt x="2416" y="1896"/>
                      <a:pt x="2383" y="1830"/>
                    </a:cubicBezTo>
                    <a:cubicBezTo>
                      <a:pt x="2357" y="1771"/>
                      <a:pt x="2357" y="1732"/>
                      <a:pt x="2357" y="1679"/>
                    </a:cubicBezTo>
                    <a:cubicBezTo>
                      <a:pt x="2357" y="1655"/>
                      <a:pt x="2355" y="1647"/>
                      <a:pt x="2349" y="1647"/>
                    </a:cubicBezTo>
                    <a:cubicBezTo>
                      <a:pt x="2340" y="1647"/>
                      <a:pt x="2322" y="1665"/>
                      <a:pt x="2291" y="1672"/>
                    </a:cubicBezTo>
                    <a:cubicBezTo>
                      <a:pt x="2284" y="1675"/>
                      <a:pt x="2277" y="1675"/>
                      <a:pt x="2270" y="1675"/>
                    </a:cubicBezTo>
                    <a:cubicBezTo>
                      <a:pt x="2233" y="1675"/>
                      <a:pt x="2199" y="1649"/>
                      <a:pt x="2166" y="1626"/>
                    </a:cubicBezTo>
                    <a:cubicBezTo>
                      <a:pt x="2133" y="1593"/>
                      <a:pt x="2271" y="1541"/>
                      <a:pt x="2324" y="1495"/>
                    </a:cubicBezTo>
                    <a:cubicBezTo>
                      <a:pt x="2383" y="1455"/>
                      <a:pt x="2416" y="1139"/>
                      <a:pt x="2416" y="1139"/>
                    </a:cubicBezTo>
                    <a:cubicBezTo>
                      <a:pt x="2416" y="1139"/>
                      <a:pt x="2423" y="988"/>
                      <a:pt x="2416" y="929"/>
                    </a:cubicBezTo>
                    <a:cubicBezTo>
                      <a:pt x="2409" y="870"/>
                      <a:pt x="2423" y="652"/>
                      <a:pt x="2416" y="567"/>
                    </a:cubicBezTo>
                    <a:cubicBezTo>
                      <a:pt x="2409" y="488"/>
                      <a:pt x="2344" y="376"/>
                      <a:pt x="2311" y="323"/>
                    </a:cubicBezTo>
                    <a:cubicBezTo>
                      <a:pt x="2284" y="277"/>
                      <a:pt x="2166" y="198"/>
                      <a:pt x="2107" y="139"/>
                    </a:cubicBezTo>
                    <a:cubicBezTo>
                      <a:pt x="2087" y="117"/>
                      <a:pt x="2071" y="110"/>
                      <a:pt x="2056" y="110"/>
                    </a:cubicBezTo>
                    <a:cubicBezTo>
                      <a:pt x="2027" y="110"/>
                      <a:pt x="2004" y="139"/>
                      <a:pt x="1969" y="139"/>
                    </a:cubicBezTo>
                    <a:cubicBezTo>
                      <a:pt x="1953" y="137"/>
                      <a:pt x="1931" y="136"/>
                      <a:pt x="1909" y="136"/>
                    </a:cubicBezTo>
                    <a:cubicBezTo>
                      <a:pt x="1864" y="136"/>
                      <a:pt x="1817" y="139"/>
                      <a:pt x="1817" y="139"/>
                    </a:cubicBezTo>
                    <a:lnTo>
                      <a:pt x="1758" y="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586;p19">
                <a:extLst>
                  <a:ext uri="{FF2B5EF4-FFF2-40B4-BE49-F238E27FC236}">
                    <a16:creationId xmlns:a16="http://schemas.microsoft.com/office/drawing/2014/main" id="{DA5AA866-9F0C-1AE1-D27C-1E93111F5F3B}"/>
                  </a:ext>
                </a:extLst>
              </p:cNvPr>
              <p:cNvSpPr/>
              <p:nvPr/>
            </p:nvSpPr>
            <p:spPr>
              <a:xfrm>
                <a:off x="6783320" y="3101320"/>
                <a:ext cx="560338" cy="547022"/>
              </a:xfrm>
              <a:custGeom>
                <a:avLst/>
                <a:gdLst/>
                <a:ahLst/>
                <a:cxnLst/>
                <a:rect l="l" t="t" r="r" b="b"/>
                <a:pathLst>
                  <a:path w="5134" h="5012" extrusionOk="0">
                    <a:moveTo>
                      <a:pt x="1342" y="1"/>
                    </a:moveTo>
                    <a:cubicBezTo>
                      <a:pt x="1306" y="1"/>
                      <a:pt x="1277" y="5"/>
                      <a:pt x="1257" y="29"/>
                    </a:cubicBezTo>
                    <a:cubicBezTo>
                      <a:pt x="1231" y="75"/>
                      <a:pt x="1224" y="82"/>
                      <a:pt x="1165" y="82"/>
                    </a:cubicBezTo>
                    <a:cubicBezTo>
                      <a:pt x="1124" y="82"/>
                      <a:pt x="1055" y="46"/>
                      <a:pt x="995" y="46"/>
                    </a:cubicBezTo>
                    <a:cubicBezTo>
                      <a:pt x="958" y="46"/>
                      <a:pt x="924" y="59"/>
                      <a:pt x="902" y="102"/>
                    </a:cubicBezTo>
                    <a:cubicBezTo>
                      <a:pt x="836" y="220"/>
                      <a:pt x="665" y="358"/>
                      <a:pt x="599" y="391"/>
                    </a:cubicBezTo>
                    <a:cubicBezTo>
                      <a:pt x="540" y="424"/>
                      <a:pt x="500" y="417"/>
                      <a:pt x="408" y="424"/>
                    </a:cubicBezTo>
                    <a:lnTo>
                      <a:pt x="342" y="424"/>
                    </a:lnTo>
                    <a:cubicBezTo>
                      <a:pt x="342" y="464"/>
                      <a:pt x="349" y="523"/>
                      <a:pt x="369" y="556"/>
                    </a:cubicBezTo>
                    <a:cubicBezTo>
                      <a:pt x="408" y="615"/>
                      <a:pt x="474" y="661"/>
                      <a:pt x="481" y="700"/>
                    </a:cubicBezTo>
                    <a:cubicBezTo>
                      <a:pt x="481" y="740"/>
                      <a:pt x="428" y="766"/>
                      <a:pt x="408" y="786"/>
                    </a:cubicBezTo>
                    <a:cubicBezTo>
                      <a:pt x="388" y="806"/>
                      <a:pt x="362" y="799"/>
                      <a:pt x="349" y="898"/>
                    </a:cubicBezTo>
                    <a:cubicBezTo>
                      <a:pt x="329" y="990"/>
                      <a:pt x="303" y="1102"/>
                      <a:pt x="303" y="1122"/>
                    </a:cubicBezTo>
                    <a:cubicBezTo>
                      <a:pt x="296" y="1141"/>
                      <a:pt x="309" y="1128"/>
                      <a:pt x="323" y="1201"/>
                    </a:cubicBezTo>
                    <a:cubicBezTo>
                      <a:pt x="342" y="1273"/>
                      <a:pt x="356" y="1372"/>
                      <a:pt x="323" y="1378"/>
                    </a:cubicBezTo>
                    <a:cubicBezTo>
                      <a:pt x="321" y="1379"/>
                      <a:pt x="320" y="1379"/>
                      <a:pt x="318" y="1379"/>
                    </a:cubicBezTo>
                    <a:cubicBezTo>
                      <a:pt x="301" y="1379"/>
                      <a:pt x="279" y="1356"/>
                      <a:pt x="258" y="1356"/>
                    </a:cubicBezTo>
                    <a:cubicBezTo>
                      <a:pt x="248" y="1356"/>
                      <a:pt x="239" y="1362"/>
                      <a:pt x="231" y="1378"/>
                    </a:cubicBezTo>
                    <a:cubicBezTo>
                      <a:pt x="198" y="1431"/>
                      <a:pt x="66" y="1721"/>
                      <a:pt x="53" y="1753"/>
                    </a:cubicBezTo>
                    <a:cubicBezTo>
                      <a:pt x="33" y="1786"/>
                      <a:pt x="0" y="1832"/>
                      <a:pt x="40" y="1872"/>
                    </a:cubicBezTo>
                    <a:cubicBezTo>
                      <a:pt x="73" y="1905"/>
                      <a:pt x="132" y="1911"/>
                      <a:pt x="178" y="1957"/>
                    </a:cubicBezTo>
                    <a:cubicBezTo>
                      <a:pt x="217" y="2004"/>
                      <a:pt x="184" y="2050"/>
                      <a:pt x="184" y="2050"/>
                    </a:cubicBezTo>
                    <a:cubicBezTo>
                      <a:pt x="184" y="2050"/>
                      <a:pt x="20" y="2076"/>
                      <a:pt x="13" y="2096"/>
                    </a:cubicBezTo>
                    <a:cubicBezTo>
                      <a:pt x="7" y="2115"/>
                      <a:pt x="0" y="2300"/>
                      <a:pt x="59" y="2379"/>
                    </a:cubicBezTo>
                    <a:cubicBezTo>
                      <a:pt x="112" y="2451"/>
                      <a:pt x="152" y="2510"/>
                      <a:pt x="184" y="2570"/>
                    </a:cubicBezTo>
                    <a:cubicBezTo>
                      <a:pt x="211" y="2629"/>
                      <a:pt x="244" y="2734"/>
                      <a:pt x="224" y="2853"/>
                    </a:cubicBezTo>
                    <a:cubicBezTo>
                      <a:pt x="204" y="2978"/>
                      <a:pt x="152" y="3149"/>
                      <a:pt x="152" y="3149"/>
                    </a:cubicBezTo>
                    <a:cubicBezTo>
                      <a:pt x="152" y="3149"/>
                      <a:pt x="105" y="3188"/>
                      <a:pt x="125" y="3234"/>
                    </a:cubicBezTo>
                    <a:cubicBezTo>
                      <a:pt x="152" y="3280"/>
                      <a:pt x="178" y="3267"/>
                      <a:pt x="178" y="3320"/>
                    </a:cubicBezTo>
                    <a:cubicBezTo>
                      <a:pt x="178" y="3372"/>
                      <a:pt x="171" y="3478"/>
                      <a:pt x="132" y="3491"/>
                    </a:cubicBezTo>
                    <a:cubicBezTo>
                      <a:pt x="92" y="3504"/>
                      <a:pt x="86" y="3570"/>
                      <a:pt x="138" y="3570"/>
                    </a:cubicBezTo>
                    <a:cubicBezTo>
                      <a:pt x="158" y="3572"/>
                      <a:pt x="175" y="3573"/>
                      <a:pt x="191" y="3573"/>
                    </a:cubicBezTo>
                    <a:cubicBezTo>
                      <a:pt x="222" y="3573"/>
                      <a:pt x="250" y="3570"/>
                      <a:pt x="290" y="3570"/>
                    </a:cubicBezTo>
                    <a:cubicBezTo>
                      <a:pt x="293" y="3570"/>
                      <a:pt x="296" y="3570"/>
                      <a:pt x="299" y="3570"/>
                    </a:cubicBezTo>
                    <a:cubicBezTo>
                      <a:pt x="332" y="3570"/>
                      <a:pt x="342" y="3548"/>
                      <a:pt x="359" y="3548"/>
                    </a:cubicBezTo>
                    <a:cubicBezTo>
                      <a:pt x="368" y="3548"/>
                      <a:pt x="379" y="3553"/>
                      <a:pt x="395" y="3570"/>
                    </a:cubicBezTo>
                    <a:cubicBezTo>
                      <a:pt x="448" y="3629"/>
                      <a:pt x="514" y="3675"/>
                      <a:pt x="592" y="3675"/>
                    </a:cubicBezTo>
                    <a:cubicBezTo>
                      <a:pt x="641" y="3675"/>
                      <a:pt x="794" y="3687"/>
                      <a:pt x="919" y="3687"/>
                    </a:cubicBezTo>
                    <a:cubicBezTo>
                      <a:pt x="981" y="3687"/>
                      <a:pt x="1036" y="3684"/>
                      <a:pt x="1066" y="3675"/>
                    </a:cubicBezTo>
                    <a:cubicBezTo>
                      <a:pt x="1152" y="3655"/>
                      <a:pt x="1165" y="3563"/>
                      <a:pt x="1198" y="3563"/>
                    </a:cubicBezTo>
                    <a:cubicBezTo>
                      <a:pt x="1237" y="3563"/>
                      <a:pt x="1277" y="3590"/>
                      <a:pt x="1310" y="3629"/>
                    </a:cubicBezTo>
                    <a:cubicBezTo>
                      <a:pt x="1343" y="3675"/>
                      <a:pt x="1441" y="3708"/>
                      <a:pt x="1481" y="3708"/>
                    </a:cubicBezTo>
                    <a:cubicBezTo>
                      <a:pt x="1512" y="3708"/>
                      <a:pt x="1519" y="3691"/>
                      <a:pt x="1540" y="3691"/>
                    </a:cubicBezTo>
                    <a:cubicBezTo>
                      <a:pt x="1550" y="3691"/>
                      <a:pt x="1564" y="3695"/>
                      <a:pt x="1586" y="3708"/>
                    </a:cubicBezTo>
                    <a:cubicBezTo>
                      <a:pt x="1652" y="3741"/>
                      <a:pt x="1744" y="3794"/>
                      <a:pt x="1751" y="3840"/>
                    </a:cubicBezTo>
                    <a:cubicBezTo>
                      <a:pt x="1764" y="3892"/>
                      <a:pt x="1777" y="3958"/>
                      <a:pt x="1784" y="3978"/>
                    </a:cubicBezTo>
                    <a:cubicBezTo>
                      <a:pt x="1790" y="4004"/>
                      <a:pt x="1836" y="4004"/>
                      <a:pt x="1823" y="4077"/>
                    </a:cubicBezTo>
                    <a:cubicBezTo>
                      <a:pt x="1817" y="4149"/>
                      <a:pt x="1784" y="4182"/>
                      <a:pt x="1790" y="4254"/>
                    </a:cubicBezTo>
                    <a:cubicBezTo>
                      <a:pt x="1790" y="4320"/>
                      <a:pt x="1836" y="4347"/>
                      <a:pt x="1856" y="4399"/>
                    </a:cubicBezTo>
                    <a:cubicBezTo>
                      <a:pt x="1876" y="4452"/>
                      <a:pt x="1869" y="4498"/>
                      <a:pt x="1869" y="4531"/>
                    </a:cubicBezTo>
                    <a:cubicBezTo>
                      <a:pt x="1869" y="4564"/>
                      <a:pt x="1836" y="4616"/>
                      <a:pt x="1863" y="4682"/>
                    </a:cubicBezTo>
                    <a:cubicBezTo>
                      <a:pt x="1896" y="4741"/>
                      <a:pt x="1929" y="4787"/>
                      <a:pt x="1929" y="4834"/>
                    </a:cubicBezTo>
                    <a:cubicBezTo>
                      <a:pt x="1929" y="4880"/>
                      <a:pt x="1909" y="4919"/>
                      <a:pt x="2021" y="4939"/>
                    </a:cubicBezTo>
                    <a:cubicBezTo>
                      <a:pt x="2105" y="4954"/>
                      <a:pt x="2207" y="4972"/>
                      <a:pt x="2264" y="4972"/>
                    </a:cubicBezTo>
                    <a:cubicBezTo>
                      <a:pt x="2283" y="4972"/>
                      <a:pt x="2297" y="4970"/>
                      <a:pt x="2304" y="4965"/>
                    </a:cubicBezTo>
                    <a:cubicBezTo>
                      <a:pt x="2330" y="4945"/>
                      <a:pt x="2422" y="4899"/>
                      <a:pt x="2442" y="4886"/>
                    </a:cubicBezTo>
                    <a:cubicBezTo>
                      <a:pt x="2457" y="4882"/>
                      <a:pt x="2514" y="4879"/>
                      <a:pt x="2561" y="4879"/>
                    </a:cubicBezTo>
                    <a:cubicBezTo>
                      <a:pt x="2595" y="4879"/>
                      <a:pt x="2623" y="4881"/>
                      <a:pt x="2626" y="4886"/>
                    </a:cubicBezTo>
                    <a:cubicBezTo>
                      <a:pt x="2626" y="4893"/>
                      <a:pt x="2685" y="4985"/>
                      <a:pt x="2699" y="5011"/>
                    </a:cubicBezTo>
                    <a:cubicBezTo>
                      <a:pt x="2699" y="5011"/>
                      <a:pt x="2771" y="5005"/>
                      <a:pt x="2843" y="4965"/>
                    </a:cubicBezTo>
                    <a:cubicBezTo>
                      <a:pt x="2916" y="4926"/>
                      <a:pt x="2896" y="4906"/>
                      <a:pt x="2916" y="4840"/>
                    </a:cubicBezTo>
                    <a:cubicBezTo>
                      <a:pt x="2935" y="4781"/>
                      <a:pt x="2929" y="4735"/>
                      <a:pt x="2949" y="4656"/>
                    </a:cubicBezTo>
                    <a:cubicBezTo>
                      <a:pt x="2968" y="4577"/>
                      <a:pt x="3028" y="4590"/>
                      <a:pt x="3080" y="4551"/>
                    </a:cubicBezTo>
                    <a:cubicBezTo>
                      <a:pt x="3139" y="4511"/>
                      <a:pt x="3113" y="4478"/>
                      <a:pt x="3113" y="4452"/>
                    </a:cubicBezTo>
                    <a:cubicBezTo>
                      <a:pt x="3113" y="4425"/>
                      <a:pt x="3146" y="4294"/>
                      <a:pt x="3186" y="4254"/>
                    </a:cubicBezTo>
                    <a:cubicBezTo>
                      <a:pt x="3225" y="4208"/>
                      <a:pt x="3390" y="4083"/>
                      <a:pt x="3462" y="4037"/>
                    </a:cubicBezTo>
                    <a:cubicBezTo>
                      <a:pt x="3462" y="4037"/>
                      <a:pt x="3475" y="4031"/>
                      <a:pt x="3482" y="4024"/>
                    </a:cubicBezTo>
                    <a:cubicBezTo>
                      <a:pt x="3488" y="4017"/>
                      <a:pt x="3488" y="4017"/>
                      <a:pt x="3495" y="4011"/>
                    </a:cubicBezTo>
                    <a:cubicBezTo>
                      <a:pt x="3501" y="4004"/>
                      <a:pt x="3508" y="4004"/>
                      <a:pt x="3515" y="3998"/>
                    </a:cubicBezTo>
                    <a:cubicBezTo>
                      <a:pt x="3528" y="3991"/>
                      <a:pt x="3534" y="3978"/>
                      <a:pt x="3548" y="3971"/>
                    </a:cubicBezTo>
                    <a:cubicBezTo>
                      <a:pt x="3554" y="3971"/>
                      <a:pt x="3554" y="3965"/>
                      <a:pt x="3561" y="3958"/>
                    </a:cubicBezTo>
                    <a:cubicBezTo>
                      <a:pt x="3567" y="3952"/>
                      <a:pt x="3574" y="3952"/>
                      <a:pt x="3580" y="3945"/>
                    </a:cubicBezTo>
                    <a:cubicBezTo>
                      <a:pt x="3653" y="3879"/>
                      <a:pt x="3745" y="3807"/>
                      <a:pt x="3824" y="3741"/>
                    </a:cubicBezTo>
                    <a:cubicBezTo>
                      <a:pt x="3831" y="3734"/>
                      <a:pt x="3837" y="3728"/>
                      <a:pt x="3844" y="3721"/>
                    </a:cubicBezTo>
                    <a:cubicBezTo>
                      <a:pt x="3857" y="3708"/>
                      <a:pt x="3870" y="3695"/>
                      <a:pt x="3883" y="3688"/>
                    </a:cubicBezTo>
                    <a:cubicBezTo>
                      <a:pt x="3890" y="3682"/>
                      <a:pt x="3896" y="3675"/>
                      <a:pt x="3903" y="3669"/>
                    </a:cubicBezTo>
                    <a:cubicBezTo>
                      <a:pt x="3923" y="3649"/>
                      <a:pt x="3942" y="3636"/>
                      <a:pt x="3949" y="3623"/>
                    </a:cubicBezTo>
                    <a:lnTo>
                      <a:pt x="3956" y="3623"/>
                    </a:lnTo>
                    <a:cubicBezTo>
                      <a:pt x="3982" y="3590"/>
                      <a:pt x="4094" y="3537"/>
                      <a:pt x="4179" y="3471"/>
                    </a:cubicBezTo>
                    <a:cubicBezTo>
                      <a:pt x="4265" y="3405"/>
                      <a:pt x="4291" y="3405"/>
                      <a:pt x="4278" y="3372"/>
                    </a:cubicBezTo>
                    <a:cubicBezTo>
                      <a:pt x="4265" y="3333"/>
                      <a:pt x="4278" y="3267"/>
                      <a:pt x="4311" y="3241"/>
                    </a:cubicBezTo>
                    <a:cubicBezTo>
                      <a:pt x="4337" y="3221"/>
                      <a:pt x="4423" y="3188"/>
                      <a:pt x="4423" y="3188"/>
                    </a:cubicBezTo>
                    <a:cubicBezTo>
                      <a:pt x="4423" y="3188"/>
                      <a:pt x="4416" y="3063"/>
                      <a:pt x="4397" y="3030"/>
                    </a:cubicBezTo>
                    <a:cubicBezTo>
                      <a:pt x="4383" y="2997"/>
                      <a:pt x="4416" y="2964"/>
                      <a:pt x="4515" y="2833"/>
                    </a:cubicBezTo>
                    <a:cubicBezTo>
                      <a:pt x="4553" y="2785"/>
                      <a:pt x="4577" y="2772"/>
                      <a:pt x="4595" y="2772"/>
                    </a:cubicBezTo>
                    <a:cubicBezTo>
                      <a:pt x="4619" y="2772"/>
                      <a:pt x="4633" y="2793"/>
                      <a:pt x="4653" y="2793"/>
                    </a:cubicBezTo>
                    <a:cubicBezTo>
                      <a:pt x="4659" y="2793"/>
                      <a:pt x="4666" y="2791"/>
                      <a:pt x="4673" y="2787"/>
                    </a:cubicBezTo>
                    <a:cubicBezTo>
                      <a:pt x="4726" y="2754"/>
                      <a:pt x="4673" y="2701"/>
                      <a:pt x="4673" y="2635"/>
                    </a:cubicBezTo>
                    <a:cubicBezTo>
                      <a:pt x="4673" y="2570"/>
                      <a:pt x="4653" y="2438"/>
                      <a:pt x="4719" y="2359"/>
                    </a:cubicBezTo>
                    <a:cubicBezTo>
                      <a:pt x="4778" y="2280"/>
                      <a:pt x="4956" y="2273"/>
                      <a:pt x="4976" y="2273"/>
                    </a:cubicBezTo>
                    <a:cubicBezTo>
                      <a:pt x="4989" y="2273"/>
                      <a:pt x="5061" y="2122"/>
                      <a:pt x="5061" y="2122"/>
                    </a:cubicBezTo>
                    <a:cubicBezTo>
                      <a:pt x="5061" y="2122"/>
                      <a:pt x="5041" y="2017"/>
                      <a:pt x="5041" y="1997"/>
                    </a:cubicBezTo>
                    <a:cubicBezTo>
                      <a:pt x="5041" y="1971"/>
                      <a:pt x="5022" y="1865"/>
                      <a:pt x="5022" y="1826"/>
                    </a:cubicBezTo>
                    <a:cubicBezTo>
                      <a:pt x="5022" y="1786"/>
                      <a:pt x="5068" y="1767"/>
                      <a:pt x="5134" y="1714"/>
                    </a:cubicBezTo>
                    <a:cubicBezTo>
                      <a:pt x="5081" y="1655"/>
                      <a:pt x="5055" y="1576"/>
                      <a:pt x="4982" y="1536"/>
                    </a:cubicBezTo>
                    <a:cubicBezTo>
                      <a:pt x="4910" y="1497"/>
                      <a:pt x="4897" y="1477"/>
                      <a:pt x="4877" y="1444"/>
                    </a:cubicBezTo>
                    <a:cubicBezTo>
                      <a:pt x="4857" y="1418"/>
                      <a:pt x="4732" y="1365"/>
                      <a:pt x="4686" y="1359"/>
                    </a:cubicBezTo>
                    <a:cubicBezTo>
                      <a:pt x="4647" y="1352"/>
                      <a:pt x="4443" y="1332"/>
                      <a:pt x="4357" y="1266"/>
                    </a:cubicBezTo>
                    <a:cubicBezTo>
                      <a:pt x="4271" y="1201"/>
                      <a:pt x="4179" y="1155"/>
                      <a:pt x="4140" y="1089"/>
                    </a:cubicBezTo>
                    <a:cubicBezTo>
                      <a:pt x="4094" y="1030"/>
                      <a:pt x="4081" y="1049"/>
                      <a:pt x="3956" y="1036"/>
                    </a:cubicBezTo>
                    <a:cubicBezTo>
                      <a:pt x="3931" y="1033"/>
                      <a:pt x="3915" y="1032"/>
                      <a:pt x="3905" y="1032"/>
                    </a:cubicBezTo>
                    <a:cubicBezTo>
                      <a:pt x="3865" y="1032"/>
                      <a:pt x="3905" y="1051"/>
                      <a:pt x="3837" y="1082"/>
                    </a:cubicBezTo>
                    <a:cubicBezTo>
                      <a:pt x="3820" y="1089"/>
                      <a:pt x="3806" y="1093"/>
                      <a:pt x="3795" y="1093"/>
                    </a:cubicBezTo>
                    <a:cubicBezTo>
                      <a:pt x="3756" y="1093"/>
                      <a:pt x="3748" y="1055"/>
                      <a:pt x="3712" y="1030"/>
                    </a:cubicBezTo>
                    <a:cubicBezTo>
                      <a:pt x="3666" y="1003"/>
                      <a:pt x="3725" y="957"/>
                      <a:pt x="3752" y="937"/>
                    </a:cubicBezTo>
                    <a:cubicBezTo>
                      <a:pt x="3771" y="918"/>
                      <a:pt x="3804" y="799"/>
                      <a:pt x="3804" y="799"/>
                    </a:cubicBezTo>
                    <a:cubicBezTo>
                      <a:pt x="3804" y="799"/>
                      <a:pt x="3633" y="786"/>
                      <a:pt x="3567" y="733"/>
                    </a:cubicBezTo>
                    <a:cubicBezTo>
                      <a:pt x="3501" y="674"/>
                      <a:pt x="3567" y="621"/>
                      <a:pt x="3567" y="621"/>
                    </a:cubicBezTo>
                    <a:cubicBezTo>
                      <a:pt x="3501" y="621"/>
                      <a:pt x="3350" y="556"/>
                      <a:pt x="3324" y="556"/>
                    </a:cubicBezTo>
                    <a:cubicBezTo>
                      <a:pt x="3291" y="556"/>
                      <a:pt x="3166" y="569"/>
                      <a:pt x="3146" y="569"/>
                    </a:cubicBezTo>
                    <a:cubicBezTo>
                      <a:pt x="3126" y="569"/>
                      <a:pt x="3041" y="470"/>
                      <a:pt x="3041" y="450"/>
                    </a:cubicBezTo>
                    <a:cubicBezTo>
                      <a:pt x="3041" y="431"/>
                      <a:pt x="3061" y="385"/>
                      <a:pt x="3100" y="338"/>
                    </a:cubicBezTo>
                    <a:cubicBezTo>
                      <a:pt x="3146" y="286"/>
                      <a:pt x="3186" y="259"/>
                      <a:pt x="3186" y="207"/>
                    </a:cubicBezTo>
                    <a:cubicBezTo>
                      <a:pt x="3186" y="161"/>
                      <a:pt x="3146" y="3"/>
                      <a:pt x="3126" y="3"/>
                    </a:cubicBezTo>
                    <a:cubicBezTo>
                      <a:pt x="3107" y="3"/>
                      <a:pt x="2929" y="174"/>
                      <a:pt x="2929" y="174"/>
                    </a:cubicBezTo>
                    <a:cubicBezTo>
                      <a:pt x="2929" y="174"/>
                      <a:pt x="2903" y="174"/>
                      <a:pt x="2870" y="227"/>
                    </a:cubicBezTo>
                    <a:cubicBezTo>
                      <a:pt x="2837" y="279"/>
                      <a:pt x="2758" y="319"/>
                      <a:pt x="2758" y="319"/>
                    </a:cubicBezTo>
                    <a:cubicBezTo>
                      <a:pt x="2758" y="319"/>
                      <a:pt x="2705" y="292"/>
                      <a:pt x="2659" y="253"/>
                    </a:cubicBezTo>
                    <a:cubicBezTo>
                      <a:pt x="2612" y="223"/>
                      <a:pt x="2607" y="124"/>
                      <a:pt x="2529" y="124"/>
                    </a:cubicBezTo>
                    <a:cubicBezTo>
                      <a:pt x="2521" y="124"/>
                      <a:pt x="2511" y="125"/>
                      <a:pt x="2501" y="128"/>
                    </a:cubicBezTo>
                    <a:cubicBezTo>
                      <a:pt x="2402" y="154"/>
                      <a:pt x="2310" y="187"/>
                      <a:pt x="2290" y="213"/>
                    </a:cubicBezTo>
                    <a:cubicBezTo>
                      <a:pt x="2272" y="237"/>
                      <a:pt x="2282" y="267"/>
                      <a:pt x="2199" y="267"/>
                    </a:cubicBezTo>
                    <a:cubicBezTo>
                      <a:pt x="2191" y="267"/>
                      <a:pt x="2182" y="267"/>
                      <a:pt x="2172" y="266"/>
                    </a:cubicBezTo>
                    <a:cubicBezTo>
                      <a:pt x="2054" y="259"/>
                      <a:pt x="1843" y="115"/>
                      <a:pt x="1823" y="108"/>
                    </a:cubicBezTo>
                    <a:cubicBezTo>
                      <a:pt x="1797" y="102"/>
                      <a:pt x="1488" y="3"/>
                      <a:pt x="1422" y="3"/>
                    </a:cubicBezTo>
                    <a:cubicBezTo>
                      <a:pt x="1393" y="3"/>
                      <a:pt x="1366" y="1"/>
                      <a:pt x="1342" y="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587;p19">
                <a:extLst>
                  <a:ext uri="{FF2B5EF4-FFF2-40B4-BE49-F238E27FC236}">
                    <a16:creationId xmlns:a16="http://schemas.microsoft.com/office/drawing/2014/main" id="{58121A69-4759-DE46-DF5D-91FDF36E683E}"/>
                  </a:ext>
                </a:extLst>
              </p:cNvPr>
              <p:cNvSpPr/>
              <p:nvPr/>
            </p:nvSpPr>
            <p:spPr>
              <a:xfrm>
                <a:off x="6507409" y="2299997"/>
                <a:ext cx="890166" cy="869211"/>
              </a:xfrm>
              <a:custGeom>
                <a:avLst/>
                <a:gdLst/>
                <a:ahLst/>
                <a:cxnLst/>
                <a:rect l="l" t="t" r="r" b="b"/>
                <a:pathLst>
                  <a:path w="8156" h="7964" extrusionOk="0">
                    <a:moveTo>
                      <a:pt x="2449" y="0"/>
                    </a:moveTo>
                    <a:cubicBezTo>
                      <a:pt x="2337" y="0"/>
                      <a:pt x="2462" y="92"/>
                      <a:pt x="2449" y="158"/>
                    </a:cubicBezTo>
                    <a:cubicBezTo>
                      <a:pt x="2436" y="217"/>
                      <a:pt x="2337" y="303"/>
                      <a:pt x="2337" y="323"/>
                    </a:cubicBezTo>
                    <a:cubicBezTo>
                      <a:pt x="2337" y="342"/>
                      <a:pt x="2357" y="500"/>
                      <a:pt x="2390" y="553"/>
                    </a:cubicBezTo>
                    <a:cubicBezTo>
                      <a:pt x="2423" y="606"/>
                      <a:pt x="2364" y="717"/>
                      <a:pt x="2344" y="763"/>
                    </a:cubicBezTo>
                    <a:cubicBezTo>
                      <a:pt x="2331" y="816"/>
                      <a:pt x="2311" y="842"/>
                      <a:pt x="2318" y="928"/>
                    </a:cubicBezTo>
                    <a:cubicBezTo>
                      <a:pt x="2324" y="1014"/>
                      <a:pt x="2318" y="1073"/>
                      <a:pt x="2318" y="1073"/>
                    </a:cubicBezTo>
                    <a:lnTo>
                      <a:pt x="1482" y="1079"/>
                    </a:lnTo>
                    <a:lnTo>
                      <a:pt x="93" y="1099"/>
                    </a:lnTo>
                    <a:cubicBezTo>
                      <a:pt x="100" y="1106"/>
                      <a:pt x="106" y="1119"/>
                      <a:pt x="106" y="1132"/>
                    </a:cubicBezTo>
                    <a:lnTo>
                      <a:pt x="106" y="1349"/>
                    </a:lnTo>
                    <a:lnTo>
                      <a:pt x="1" y="1461"/>
                    </a:lnTo>
                    <a:cubicBezTo>
                      <a:pt x="1" y="1461"/>
                      <a:pt x="27" y="1566"/>
                      <a:pt x="47" y="1586"/>
                    </a:cubicBezTo>
                    <a:cubicBezTo>
                      <a:pt x="67" y="1612"/>
                      <a:pt x="93" y="1724"/>
                      <a:pt x="73" y="1770"/>
                    </a:cubicBezTo>
                    <a:cubicBezTo>
                      <a:pt x="54" y="1823"/>
                      <a:pt x="40" y="1843"/>
                      <a:pt x="40" y="1869"/>
                    </a:cubicBezTo>
                    <a:cubicBezTo>
                      <a:pt x="40" y="1889"/>
                      <a:pt x="67" y="1922"/>
                      <a:pt x="86" y="1948"/>
                    </a:cubicBezTo>
                    <a:cubicBezTo>
                      <a:pt x="106" y="1974"/>
                      <a:pt x="119" y="1994"/>
                      <a:pt x="106" y="2007"/>
                    </a:cubicBezTo>
                    <a:cubicBezTo>
                      <a:pt x="93" y="2040"/>
                      <a:pt x="21" y="2106"/>
                      <a:pt x="47" y="2178"/>
                    </a:cubicBezTo>
                    <a:cubicBezTo>
                      <a:pt x="73" y="2251"/>
                      <a:pt x="106" y="2304"/>
                      <a:pt x="113" y="2369"/>
                    </a:cubicBezTo>
                    <a:cubicBezTo>
                      <a:pt x="113" y="2435"/>
                      <a:pt x="146" y="2468"/>
                      <a:pt x="113" y="2540"/>
                    </a:cubicBezTo>
                    <a:cubicBezTo>
                      <a:pt x="80" y="2613"/>
                      <a:pt x="60" y="2712"/>
                      <a:pt x="100" y="2738"/>
                    </a:cubicBezTo>
                    <a:cubicBezTo>
                      <a:pt x="133" y="2758"/>
                      <a:pt x="198" y="2771"/>
                      <a:pt x="271" y="2771"/>
                    </a:cubicBezTo>
                    <a:lnTo>
                      <a:pt x="903" y="2771"/>
                    </a:lnTo>
                    <a:cubicBezTo>
                      <a:pt x="903" y="2771"/>
                      <a:pt x="810" y="2777"/>
                      <a:pt x="903" y="2830"/>
                    </a:cubicBezTo>
                    <a:cubicBezTo>
                      <a:pt x="995" y="2876"/>
                      <a:pt x="1146" y="2883"/>
                      <a:pt x="1146" y="2883"/>
                    </a:cubicBezTo>
                    <a:cubicBezTo>
                      <a:pt x="1146" y="2883"/>
                      <a:pt x="1166" y="2922"/>
                      <a:pt x="1146" y="2988"/>
                    </a:cubicBezTo>
                    <a:cubicBezTo>
                      <a:pt x="1126" y="3060"/>
                      <a:pt x="1093" y="3106"/>
                      <a:pt x="1080" y="3133"/>
                    </a:cubicBezTo>
                    <a:cubicBezTo>
                      <a:pt x="1067" y="3152"/>
                      <a:pt x="1047" y="3172"/>
                      <a:pt x="1047" y="3231"/>
                    </a:cubicBezTo>
                    <a:cubicBezTo>
                      <a:pt x="1047" y="3284"/>
                      <a:pt x="1041" y="3245"/>
                      <a:pt x="1126" y="3403"/>
                    </a:cubicBezTo>
                    <a:cubicBezTo>
                      <a:pt x="1212" y="3554"/>
                      <a:pt x="1258" y="3600"/>
                      <a:pt x="1258" y="3659"/>
                    </a:cubicBezTo>
                    <a:cubicBezTo>
                      <a:pt x="1258" y="3725"/>
                      <a:pt x="1245" y="3817"/>
                      <a:pt x="1192" y="3896"/>
                    </a:cubicBezTo>
                    <a:cubicBezTo>
                      <a:pt x="1133" y="3975"/>
                      <a:pt x="1139" y="3942"/>
                      <a:pt x="1133" y="4008"/>
                    </a:cubicBezTo>
                    <a:cubicBezTo>
                      <a:pt x="1126" y="4080"/>
                      <a:pt x="1028" y="4245"/>
                      <a:pt x="1008" y="4265"/>
                    </a:cubicBezTo>
                    <a:cubicBezTo>
                      <a:pt x="988" y="4284"/>
                      <a:pt x="935" y="4377"/>
                      <a:pt x="935" y="4410"/>
                    </a:cubicBezTo>
                    <a:cubicBezTo>
                      <a:pt x="935" y="4436"/>
                      <a:pt x="935" y="4528"/>
                      <a:pt x="896" y="4574"/>
                    </a:cubicBezTo>
                    <a:cubicBezTo>
                      <a:pt x="863" y="4614"/>
                      <a:pt x="725" y="4693"/>
                      <a:pt x="731" y="4693"/>
                    </a:cubicBezTo>
                    <a:cubicBezTo>
                      <a:pt x="738" y="4699"/>
                      <a:pt x="745" y="4699"/>
                      <a:pt x="745" y="4706"/>
                    </a:cubicBezTo>
                    <a:cubicBezTo>
                      <a:pt x="771" y="4719"/>
                      <a:pt x="791" y="4732"/>
                      <a:pt x="791" y="4739"/>
                    </a:cubicBezTo>
                    <a:cubicBezTo>
                      <a:pt x="797" y="4752"/>
                      <a:pt x="863" y="4818"/>
                      <a:pt x="876" y="4870"/>
                    </a:cubicBezTo>
                    <a:cubicBezTo>
                      <a:pt x="883" y="4923"/>
                      <a:pt x="896" y="5022"/>
                      <a:pt x="883" y="5068"/>
                    </a:cubicBezTo>
                    <a:cubicBezTo>
                      <a:pt x="876" y="5107"/>
                      <a:pt x="929" y="5291"/>
                      <a:pt x="962" y="5364"/>
                    </a:cubicBezTo>
                    <a:cubicBezTo>
                      <a:pt x="995" y="5443"/>
                      <a:pt x="1008" y="5515"/>
                      <a:pt x="1008" y="5614"/>
                    </a:cubicBezTo>
                    <a:cubicBezTo>
                      <a:pt x="1001" y="5713"/>
                      <a:pt x="982" y="5746"/>
                      <a:pt x="935" y="5746"/>
                    </a:cubicBezTo>
                    <a:cubicBezTo>
                      <a:pt x="925" y="5746"/>
                      <a:pt x="914" y="5745"/>
                      <a:pt x="902" y="5745"/>
                    </a:cubicBezTo>
                    <a:cubicBezTo>
                      <a:pt x="857" y="5745"/>
                      <a:pt x="810" y="5749"/>
                      <a:pt x="810" y="5792"/>
                    </a:cubicBezTo>
                    <a:cubicBezTo>
                      <a:pt x="810" y="5844"/>
                      <a:pt x="995" y="5904"/>
                      <a:pt x="1021" y="5963"/>
                    </a:cubicBezTo>
                    <a:cubicBezTo>
                      <a:pt x="1047" y="6022"/>
                      <a:pt x="1074" y="6134"/>
                      <a:pt x="1074" y="6246"/>
                    </a:cubicBezTo>
                    <a:cubicBezTo>
                      <a:pt x="1074" y="6358"/>
                      <a:pt x="1080" y="6463"/>
                      <a:pt x="1087" y="6509"/>
                    </a:cubicBezTo>
                    <a:cubicBezTo>
                      <a:pt x="1100" y="6555"/>
                      <a:pt x="1311" y="6608"/>
                      <a:pt x="1350" y="6614"/>
                    </a:cubicBezTo>
                    <a:cubicBezTo>
                      <a:pt x="1390" y="6614"/>
                      <a:pt x="2021" y="6654"/>
                      <a:pt x="2087" y="6654"/>
                    </a:cubicBezTo>
                    <a:lnTo>
                      <a:pt x="2304" y="6654"/>
                    </a:lnTo>
                    <a:cubicBezTo>
                      <a:pt x="2304" y="6654"/>
                      <a:pt x="2360" y="6572"/>
                      <a:pt x="2392" y="6572"/>
                    </a:cubicBezTo>
                    <a:cubicBezTo>
                      <a:pt x="2400" y="6572"/>
                      <a:pt x="2406" y="6577"/>
                      <a:pt x="2410" y="6588"/>
                    </a:cubicBezTo>
                    <a:cubicBezTo>
                      <a:pt x="2429" y="6654"/>
                      <a:pt x="2456" y="6680"/>
                      <a:pt x="2416" y="6752"/>
                    </a:cubicBezTo>
                    <a:cubicBezTo>
                      <a:pt x="2383" y="6818"/>
                      <a:pt x="2337" y="6845"/>
                      <a:pt x="2324" y="6878"/>
                    </a:cubicBezTo>
                    <a:cubicBezTo>
                      <a:pt x="2304" y="6910"/>
                      <a:pt x="2324" y="7095"/>
                      <a:pt x="2350" y="7174"/>
                    </a:cubicBezTo>
                    <a:cubicBezTo>
                      <a:pt x="2377" y="7246"/>
                      <a:pt x="2285" y="7253"/>
                      <a:pt x="2449" y="7384"/>
                    </a:cubicBezTo>
                    <a:cubicBezTo>
                      <a:pt x="2535" y="7444"/>
                      <a:pt x="2594" y="7483"/>
                      <a:pt x="2640" y="7503"/>
                    </a:cubicBezTo>
                    <a:cubicBezTo>
                      <a:pt x="2693" y="7523"/>
                      <a:pt x="2719" y="7529"/>
                      <a:pt x="2732" y="7536"/>
                    </a:cubicBezTo>
                    <a:cubicBezTo>
                      <a:pt x="2752" y="7549"/>
                      <a:pt x="2870" y="7687"/>
                      <a:pt x="2870" y="7707"/>
                    </a:cubicBezTo>
                    <a:cubicBezTo>
                      <a:pt x="2870" y="7713"/>
                      <a:pt x="2870" y="7740"/>
                      <a:pt x="2870" y="7766"/>
                    </a:cubicBezTo>
                    <a:lnTo>
                      <a:pt x="2930" y="7766"/>
                    </a:lnTo>
                    <a:cubicBezTo>
                      <a:pt x="3022" y="7759"/>
                      <a:pt x="3068" y="7766"/>
                      <a:pt x="3127" y="7733"/>
                    </a:cubicBezTo>
                    <a:cubicBezTo>
                      <a:pt x="3186" y="7700"/>
                      <a:pt x="3364" y="7562"/>
                      <a:pt x="3423" y="7444"/>
                    </a:cubicBezTo>
                    <a:cubicBezTo>
                      <a:pt x="3448" y="7401"/>
                      <a:pt x="3483" y="7388"/>
                      <a:pt x="3521" y="7388"/>
                    </a:cubicBezTo>
                    <a:cubicBezTo>
                      <a:pt x="3582" y="7388"/>
                      <a:pt x="3650" y="7424"/>
                      <a:pt x="3686" y="7424"/>
                    </a:cubicBezTo>
                    <a:cubicBezTo>
                      <a:pt x="3752" y="7424"/>
                      <a:pt x="3752" y="7417"/>
                      <a:pt x="3785" y="7371"/>
                    </a:cubicBezTo>
                    <a:cubicBezTo>
                      <a:pt x="3805" y="7347"/>
                      <a:pt x="3834" y="7343"/>
                      <a:pt x="3869" y="7343"/>
                    </a:cubicBezTo>
                    <a:cubicBezTo>
                      <a:pt x="3892" y="7343"/>
                      <a:pt x="3917" y="7345"/>
                      <a:pt x="3943" y="7345"/>
                    </a:cubicBezTo>
                    <a:cubicBezTo>
                      <a:pt x="4009" y="7345"/>
                      <a:pt x="4325" y="7444"/>
                      <a:pt x="4345" y="7450"/>
                    </a:cubicBezTo>
                    <a:cubicBezTo>
                      <a:pt x="4371" y="7457"/>
                      <a:pt x="4582" y="7601"/>
                      <a:pt x="4693" y="7608"/>
                    </a:cubicBezTo>
                    <a:cubicBezTo>
                      <a:pt x="4704" y="7609"/>
                      <a:pt x="4713" y="7609"/>
                      <a:pt x="4722" y="7609"/>
                    </a:cubicBezTo>
                    <a:cubicBezTo>
                      <a:pt x="4810" y="7609"/>
                      <a:pt x="4800" y="7579"/>
                      <a:pt x="4818" y="7555"/>
                    </a:cubicBezTo>
                    <a:cubicBezTo>
                      <a:pt x="4832" y="7529"/>
                      <a:pt x="4924" y="7496"/>
                      <a:pt x="5029" y="7470"/>
                    </a:cubicBezTo>
                    <a:cubicBezTo>
                      <a:pt x="5039" y="7467"/>
                      <a:pt x="5049" y="7466"/>
                      <a:pt x="5057" y="7466"/>
                    </a:cubicBezTo>
                    <a:cubicBezTo>
                      <a:pt x="5135" y="7466"/>
                      <a:pt x="5139" y="7565"/>
                      <a:pt x="5180" y="7595"/>
                    </a:cubicBezTo>
                    <a:cubicBezTo>
                      <a:pt x="5233" y="7634"/>
                      <a:pt x="5279" y="7661"/>
                      <a:pt x="5279" y="7661"/>
                    </a:cubicBezTo>
                    <a:cubicBezTo>
                      <a:pt x="5279" y="7661"/>
                      <a:pt x="5365" y="7621"/>
                      <a:pt x="5398" y="7569"/>
                    </a:cubicBezTo>
                    <a:cubicBezTo>
                      <a:pt x="5424" y="7516"/>
                      <a:pt x="5457" y="7516"/>
                      <a:pt x="5457" y="7516"/>
                    </a:cubicBezTo>
                    <a:cubicBezTo>
                      <a:pt x="5457" y="7516"/>
                      <a:pt x="5635" y="7345"/>
                      <a:pt x="5654" y="7345"/>
                    </a:cubicBezTo>
                    <a:cubicBezTo>
                      <a:pt x="5667" y="7345"/>
                      <a:pt x="5714" y="7503"/>
                      <a:pt x="5714" y="7549"/>
                    </a:cubicBezTo>
                    <a:cubicBezTo>
                      <a:pt x="5714" y="7595"/>
                      <a:pt x="5674" y="7628"/>
                      <a:pt x="5628" y="7680"/>
                    </a:cubicBezTo>
                    <a:cubicBezTo>
                      <a:pt x="5589" y="7727"/>
                      <a:pt x="5569" y="7773"/>
                      <a:pt x="5569" y="7792"/>
                    </a:cubicBezTo>
                    <a:cubicBezTo>
                      <a:pt x="5569" y="7812"/>
                      <a:pt x="5654" y="7911"/>
                      <a:pt x="5667" y="7911"/>
                    </a:cubicBezTo>
                    <a:cubicBezTo>
                      <a:pt x="5687" y="7911"/>
                      <a:pt x="5819" y="7898"/>
                      <a:pt x="5845" y="7898"/>
                    </a:cubicBezTo>
                    <a:cubicBezTo>
                      <a:pt x="5878" y="7898"/>
                      <a:pt x="6029" y="7963"/>
                      <a:pt x="6089" y="7963"/>
                    </a:cubicBezTo>
                    <a:cubicBezTo>
                      <a:pt x="6155" y="7963"/>
                      <a:pt x="6115" y="7911"/>
                      <a:pt x="6115" y="7865"/>
                    </a:cubicBezTo>
                    <a:cubicBezTo>
                      <a:pt x="6115" y="7825"/>
                      <a:pt x="6056" y="7746"/>
                      <a:pt x="6049" y="7687"/>
                    </a:cubicBezTo>
                    <a:cubicBezTo>
                      <a:pt x="6043" y="7634"/>
                      <a:pt x="6043" y="7562"/>
                      <a:pt x="6043" y="7483"/>
                    </a:cubicBezTo>
                    <a:cubicBezTo>
                      <a:pt x="6043" y="7483"/>
                      <a:pt x="6043" y="7476"/>
                      <a:pt x="6043" y="7476"/>
                    </a:cubicBezTo>
                    <a:cubicBezTo>
                      <a:pt x="6043" y="7470"/>
                      <a:pt x="6043" y="7470"/>
                      <a:pt x="6043" y="7463"/>
                    </a:cubicBezTo>
                    <a:cubicBezTo>
                      <a:pt x="6043" y="7463"/>
                      <a:pt x="6043" y="7463"/>
                      <a:pt x="6043" y="7457"/>
                    </a:cubicBezTo>
                    <a:cubicBezTo>
                      <a:pt x="6049" y="7457"/>
                      <a:pt x="6049" y="7450"/>
                      <a:pt x="6049" y="7444"/>
                    </a:cubicBezTo>
                    <a:cubicBezTo>
                      <a:pt x="6049" y="7437"/>
                      <a:pt x="6049" y="7437"/>
                      <a:pt x="6056" y="7430"/>
                    </a:cubicBezTo>
                    <a:cubicBezTo>
                      <a:pt x="6056" y="7424"/>
                      <a:pt x="6056" y="7417"/>
                      <a:pt x="6056" y="7411"/>
                    </a:cubicBezTo>
                    <a:cubicBezTo>
                      <a:pt x="6062" y="7397"/>
                      <a:pt x="6062" y="7391"/>
                      <a:pt x="6069" y="7378"/>
                    </a:cubicBezTo>
                    <a:cubicBezTo>
                      <a:pt x="6069" y="7378"/>
                      <a:pt x="6076" y="7371"/>
                      <a:pt x="6076" y="7365"/>
                    </a:cubicBezTo>
                    <a:cubicBezTo>
                      <a:pt x="6082" y="7351"/>
                      <a:pt x="6089" y="7332"/>
                      <a:pt x="6095" y="7318"/>
                    </a:cubicBezTo>
                    <a:cubicBezTo>
                      <a:pt x="6102" y="7305"/>
                      <a:pt x="6102" y="7299"/>
                      <a:pt x="6108" y="7292"/>
                    </a:cubicBezTo>
                    <a:cubicBezTo>
                      <a:pt x="6108" y="7292"/>
                      <a:pt x="6108" y="7286"/>
                      <a:pt x="6108" y="7286"/>
                    </a:cubicBezTo>
                    <a:cubicBezTo>
                      <a:pt x="6115" y="7272"/>
                      <a:pt x="6122" y="7266"/>
                      <a:pt x="6128" y="7253"/>
                    </a:cubicBezTo>
                    <a:cubicBezTo>
                      <a:pt x="6135" y="7240"/>
                      <a:pt x="6141" y="7233"/>
                      <a:pt x="6148" y="7220"/>
                    </a:cubicBezTo>
                    <a:cubicBezTo>
                      <a:pt x="6155" y="7207"/>
                      <a:pt x="6161" y="7200"/>
                      <a:pt x="6168" y="7187"/>
                    </a:cubicBezTo>
                    <a:cubicBezTo>
                      <a:pt x="6168" y="7180"/>
                      <a:pt x="6174" y="7174"/>
                      <a:pt x="6181" y="7174"/>
                    </a:cubicBezTo>
                    <a:cubicBezTo>
                      <a:pt x="6181" y="7167"/>
                      <a:pt x="6187" y="7161"/>
                      <a:pt x="6187" y="7154"/>
                    </a:cubicBezTo>
                    <a:cubicBezTo>
                      <a:pt x="6194" y="7147"/>
                      <a:pt x="6201" y="7134"/>
                      <a:pt x="6214" y="7128"/>
                    </a:cubicBezTo>
                    <a:cubicBezTo>
                      <a:pt x="6220" y="7114"/>
                      <a:pt x="6227" y="7108"/>
                      <a:pt x="6233" y="7095"/>
                    </a:cubicBezTo>
                    <a:cubicBezTo>
                      <a:pt x="6240" y="7088"/>
                      <a:pt x="6247" y="7082"/>
                      <a:pt x="6260" y="7075"/>
                    </a:cubicBezTo>
                    <a:cubicBezTo>
                      <a:pt x="6266" y="7068"/>
                      <a:pt x="6273" y="7062"/>
                      <a:pt x="6280" y="7055"/>
                    </a:cubicBezTo>
                    <a:cubicBezTo>
                      <a:pt x="6405" y="6963"/>
                      <a:pt x="6385" y="6891"/>
                      <a:pt x="6385" y="6825"/>
                    </a:cubicBezTo>
                    <a:cubicBezTo>
                      <a:pt x="6385" y="6759"/>
                      <a:pt x="6352" y="6752"/>
                      <a:pt x="6352" y="6687"/>
                    </a:cubicBezTo>
                    <a:cubicBezTo>
                      <a:pt x="6352" y="6627"/>
                      <a:pt x="6405" y="6634"/>
                      <a:pt x="6503" y="6595"/>
                    </a:cubicBezTo>
                    <a:cubicBezTo>
                      <a:pt x="6595" y="6548"/>
                      <a:pt x="6602" y="6463"/>
                      <a:pt x="6674" y="6423"/>
                    </a:cubicBezTo>
                    <a:cubicBezTo>
                      <a:pt x="6740" y="6377"/>
                      <a:pt x="6852" y="6391"/>
                      <a:pt x="6925" y="6358"/>
                    </a:cubicBezTo>
                    <a:cubicBezTo>
                      <a:pt x="6997" y="6331"/>
                      <a:pt x="7036" y="6252"/>
                      <a:pt x="7096" y="6127"/>
                    </a:cubicBezTo>
                    <a:cubicBezTo>
                      <a:pt x="7161" y="6009"/>
                      <a:pt x="7175" y="5897"/>
                      <a:pt x="7240" y="5792"/>
                    </a:cubicBezTo>
                    <a:cubicBezTo>
                      <a:pt x="7306" y="5686"/>
                      <a:pt x="7543" y="5647"/>
                      <a:pt x="7563" y="5581"/>
                    </a:cubicBezTo>
                    <a:cubicBezTo>
                      <a:pt x="7583" y="5515"/>
                      <a:pt x="7556" y="5436"/>
                      <a:pt x="7583" y="5311"/>
                    </a:cubicBezTo>
                    <a:cubicBezTo>
                      <a:pt x="7602" y="5180"/>
                      <a:pt x="7688" y="5160"/>
                      <a:pt x="7721" y="5081"/>
                    </a:cubicBezTo>
                    <a:cubicBezTo>
                      <a:pt x="7760" y="5002"/>
                      <a:pt x="7721" y="4976"/>
                      <a:pt x="7721" y="4804"/>
                    </a:cubicBezTo>
                    <a:cubicBezTo>
                      <a:pt x="7721" y="4633"/>
                      <a:pt x="7774" y="4686"/>
                      <a:pt x="7826" y="4600"/>
                    </a:cubicBezTo>
                    <a:cubicBezTo>
                      <a:pt x="7872" y="4521"/>
                      <a:pt x="7885" y="4489"/>
                      <a:pt x="7885" y="4449"/>
                    </a:cubicBezTo>
                    <a:cubicBezTo>
                      <a:pt x="7885" y="4416"/>
                      <a:pt x="7931" y="4265"/>
                      <a:pt x="7931" y="4265"/>
                    </a:cubicBezTo>
                    <a:lnTo>
                      <a:pt x="7997" y="4107"/>
                    </a:lnTo>
                    <a:cubicBezTo>
                      <a:pt x="7997" y="4107"/>
                      <a:pt x="7931" y="4080"/>
                      <a:pt x="7899" y="4074"/>
                    </a:cubicBezTo>
                    <a:cubicBezTo>
                      <a:pt x="7859" y="4067"/>
                      <a:pt x="7879" y="3923"/>
                      <a:pt x="7879" y="3923"/>
                    </a:cubicBezTo>
                    <a:cubicBezTo>
                      <a:pt x="7879" y="3923"/>
                      <a:pt x="7872" y="3718"/>
                      <a:pt x="7859" y="3547"/>
                    </a:cubicBezTo>
                    <a:cubicBezTo>
                      <a:pt x="7859" y="3435"/>
                      <a:pt x="7852" y="3337"/>
                      <a:pt x="7852" y="3304"/>
                    </a:cubicBezTo>
                    <a:cubicBezTo>
                      <a:pt x="7852" y="3225"/>
                      <a:pt x="7787" y="3133"/>
                      <a:pt x="7787" y="3100"/>
                    </a:cubicBezTo>
                    <a:cubicBezTo>
                      <a:pt x="7787" y="3074"/>
                      <a:pt x="7852" y="2975"/>
                      <a:pt x="7879" y="2876"/>
                    </a:cubicBezTo>
                    <a:cubicBezTo>
                      <a:pt x="7905" y="2777"/>
                      <a:pt x="7885" y="2665"/>
                      <a:pt x="7931" y="2481"/>
                    </a:cubicBezTo>
                    <a:cubicBezTo>
                      <a:pt x="7971" y="2336"/>
                      <a:pt x="8089" y="2027"/>
                      <a:pt x="8135" y="1909"/>
                    </a:cubicBezTo>
                    <a:cubicBezTo>
                      <a:pt x="8135" y="1909"/>
                      <a:pt x="8135" y="1909"/>
                      <a:pt x="8135" y="1902"/>
                    </a:cubicBezTo>
                    <a:cubicBezTo>
                      <a:pt x="8135" y="1902"/>
                      <a:pt x="8142" y="1895"/>
                      <a:pt x="8142" y="1895"/>
                    </a:cubicBezTo>
                    <a:cubicBezTo>
                      <a:pt x="8142" y="1895"/>
                      <a:pt x="8142" y="1889"/>
                      <a:pt x="8142" y="1889"/>
                    </a:cubicBezTo>
                    <a:cubicBezTo>
                      <a:pt x="8149" y="1876"/>
                      <a:pt x="8149" y="1869"/>
                      <a:pt x="8155" y="1863"/>
                    </a:cubicBezTo>
                    <a:lnTo>
                      <a:pt x="7175" y="1790"/>
                    </a:lnTo>
                    <a:lnTo>
                      <a:pt x="3759" y="1547"/>
                    </a:lnTo>
                    <a:lnTo>
                      <a:pt x="3522" y="1547"/>
                    </a:lnTo>
                    <a:lnTo>
                      <a:pt x="3351" y="1468"/>
                    </a:lnTo>
                    <a:cubicBezTo>
                      <a:pt x="3351" y="1468"/>
                      <a:pt x="3285" y="1343"/>
                      <a:pt x="3265" y="1303"/>
                    </a:cubicBezTo>
                    <a:cubicBezTo>
                      <a:pt x="3252" y="1264"/>
                      <a:pt x="3120" y="1290"/>
                      <a:pt x="3094" y="1257"/>
                    </a:cubicBezTo>
                    <a:cubicBezTo>
                      <a:pt x="3074" y="1218"/>
                      <a:pt x="3035" y="1145"/>
                      <a:pt x="3015" y="1106"/>
                    </a:cubicBezTo>
                    <a:cubicBezTo>
                      <a:pt x="2989" y="1060"/>
                      <a:pt x="2923" y="1073"/>
                      <a:pt x="2916" y="1040"/>
                    </a:cubicBezTo>
                    <a:cubicBezTo>
                      <a:pt x="2903" y="1014"/>
                      <a:pt x="2844" y="836"/>
                      <a:pt x="2844" y="803"/>
                    </a:cubicBezTo>
                    <a:cubicBezTo>
                      <a:pt x="2844" y="770"/>
                      <a:pt x="2844" y="645"/>
                      <a:pt x="2791" y="586"/>
                    </a:cubicBezTo>
                    <a:cubicBezTo>
                      <a:pt x="2745" y="520"/>
                      <a:pt x="2739" y="494"/>
                      <a:pt x="2706" y="382"/>
                    </a:cubicBezTo>
                    <a:cubicBezTo>
                      <a:pt x="2680" y="270"/>
                      <a:pt x="2706" y="151"/>
                      <a:pt x="2706" y="151"/>
                    </a:cubicBezTo>
                    <a:cubicBezTo>
                      <a:pt x="2706" y="151"/>
                      <a:pt x="2607" y="46"/>
                      <a:pt x="2508" y="7"/>
                    </a:cubicBezTo>
                    <a:cubicBezTo>
                      <a:pt x="2489" y="0"/>
                      <a:pt x="2469" y="0"/>
                      <a:pt x="2449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588;p19">
                <a:extLst>
                  <a:ext uri="{FF2B5EF4-FFF2-40B4-BE49-F238E27FC236}">
                    <a16:creationId xmlns:a16="http://schemas.microsoft.com/office/drawing/2014/main" id="{65C4B11B-3017-82D8-53E4-8CAAEDBC7021}"/>
                  </a:ext>
                </a:extLst>
              </p:cNvPr>
              <p:cNvSpPr/>
              <p:nvPr/>
            </p:nvSpPr>
            <p:spPr>
              <a:xfrm>
                <a:off x="6103802" y="2352385"/>
                <a:ext cx="541674" cy="460581"/>
              </a:xfrm>
              <a:custGeom>
                <a:avLst/>
                <a:gdLst/>
                <a:ahLst/>
                <a:cxnLst/>
                <a:rect l="l" t="t" r="r" b="b"/>
                <a:pathLst>
                  <a:path w="4963" h="4220" extrusionOk="0">
                    <a:moveTo>
                      <a:pt x="2514" y="0"/>
                    </a:moveTo>
                    <a:cubicBezTo>
                      <a:pt x="2495" y="0"/>
                      <a:pt x="2310" y="47"/>
                      <a:pt x="2284" y="93"/>
                    </a:cubicBezTo>
                    <a:cubicBezTo>
                      <a:pt x="2258" y="132"/>
                      <a:pt x="2179" y="198"/>
                      <a:pt x="2179" y="198"/>
                    </a:cubicBezTo>
                    <a:cubicBezTo>
                      <a:pt x="2179" y="198"/>
                      <a:pt x="2080" y="283"/>
                      <a:pt x="2054" y="323"/>
                    </a:cubicBezTo>
                    <a:cubicBezTo>
                      <a:pt x="2021" y="356"/>
                      <a:pt x="2054" y="487"/>
                      <a:pt x="2054" y="487"/>
                    </a:cubicBezTo>
                    <a:cubicBezTo>
                      <a:pt x="2054" y="487"/>
                      <a:pt x="1955" y="527"/>
                      <a:pt x="1929" y="553"/>
                    </a:cubicBezTo>
                    <a:cubicBezTo>
                      <a:pt x="1909" y="580"/>
                      <a:pt x="1882" y="698"/>
                      <a:pt x="1876" y="744"/>
                    </a:cubicBezTo>
                    <a:cubicBezTo>
                      <a:pt x="1869" y="784"/>
                      <a:pt x="1850" y="803"/>
                      <a:pt x="1803" y="836"/>
                    </a:cubicBezTo>
                    <a:cubicBezTo>
                      <a:pt x="1792" y="842"/>
                      <a:pt x="1778" y="844"/>
                      <a:pt x="1765" y="844"/>
                    </a:cubicBezTo>
                    <a:cubicBezTo>
                      <a:pt x="1717" y="844"/>
                      <a:pt x="1665" y="817"/>
                      <a:pt x="1665" y="817"/>
                    </a:cubicBezTo>
                    <a:cubicBezTo>
                      <a:pt x="1665" y="817"/>
                      <a:pt x="1535" y="743"/>
                      <a:pt x="1448" y="743"/>
                    </a:cubicBezTo>
                    <a:cubicBezTo>
                      <a:pt x="1441" y="743"/>
                      <a:pt x="1434" y="743"/>
                      <a:pt x="1428" y="744"/>
                    </a:cubicBezTo>
                    <a:cubicBezTo>
                      <a:pt x="1343" y="757"/>
                      <a:pt x="1376" y="830"/>
                      <a:pt x="1356" y="915"/>
                    </a:cubicBezTo>
                    <a:cubicBezTo>
                      <a:pt x="1336" y="1001"/>
                      <a:pt x="1297" y="1053"/>
                      <a:pt x="1277" y="1067"/>
                    </a:cubicBezTo>
                    <a:cubicBezTo>
                      <a:pt x="1265" y="1075"/>
                      <a:pt x="1207" y="1088"/>
                      <a:pt x="1157" y="1088"/>
                    </a:cubicBezTo>
                    <a:cubicBezTo>
                      <a:pt x="1125" y="1088"/>
                      <a:pt x="1096" y="1082"/>
                      <a:pt x="1086" y="1067"/>
                    </a:cubicBezTo>
                    <a:cubicBezTo>
                      <a:pt x="1080" y="1052"/>
                      <a:pt x="1073" y="1048"/>
                      <a:pt x="1066" y="1048"/>
                    </a:cubicBezTo>
                    <a:cubicBezTo>
                      <a:pt x="1051" y="1048"/>
                      <a:pt x="1033" y="1067"/>
                      <a:pt x="1013" y="1067"/>
                    </a:cubicBezTo>
                    <a:cubicBezTo>
                      <a:pt x="1011" y="1067"/>
                      <a:pt x="1009" y="1067"/>
                      <a:pt x="1007" y="1067"/>
                    </a:cubicBezTo>
                    <a:cubicBezTo>
                      <a:pt x="1006" y="1066"/>
                      <a:pt x="1004" y="1066"/>
                      <a:pt x="1003" y="1066"/>
                    </a:cubicBezTo>
                    <a:cubicBezTo>
                      <a:pt x="975" y="1066"/>
                      <a:pt x="928" y="1119"/>
                      <a:pt x="928" y="1119"/>
                    </a:cubicBezTo>
                    <a:cubicBezTo>
                      <a:pt x="928" y="1119"/>
                      <a:pt x="773" y="1179"/>
                      <a:pt x="730" y="1179"/>
                    </a:cubicBezTo>
                    <a:cubicBezTo>
                      <a:pt x="728" y="1179"/>
                      <a:pt x="726" y="1179"/>
                      <a:pt x="724" y="1179"/>
                    </a:cubicBezTo>
                    <a:cubicBezTo>
                      <a:pt x="685" y="1179"/>
                      <a:pt x="612" y="1100"/>
                      <a:pt x="593" y="1080"/>
                    </a:cubicBezTo>
                    <a:cubicBezTo>
                      <a:pt x="583" y="1060"/>
                      <a:pt x="464" y="1040"/>
                      <a:pt x="380" y="1040"/>
                    </a:cubicBezTo>
                    <a:cubicBezTo>
                      <a:pt x="354" y="1040"/>
                      <a:pt x="331" y="1042"/>
                      <a:pt x="316" y="1047"/>
                    </a:cubicBezTo>
                    <a:cubicBezTo>
                      <a:pt x="250" y="1067"/>
                      <a:pt x="250" y="1172"/>
                      <a:pt x="224" y="1238"/>
                    </a:cubicBezTo>
                    <a:cubicBezTo>
                      <a:pt x="198" y="1304"/>
                      <a:pt x="0" y="1389"/>
                      <a:pt x="0" y="1389"/>
                    </a:cubicBezTo>
                    <a:lnTo>
                      <a:pt x="92" y="1435"/>
                    </a:lnTo>
                    <a:cubicBezTo>
                      <a:pt x="132" y="1409"/>
                      <a:pt x="165" y="1396"/>
                      <a:pt x="165" y="1396"/>
                    </a:cubicBezTo>
                    <a:cubicBezTo>
                      <a:pt x="165" y="1396"/>
                      <a:pt x="303" y="1383"/>
                      <a:pt x="388" y="1369"/>
                    </a:cubicBezTo>
                    <a:cubicBezTo>
                      <a:pt x="464" y="1359"/>
                      <a:pt x="635" y="1348"/>
                      <a:pt x="714" y="1348"/>
                    </a:cubicBezTo>
                    <a:cubicBezTo>
                      <a:pt x="732" y="1348"/>
                      <a:pt x="744" y="1348"/>
                      <a:pt x="750" y="1350"/>
                    </a:cubicBezTo>
                    <a:cubicBezTo>
                      <a:pt x="782" y="1355"/>
                      <a:pt x="865" y="1373"/>
                      <a:pt x="910" y="1373"/>
                    </a:cubicBezTo>
                    <a:cubicBezTo>
                      <a:pt x="921" y="1373"/>
                      <a:pt x="930" y="1372"/>
                      <a:pt x="935" y="1369"/>
                    </a:cubicBezTo>
                    <a:cubicBezTo>
                      <a:pt x="960" y="1363"/>
                      <a:pt x="996" y="1310"/>
                      <a:pt x="1023" y="1310"/>
                    </a:cubicBezTo>
                    <a:cubicBezTo>
                      <a:pt x="1024" y="1310"/>
                      <a:pt x="1026" y="1310"/>
                      <a:pt x="1027" y="1310"/>
                    </a:cubicBezTo>
                    <a:cubicBezTo>
                      <a:pt x="1060" y="1317"/>
                      <a:pt x="1132" y="1383"/>
                      <a:pt x="1132" y="1422"/>
                    </a:cubicBezTo>
                    <a:cubicBezTo>
                      <a:pt x="1132" y="1468"/>
                      <a:pt x="1080" y="1547"/>
                      <a:pt x="1080" y="1580"/>
                    </a:cubicBezTo>
                    <a:cubicBezTo>
                      <a:pt x="1073" y="1613"/>
                      <a:pt x="1053" y="1639"/>
                      <a:pt x="1080" y="1685"/>
                    </a:cubicBezTo>
                    <a:cubicBezTo>
                      <a:pt x="1099" y="1725"/>
                      <a:pt x="1099" y="1758"/>
                      <a:pt x="1080" y="1791"/>
                    </a:cubicBezTo>
                    <a:cubicBezTo>
                      <a:pt x="1060" y="1824"/>
                      <a:pt x="994" y="1876"/>
                      <a:pt x="1014" y="1962"/>
                    </a:cubicBezTo>
                    <a:cubicBezTo>
                      <a:pt x="1027" y="1995"/>
                      <a:pt x="1040" y="2028"/>
                      <a:pt x="1053" y="2054"/>
                    </a:cubicBezTo>
                    <a:cubicBezTo>
                      <a:pt x="1060" y="2060"/>
                      <a:pt x="1060" y="2074"/>
                      <a:pt x="1066" y="2080"/>
                    </a:cubicBezTo>
                    <a:cubicBezTo>
                      <a:pt x="1073" y="2093"/>
                      <a:pt x="1080" y="2107"/>
                      <a:pt x="1086" y="2120"/>
                    </a:cubicBezTo>
                    <a:cubicBezTo>
                      <a:pt x="1086" y="2120"/>
                      <a:pt x="1093" y="2126"/>
                      <a:pt x="1093" y="2133"/>
                    </a:cubicBezTo>
                    <a:cubicBezTo>
                      <a:pt x="1093" y="2133"/>
                      <a:pt x="1099" y="2139"/>
                      <a:pt x="1099" y="2146"/>
                    </a:cubicBezTo>
                    <a:cubicBezTo>
                      <a:pt x="1099" y="2146"/>
                      <a:pt x="1099" y="2153"/>
                      <a:pt x="1099" y="2153"/>
                    </a:cubicBezTo>
                    <a:lnTo>
                      <a:pt x="1106" y="2153"/>
                    </a:lnTo>
                    <a:cubicBezTo>
                      <a:pt x="1106" y="2159"/>
                      <a:pt x="1106" y="2166"/>
                      <a:pt x="1106" y="2172"/>
                    </a:cubicBezTo>
                    <a:cubicBezTo>
                      <a:pt x="1119" y="2218"/>
                      <a:pt x="1132" y="2264"/>
                      <a:pt x="1119" y="2297"/>
                    </a:cubicBezTo>
                    <a:cubicBezTo>
                      <a:pt x="1106" y="2330"/>
                      <a:pt x="1040" y="2468"/>
                      <a:pt x="1099" y="2574"/>
                    </a:cubicBezTo>
                    <a:cubicBezTo>
                      <a:pt x="1159" y="2686"/>
                      <a:pt x="1145" y="2705"/>
                      <a:pt x="1284" y="2909"/>
                    </a:cubicBezTo>
                    <a:cubicBezTo>
                      <a:pt x="1415" y="3113"/>
                      <a:pt x="1652" y="3232"/>
                      <a:pt x="1744" y="3278"/>
                    </a:cubicBezTo>
                    <a:cubicBezTo>
                      <a:pt x="1827" y="3313"/>
                      <a:pt x="1904" y="3338"/>
                      <a:pt x="1948" y="3338"/>
                    </a:cubicBezTo>
                    <a:cubicBezTo>
                      <a:pt x="1953" y="3338"/>
                      <a:pt x="1957" y="3338"/>
                      <a:pt x="1961" y="3337"/>
                    </a:cubicBezTo>
                    <a:cubicBezTo>
                      <a:pt x="1994" y="3337"/>
                      <a:pt x="2060" y="3324"/>
                      <a:pt x="2106" y="3324"/>
                    </a:cubicBezTo>
                    <a:cubicBezTo>
                      <a:pt x="2146" y="3324"/>
                      <a:pt x="2231" y="3324"/>
                      <a:pt x="2304" y="3377"/>
                    </a:cubicBezTo>
                    <a:cubicBezTo>
                      <a:pt x="2383" y="3423"/>
                      <a:pt x="2481" y="3482"/>
                      <a:pt x="2495" y="3482"/>
                    </a:cubicBezTo>
                    <a:cubicBezTo>
                      <a:pt x="2508" y="3482"/>
                      <a:pt x="2613" y="3443"/>
                      <a:pt x="2613" y="3443"/>
                    </a:cubicBezTo>
                    <a:cubicBezTo>
                      <a:pt x="2613" y="3443"/>
                      <a:pt x="2692" y="3482"/>
                      <a:pt x="2705" y="3521"/>
                    </a:cubicBezTo>
                    <a:cubicBezTo>
                      <a:pt x="2718" y="3561"/>
                      <a:pt x="2725" y="3607"/>
                      <a:pt x="2850" y="3693"/>
                    </a:cubicBezTo>
                    <a:cubicBezTo>
                      <a:pt x="2975" y="3778"/>
                      <a:pt x="3133" y="3804"/>
                      <a:pt x="3166" y="3811"/>
                    </a:cubicBezTo>
                    <a:cubicBezTo>
                      <a:pt x="3172" y="3818"/>
                      <a:pt x="3192" y="3818"/>
                      <a:pt x="3212" y="3818"/>
                    </a:cubicBezTo>
                    <a:lnTo>
                      <a:pt x="3232" y="3818"/>
                    </a:lnTo>
                    <a:lnTo>
                      <a:pt x="3245" y="3824"/>
                    </a:lnTo>
                    <a:lnTo>
                      <a:pt x="3258" y="3824"/>
                    </a:lnTo>
                    <a:lnTo>
                      <a:pt x="3271" y="3831"/>
                    </a:lnTo>
                    <a:lnTo>
                      <a:pt x="3291" y="3831"/>
                    </a:lnTo>
                    <a:cubicBezTo>
                      <a:pt x="3297" y="3831"/>
                      <a:pt x="3304" y="3837"/>
                      <a:pt x="3311" y="3837"/>
                    </a:cubicBezTo>
                    <a:cubicBezTo>
                      <a:pt x="3324" y="3844"/>
                      <a:pt x="3330" y="3844"/>
                      <a:pt x="3344" y="3851"/>
                    </a:cubicBezTo>
                    <a:cubicBezTo>
                      <a:pt x="3344" y="3857"/>
                      <a:pt x="3350" y="3857"/>
                      <a:pt x="3350" y="3857"/>
                    </a:cubicBezTo>
                    <a:cubicBezTo>
                      <a:pt x="3350" y="3857"/>
                      <a:pt x="3350" y="3864"/>
                      <a:pt x="3357" y="3864"/>
                    </a:cubicBezTo>
                    <a:cubicBezTo>
                      <a:pt x="3357" y="3864"/>
                      <a:pt x="3357" y="3870"/>
                      <a:pt x="3363" y="3870"/>
                    </a:cubicBezTo>
                    <a:cubicBezTo>
                      <a:pt x="3403" y="3916"/>
                      <a:pt x="3469" y="3962"/>
                      <a:pt x="3508" y="4022"/>
                    </a:cubicBezTo>
                    <a:cubicBezTo>
                      <a:pt x="3545" y="4070"/>
                      <a:pt x="3621" y="4142"/>
                      <a:pt x="3684" y="4142"/>
                    </a:cubicBezTo>
                    <a:cubicBezTo>
                      <a:pt x="3689" y="4142"/>
                      <a:pt x="3694" y="4141"/>
                      <a:pt x="3699" y="4140"/>
                    </a:cubicBezTo>
                    <a:cubicBezTo>
                      <a:pt x="3765" y="4120"/>
                      <a:pt x="3732" y="4101"/>
                      <a:pt x="3850" y="4101"/>
                    </a:cubicBezTo>
                    <a:cubicBezTo>
                      <a:pt x="3969" y="4101"/>
                      <a:pt x="4107" y="4134"/>
                      <a:pt x="4146" y="4140"/>
                    </a:cubicBezTo>
                    <a:cubicBezTo>
                      <a:pt x="4179" y="4153"/>
                      <a:pt x="4285" y="4153"/>
                      <a:pt x="4337" y="4166"/>
                    </a:cubicBezTo>
                    <a:cubicBezTo>
                      <a:pt x="4364" y="4180"/>
                      <a:pt x="4403" y="4199"/>
                      <a:pt x="4436" y="4219"/>
                    </a:cubicBezTo>
                    <a:cubicBezTo>
                      <a:pt x="4429" y="4213"/>
                      <a:pt x="4561" y="4134"/>
                      <a:pt x="4601" y="4094"/>
                    </a:cubicBezTo>
                    <a:cubicBezTo>
                      <a:pt x="4633" y="4048"/>
                      <a:pt x="4633" y="3956"/>
                      <a:pt x="4633" y="3930"/>
                    </a:cubicBezTo>
                    <a:cubicBezTo>
                      <a:pt x="4633" y="3897"/>
                      <a:pt x="4693" y="3804"/>
                      <a:pt x="4712" y="3791"/>
                    </a:cubicBezTo>
                    <a:cubicBezTo>
                      <a:pt x="4726" y="3772"/>
                      <a:pt x="4831" y="3600"/>
                      <a:pt x="4837" y="3535"/>
                    </a:cubicBezTo>
                    <a:cubicBezTo>
                      <a:pt x="4844" y="3462"/>
                      <a:pt x="4837" y="3495"/>
                      <a:pt x="4890" y="3416"/>
                    </a:cubicBezTo>
                    <a:cubicBezTo>
                      <a:pt x="4949" y="3337"/>
                      <a:pt x="4963" y="3245"/>
                      <a:pt x="4963" y="3186"/>
                    </a:cubicBezTo>
                    <a:cubicBezTo>
                      <a:pt x="4963" y="3120"/>
                      <a:pt x="4916" y="3074"/>
                      <a:pt x="4831" y="2923"/>
                    </a:cubicBezTo>
                    <a:cubicBezTo>
                      <a:pt x="4745" y="2765"/>
                      <a:pt x="4752" y="2804"/>
                      <a:pt x="4752" y="2751"/>
                    </a:cubicBezTo>
                    <a:cubicBezTo>
                      <a:pt x="4752" y="2692"/>
                      <a:pt x="4765" y="2672"/>
                      <a:pt x="4778" y="2653"/>
                    </a:cubicBezTo>
                    <a:cubicBezTo>
                      <a:pt x="4791" y="2626"/>
                      <a:pt x="4831" y="2580"/>
                      <a:pt x="4844" y="2508"/>
                    </a:cubicBezTo>
                    <a:cubicBezTo>
                      <a:pt x="4864" y="2442"/>
                      <a:pt x="4844" y="2403"/>
                      <a:pt x="4844" y="2403"/>
                    </a:cubicBezTo>
                    <a:cubicBezTo>
                      <a:pt x="4844" y="2403"/>
                      <a:pt x="4693" y="2396"/>
                      <a:pt x="4601" y="2350"/>
                    </a:cubicBezTo>
                    <a:cubicBezTo>
                      <a:pt x="4508" y="2297"/>
                      <a:pt x="4601" y="2291"/>
                      <a:pt x="4601" y="2291"/>
                    </a:cubicBezTo>
                    <a:lnTo>
                      <a:pt x="3969" y="2291"/>
                    </a:lnTo>
                    <a:cubicBezTo>
                      <a:pt x="3896" y="2291"/>
                      <a:pt x="3831" y="2278"/>
                      <a:pt x="3798" y="2258"/>
                    </a:cubicBezTo>
                    <a:cubicBezTo>
                      <a:pt x="3758" y="2232"/>
                      <a:pt x="3778" y="2133"/>
                      <a:pt x="3811" y="2060"/>
                    </a:cubicBezTo>
                    <a:cubicBezTo>
                      <a:pt x="3844" y="1988"/>
                      <a:pt x="3817" y="1955"/>
                      <a:pt x="3811" y="1889"/>
                    </a:cubicBezTo>
                    <a:cubicBezTo>
                      <a:pt x="3811" y="1824"/>
                      <a:pt x="3771" y="1771"/>
                      <a:pt x="3745" y="1698"/>
                    </a:cubicBezTo>
                    <a:cubicBezTo>
                      <a:pt x="3725" y="1626"/>
                      <a:pt x="3791" y="1560"/>
                      <a:pt x="3811" y="1527"/>
                    </a:cubicBezTo>
                    <a:cubicBezTo>
                      <a:pt x="3817" y="1514"/>
                      <a:pt x="3804" y="1494"/>
                      <a:pt x="3791" y="1468"/>
                    </a:cubicBezTo>
                    <a:cubicBezTo>
                      <a:pt x="3771" y="1442"/>
                      <a:pt x="3738" y="1409"/>
                      <a:pt x="3738" y="1389"/>
                    </a:cubicBezTo>
                    <a:cubicBezTo>
                      <a:pt x="3738" y="1363"/>
                      <a:pt x="3752" y="1343"/>
                      <a:pt x="3771" y="1290"/>
                    </a:cubicBezTo>
                    <a:cubicBezTo>
                      <a:pt x="3791" y="1244"/>
                      <a:pt x="3765" y="1132"/>
                      <a:pt x="3745" y="1106"/>
                    </a:cubicBezTo>
                    <a:cubicBezTo>
                      <a:pt x="3732" y="1086"/>
                      <a:pt x="3699" y="981"/>
                      <a:pt x="3699" y="981"/>
                    </a:cubicBezTo>
                    <a:lnTo>
                      <a:pt x="3811" y="869"/>
                    </a:lnTo>
                    <a:lnTo>
                      <a:pt x="3811" y="652"/>
                    </a:lnTo>
                    <a:cubicBezTo>
                      <a:pt x="3811" y="639"/>
                      <a:pt x="3804" y="626"/>
                      <a:pt x="3791" y="619"/>
                    </a:cubicBezTo>
                    <a:cubicBezTo>
                      <a:pt x="3778" y="613"/>
                      <a:pt x="3758" y="611"/>
                      <a:pt x="3742" y="611"/>
                    </a:cubicBezTo>
                    <a:cubicBezTo>
                      <a:pt x="3725" y="611"/>
                      <a:pt x="3712" y="613"/>
                      <a:pt x="3712" y="613"/>
                    </a:cubicBezTo>
                    <a:lnTo>
                      <a:pt x="3574" y="698"/>
                    </a:lnTo>
                    <a:cubicBezTo>
                      <a:pt x="3574" y="698"/>
                      <a:pt x="3370" y="632"/>
                      <a:pt x="3337" y="553"/>
                    </a:cubicBezTo>
                    <a:cubicBezTo>
                      <a:pt x="3311" y="474"/>
                      <a:pt x="3232" y="448"/>
                      <a:pt x="3199" y="448"/>
                    </a:cubicBezTo>
                    <a:cubicBezTo>
                      <a:pt x="3166" y="441"/>
                      <a:pt x="3054" y="297"/>
                      <a:pt x="3034" y="264"/>
                    </a:cubicBezTo>
                    <a:cubicBezTo>
                      <a:pt x="3014" y="224"/>
                      <a:pt x="2876" y="79"/>
                      <a:pt x="2876" y="79"/>
                    </a:cubicBezTo>
                    <a:cubicBezTo>
                      <a:pt x="2876" y="79"/>
                      <a:pt x="2534" y="0"/>
                      <a:pt x="2514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589;p19">
                <a:extLst>
                  <a:ext uri="{FF2B5EF4-FFF2-40B4-BE49-F238E27FC236}">
                    <a16:creationId xmlns:a16="http://schemas.microsoft.com/office/drawing/2014/main" id="{33F921FA-95F1-6254-10FC-DA39F8DCBEB1}"/>
                  </a:ext>
                </a:extLst>
              </p:cNvPr>
              <p:cNvSpPr/>
              <p:nvPr/>
            </p:nvSpPr>
            <p:spPr>
              <a:xfrm>
                <a:off x="5565078" y="1535674"/>
                <a:ext cx="1377051" cy="968421"/>
              </a:xfrm>
              <a:custGeom>
                <a:avLst/>
                <a:gdLst/>
                <a:ahLst/>
                <a:cxnLst/>
                <a:rect l="l" t="t" r="r" b="b"/>
                <a:pathLst>
                  <a:path w="12617" h="8873" extrusionOk="0">
                    <a:moveTo>
                      <a:pt x="7404" y="0"/>
                    </a:moveTo>
                    <a:cubicBezTo>
                      <a:pt x="7398" y="33"/>
                      <a:pt x="7384" y="60"/>
                      <a:pt x="7371" y="66"/>
                    </a:cubicBezTo>
                    <a:cubicBezTo>
                      <a:pt x="7338" y="79"/>
                      <a:pt x="7246" y="106"/>
                      <a:pt x="7200" y="145"/>
                    </a:cubicBezTo>
                    <a:cubicBezTo>
                      <a:pt x="7168" y="178"/>
                      <a:pt x="7132" y="191"/>
                      <a:pt x="7104" y="191"/>
                    </a:cubicBezTo>
                    <a:cubicBezTo>
                      <a:pt x="7093" y="191"/>
                      <a:pt x="7083" y="189"/>
                      <a:pt x="7075" y="185"/>
                    </a:cubicBezTo>
                    <a:cubicBezTo>
                      <a:pt x="7052" y="176"/>
                      <a:pt x="7001" y="163"/>
                      <a:pt x="6969" y="163"/>
                    </a:cubicBezTo>
                    <a:cubicBezTo>
                      <a:pt x="6955" y="163"/>
                      <a:pt x="6946" y="166"/>
                      <a:pt x="6944" y="172"/>
                    </a:cubicBezTo>
                    <a:cubicBezTo>
                      <a:pt x="6937" y="198"/>
                      <a:pt x="6950" y="362"/>
                      <a:pt x="6930" y="402"/>
                    </a:cubicBezTo>
                    <a:cubicBezTo>
                      <a:pt x="6911" y="448"/>
                      <a:pt x="6792" y="527"/>
                      <a:pt x="6772" y="553"/>
                    </a:cubicBezTo>
                    <a:cubicBezTo>
                      <a:pt x="6753" y="580"/>
                      <a:pt x="6726" y="626"/>
                      <a:pt x="6700" y="626"/>
                    </a:cubicBezTo>
                    <a:cubicBezTo>
                      <a:pt x="6680" y="626"/>
                      <a:pt x="6654" y="573"/>
                      <a:pt x="6654" y="573"/>
                    </a:cubicBezTo>
                    <a:cubicBezTo>
                      <a:pt x="6654" y="573"/>
                      <a:pt x="6647" y="570"/>
                      <a:pt x="6638" y="570"/>
                    </a:cubicBezTo>
                    <a:cubicBezTo>
                      <a:pt x="6626" y="570"/>
                      <a:pt x="6609" y="575"/>
                      <a:pt x="6595" y="593"/>
                    </a:cubicBezTo>
                    <a:cubicBezTo>
                      <a:pt x="6562" y="626"/>
                      <a:pt x="6463" y="731"/>
                      <a:pt x="6450" y="731"/>
                    </a:cubicBezTo>
                    <a:cubicBezTo>
                      <a:pt x="6432" y="731"/>
                      <a:pt x="6381" y="704"/>
                      <a:pt x="6353" y="704"/>
                    </a:cubicBezTo>
                    <a:cubicBezTo>
                      <a:pt x="6350" y="704"/>
                      <a:pt x="6347" y="704"/>
                      <a:pt x="6345" y="705"/>
                    </a:cubicBezTo>
                    <a:cubicBezTo>
                      <a:pt x="6318" y="718"/>
                      <a:pt x="6259" y="751"/>
                      <a:pt x="6233" y="777"/>
                    </a:cubicBezTo>
                    <a:cubicBezTo>
                      <a:pt x="6206" y="810"/>
                      <a:pt x="6147" y="843"/>
                      <a:pt x="6141" y="863"/>
                    </a:cubicBezTo>
                    <a:cubicBezTo>
                      <a:pt x="6127" y="876"/>
                      <a:pt x="6121" y="922"/>
                      <a:pt x="6108" y="942"/>
                    </a:cubicBezTo>
                    <a:cubicBezTo>
                      <a:pt x="6101" y="961"/>
                      <a:pt x="6042" y="955"/>
                      <a:pt x="6016" y="975"/>
                    </a:cubicBezTo>
                    <a:cubicBezTo>
                      <a:pt x="5989" y="1001"/>
                      <a:pt x="5969" y="1060"/>
                      <a:pt x="5963" y="1086"/>
                    </a:cubicBezTo>
                    <a:cubicBezTo>
                      <a:pt x="5956" y="1106"/>
                      <a:pt x="5884" y="1146"/>
                      <a:pt x="5884" y="1146"/>
                    </a:cubicBezTo>
                    <a:cubicBezTo>
                      <a:pt x="5884" y="1146"/>
                      <a:pt x="5880" y="1146"/>
                      <a:pt x="5875" y="1146"/>
                    </a:cubicBezTo>
                    <a:cubicBezTo>
                      <a:pt x="5855" y="1146"/>
                      <a:pt x="5812" y="1142"/>
                      <a:pt x="5812" y="1106"/>
                    </a:cubicBezTo>
                    <a:cubicBezTo>
                      <a:pt x="5812" y="1067"/>
                      <a:pt x="5877" y="994"/>
                      <a:pt x="5877" y="994"/>
                    </a:cubicBezTo>
                    <a:cubicBezTo>
                      <a:pt x="5877" y="994"/>
                      <a:pt x="5864" y="961"/>
                      <a:pt x="5851" y="948"/>
                    </a:cubicBezTo>
                    <a:cubicBezTo>
                      <a:pt x="5844" y="935"/>
                      <a:pt x="5765" y="876"/>
                      <a:pt x="5759" y="876"/>
                    </a:cubicBezTo>
                    <a:cubicBezTo>
                      <a:pt x="5752" y="876"/>
                      <a:pt x="5667" y="896"/>
                      <a:pt x="5654" y="909"/>
                    </a:cubicBezTo>
                    <a:cubicBezTo>
                      <a:pt x="5640" y="915"/>
                      <a:pt x="5575" y="1007"/>
                      <a:pt x="5542" y="1040"/>
                    </a:cubicBezTo>
                    <a:cubicBezTo>
                      <a:pt x="5518" y="1064"/>
                      <a:pt x="5408" y="1092"/>
                      <a:pt x="5344" y="1092"/>
                    </a:cubicBezTo>
                    <a:cubicBezTo>
                      <a:pt x="5321" y="1092"/>
                      <a:pt x="5303" y="1089"/>
                      <a:pt x="5298" y="1080"/>
                    </a:cubicBezTo>
                    <a:cubicBezTo>
                      <a:pt x="5272" y="1047"/>
                      <a:pt x="5167" y="975"/>
                      <a:pt x="5140" y="942"/>
                    </a:cubicBezTo>
                    <a:cubicBezTo>
                      <a:pt x="5114" y="902"/>
                      <a:pt x="5022" y="784"/>
                      <a:pt x="4982" y="777"/>
                    </a:cubicBezTo>
                    <a:cubicBezTo>
                      <a:pt x="4949" y="770"/>
                      <a:pt x="4844" y="757"/>
                      <a:pt x="4831" y="757"/>
                    </a:cubicBezTo>
                    <a:cubicBezTo>
                      <a:pt x="4829" y="757"/>
                      <a:pt x="4821" y="758"/>
                      <a:pt x="4810" y="758"/>
                    </a:cubicBezTo>
                    <a:cubicBezTo>
                      <a:pt x="4790" y="758"/>
                      <a:pt x="4761" y="755"/>
                      <a:pt x="4752" y="738"/>
                    </a:cubicBezTo>
                    <a:cubicBezTo>
                      <a:pt x="4739" y="711"/>
                      <a:pt x="4726" y="547"/>
                      <a:pt x="4726" y="520"/>
                    </a:cubicBezTo>
                    <a:cubicBezTo>
                      <a:pt x="4726" y="501"/>
                      <a:pt x="4719" y="330"/>
                      <a:pt x="4712" y="316"/>
                    </a:cubicBezTo>
                    <a:cubicBezTo>
                      <a:pt x="4699" y="297"/>
                      <a:pt x="4601" y="283"/>
                      <a:pt x="4587" y="244"/>
                    </a:cubicBezTo>
                    <a:cubicBezTo>
                      <a:pt x="4574" y="211"/>
                      <a:pt x="4561" y="66"/>
                      <a:pt x="4561" y="66"/>
                    </a:cubicBezTo>
                    <a:cubicBezTo>
                      <a:pt x="4561" y="66"/>
                      <a:pt x="4538" y="20"/>
                      <a:pt x="4513" y="20"/>
                    </a:cubicBezTo>
                    <a:cubicBezTo>
                      <a:pt x="4511" y="20"/>
                      <a:pt x="4510" y="20"/>
                      <a:pt x="4508" y="20"/>
                    </a:cubicBezTo>
                    <a:cubicBezTo>
                      <a:pt x="4489" y="27"/>
                      <a:pt x="4423" y="53"/>
                      <a:pt x="4403" y="93"/>
                    </a:cubicBezTo>
                    <a:cubicBezTo>
                      <a:pt x="4390" y="126"/>
                      <a:pt x="4344" y="178"/>
                      <a:pt x="4331" y="178"/>
                    </a:cubicBezTo>
                    <a:cubicBezTo>
                      <a:pt x="4318" y="178"/>
                      <a:pt x="4232" y="185"/>
                      <a:pt x="4219" y="205"/>
                    </a:cubicBezTo>
                    <a:cubicBezTo>
                      <a:pt x="4206" y="218"/>
                      <a:pt x="4179" y="264"/>
                      <a:pt x="4166" y="270"/>
                    </a:cubicBezTo>
                    <a:cubicBezTo>
                      <a:pt x="4160" y="274"/>
                      <a:pt x="4141" y="277"/>
                      <a:pt x="4122" y="277"/>
                    </a:cubicBezTo>
                    <a:cubicBezTo>
                      <a:pt x="4102" y="277"/>
                      <a:pt x="4081" y="274"/>
                      <a:pt x="4067" y="264"/>
                    </a:cubicBezTo>
                    <a:cubicBezTo>
                      <a:pt x="4044" y="247"/>
                      <a:pt x="3987" y="194"/>
                      <a:pt x="3959" y="194"/>
                    </a:cubicBezTo>
                    <a:cubicBezTo>
                      <a:pt x="3955" y="194"/>
                      <a:pt x="3952" y="195"/>
                      <a:pt x="3949" y="198"/>
                    </a:cubicBezTo>
                    <a:cubicBezTo>
                      <a:pt x="3929" y="218"/>
                      <a:pt x="3896" y="224"/>
                      <a:pt x="3909" y="251"/>
                    </a:cubicBezTo>
                    <a:cubicBezTo>
                      <a:pt x="3923" y="277"/>
                      <a:pt x="3969" y="316"/>
                      <a:pt x="3975" y="330"/>
                    </a:cubicBezTo>
                    <a:cubicBezTo>
                      <a:pt x="3982" y="343"/>
                      <a:pt x="3942" y="369"/>
                      <a:pt x="3936" y="369"/>
                    </a:cubicBezTo>
                    <a:cubicBezTo>
                      <a:pt x="3929" y="369"/>
                      <a:pt x="3186" y="349"/>
                      <a:pt x="3153" y="349"/>
                    </a:cubicBezTo>
                    <a:cubicBezTo>
                      <a:pt x="3148" y="350"/>
                      <a:pt x="3141" y="351"/>
                      <a:pt x="3132" y="351"/>
                    </a:cubicBezTo>
                    <a:cubicBezTo>
                      <a:pt x="3077" y="351"/>
                      <a:pt x="2959" y="336"/>
                      <a:pt x="2942" y="336"/>
                    </a:cubicBezTo>
                    <a:cubicBezTo>
                      <a:pt x="2922" y="336"/>
                      <a:pt x="2771" y="409"/>
                      <a:pt x="2771" y="488"/>
                    </a:cubicBezTo>
                    <a:cubicBezTo>
                      <a:pt x="2771" y="566"/>
                      <a:pt x="2764" y="678"/>
                      <a:pt x="2791" y="718"/>
                    </a:cubicBezTo>
                    <a:cubicBezTo>
                      <a:pt x="2810" y="757"/>
                      <a:pt x="2843" y="810"/>
                      <a:pt x="2889" y="823"/>
                    </a:cubicBezTo>
                    <a:cubicBezTo>
                      <a:pt x="2902" y="827"/>
                      <a:pt x="2920" y="828"/>
                      <a:pt x="2940" y="828"/>
                    </a:cubicBezTo>
                    <a:cubicBezTo>
                      <a:pt x="2972" y="828"/>
                      <a:pt x="3010" y="825"/>
                      <a:pt x="3040" y="825"/>
                    </a:cubicBezTo>
                    <a:cubicBezTo>
                      <a:pt x="3059" y="825"/>
                      <a:pt x="3076" y="826"/>
                      <a:pt x="3087" y="830"/>
                    </a:cubicBezTo>
                    <a:cubicBezTo>
                      <a:pt x="3126" y="843"/>
                      <a:pt x="3245" y="882"/>
                      <a:pt x="3258" y="902"/>
                    </a:cubicBezTo>
                    <a:cubicBezTo>
                      <a:pt x="3278" y="922"/>
                      <a:pt x="3284" y="994"/>
                      <a:pt x="3284" y="994"/>
                    </a:cubicBezTo>
                    <a:cubicBezTo>
                      <a:pt x="3284" y="994"/>
                      <a:pt x="3314" y="1213"/>
                      <a:pt x="3266" y="1213"/>
                    </a:cubicBezTo>
                    <a:cubicBezTo>
                      <a:pt x="3264" y="1213"/>
                      <a:pt x="3261" y="1213"/>
                      <a:pt x="3258" y="1211"/>
                    </a:cubicBezTo>
                    <a:cubicBezTo>
                      <a:pt x="3199" y="1192"/>
                      <a:pt x="3100" y="1165"/>
                      <a:pt x="3087" y="1165"/>
                    </a:cubicBezTo>
                    <a:cubicBezTo>
                      <a:pt x="3086" y="1165"/>
                      <a:pt x="3083" y="1165"/>
                      <a:pt x="3080" y="1165"/>
                    </a:cubicBezTo>
                    <a:cubicBezTo>
                      <a:pt x="3047" y="1165"/>
                      <a:pt x="2922" y="1192"/>
                      <a:pt x="2922" y="1192"/>
                    </a:cubicBezTo>
                    <a:cubicBezTo>
                      <a:pt x="2922" y="1192"/>
                      <a:pt x="2830" y="1205"/>
                      <a:pt x="2810" y="1218"/>
                    </a:cubicBezTo>
                    <a:cubicBezTo>
                      <a:pt x="2791" y="1231"/>
                      <a:pt x="2633" y="1271"/>
                      <a:pt x="2633" y="1297"/>
                    </a:cubicBezTo>
                    <a:cubicBezTo>
                      <a:pt x="2633" y="1317"/>
                      <a:pt x="2626" y="1712"/>
                      <a:pt x="2672" y="1784"/>
                    </a:cubicBezTo>
                    <a:cubicBezTo>
                      <a:pt x="2718" y="1850"/>
                      <a:pt x="2725" y="1870"/>
                      <a:pt x="2817" y="1935"/>
                    </a:cubicBezTo>
                    <a:cubicBezTo>
                      <a:pt x="2909" y="2008"/>
                      <a:pt x="3021" y="2093"/>
                      <a:pt x="3021" y="2146"/>
                    </a:cubicBezTo>
                    <a:cubicBezTo>
                      <a:pt x="3021" y="2199"/>
                      <a:pt x="2968" y="2278"/>
                      <a:pt x="3028" y="2343"/>
                    </a:cubicBezTo>
                    <a:cubicBezTo>
                      <a:pt x="3093" y="2403"/>
                      <a:pt x="3146" y="2462"/>
                      <a:pt x="3126" y="2547"/>
                    </a:cubicBezTo>
                    <a:cubicBezTo>
                      <a:pt x="3100" y="2626"/>
                      <a:pt x="3034" y="3206"/>
                      <a:pt x="3008" y="3357"/>
                    </a:cubicBezTo>
                    <a:cubicBezTo>
                      <a:pt x="2988" y="3515"/>
                      <a:pt x="2810" y="4311"/>
                      <a:pt x="2791" y="4403"/>
                    </a:cubicBezTo>
                    <a:cubicBezTo>
                      <a:pt x="2771" y="4502"/>
                      <a:pt x="2718" y="4798"/>
                      <a:pt x="2652" y="4818"/>
                    </a:cubicBezTo>
                    <a:cubicBezTo>
                      <a:pt x="2616" y="4832"/>
                      <a:pt x="2562" y="4843"/>
                      <a:pt x="2517" y="4843"/>
                    </a:cubicBezTo>
                    <a:cubicBezTo>
                      <a:pt x="2479" y="4843"/>
                      <a:pt x="2447" y="4836"/>
                      <a:pt x="2435" y="4818"/>
                    </a:cubicBezTo>
                    <a:cubicBezTo>
                      <a:pt x="2409" y="4779"/>
                      <a:pt x="2369" y="4706"/>
                      <a:pt x="2356" y="4700"/>
                    </a:cubicBezTo>
                    <a:cubicBezTo>
                      <a:pt x="2354" y="4697"/>
                      <a:pt x="2347" y="4696"/>
                      <a:pt x="2338" y="4696"/>
                    </a:cubicBezTo>
                    <a:cubicBezTo>
                      <a:pt x="2299" y="4696"/>
                      <a:pt x="2209" y="4716"/>
                      <a:pt x="2172" y="4732"/>
                    </a:cubicBezTo>
                    <a:cubicBezTo>
                      <a:pt x="2126" y="4752"/>
                      <a:pt x="2054" y="4818"/>
                      <a:pt x="2047" y="4844"/>
                    </a:cubicBezTo>
                    <a:cubicBezTo>
                      <a:pt x="2040" y="4871"/>
                      <a:pt x="1836" y="4890"/>
                      <a:pt x="1771" y="4904"/>
                    </a:cubicBezTo>
                    <a:cubicBezTo>
                      <a:pt x="1705" y="4917"/>
                      <a:pt x="1580" y="4976"/>
                      <a:pt x="1520" y="4976"/>
                    </a:cubicBezTo>
                    <a:cubicBezTo>
                      <a:pt x="1481" y="4976"/>
                      <a:pt x="1430" y="4961"/>
                      <a:pt x="1388" y="4961"/>
                    </a:cubicBezTo>
                    <a:cubicBezTo>
                      <a:pt x="1368" y="4961"/>
                      <a:pt x="1349" y="4965"/>
                      <a:pt x="1336" y="4976"/>
                    </a:cubicBezTo>
                    <a:cubicBezTo>
                      <a:pt x="1303" y="5009"/>
                      <a:pt x="1218" y="5101"/>
                      <a:pt x="1172" y="5134"/>
                    </a:cubicBezTo>
                    <a:cubicBezTo>
                      <a:pt x="1132" y="5160"/>
                      <a:pt x="810" y="5351"/>
                      <a:pt x="770" y="5377"/>
                    </a:cubicBezTo>
                    <a:cubicBezTo>
                      <a:pt x="731" y="5404"/>
                      <a:pt x="639" y="5437"/>
                      <a:pt x="632" y="5489"/>
                    </a:cubicBezTo>
                    <a:cubicBezTo>
                      <a:pt x="619" y="5542"/>
                      <a:pt x="566" y="5654"/>
                      <a:pt x="566" y="5726"/>
                    </a:cubicBezTo>
                    <a:cubicBezTo>
                      <a:pt x="566" y="5805"/>
                      <a:pt x="546" y="5884"/>
                      <a:pt x="520" y="5904"/>
                    </a:cubicBezTo>
                    <a:cubicBezTo>
                      <a:pt x="500" y="5917"/>
                      <a:pt x="388" y="6036"/>
                      <a:pt x="375" y="6108"/>
                    </a:cubicBezTo>
                    <a:cubicBezTo>
                      <a:pt x="356" y="6174"/>
                      <a:pt x="494" y="6345"/>
                      <a:pt x="467" y="6378"/>
                    </a:cubicBezTo>
                    <a:cubicBezTo>
                      <a:pt x="448" y="6417"/>
                      <a:pt x="296" y="6490"/>
                      <a:pt x="231" y="6529"/>
                    </a:cubicBezTo>
                    <a:cubicBezTo>
                      <a:pt x="158" y="6562"/>
                      <a:pt x="0" y="6694"/>
                      <a:pt x="0" y="6786"/>
                    </a:cubicBezTo>
                    <a:cubicBezTo>
                      <a:pt x="0" y="6871"/>
                      <a:pt x="7" y="6904"/>
                      <a:pt x="0" y="6937"/>
                    </a:cubicBezTo>
                    <a:cubicBezTo>
                      <a:pt x="0" y="6937"/>
                      <a:pt x="632" y="7148"/>
                      <a:pt x="724" y="7194"/>
                    </a:cubicBezTo>
                    <a:cubicBezTo>
                      <a:pt x="816" y="7247"/>
                      <a:pt x="1534" y="7411"/>
                      <a:pt x="1718" y="7431"/>
                    </a:cubicBezTo>
                    <a:cubicBezTo>
                      <a:pt x="1896" y="7457"/>
                      <a:pt x="2304" y="7510"/>
                      <a:pt x="2389" y="7589"/>
                    </a:cubicBezTo>
                    <a:cubicBezTo>
                      <a:pt x="2481" y="7668"/>
                      <a:pt x="2824" y="7826"/>
                      <a:pt x="2995" y="7977"/>
                    </a:cubicBezTo>
                    <a:cubicBezTo>
                      <a:pt x="3166" y="8128"/>
                      <a:pt x="4087" y="8504"/>
                      <a:pt x="4298" y="8602"/>
                    </a:cubicBezTo>
                    <a:cubicBezTo>
                      <a:pt x="4502" y="8701"/>
                      <a:pt x="4811" y="8813"/>
                      <a:pt x="4811" y="8813"/>
                    </a:cubicBezTo>
                    <a:lnTo>
                      <a:pt x="4943" y="8872"/>
                    </a:lnTo>
                    <a:cubicBezTo>
                      <a:pt x="4943" y="8872"/>
                      <a:pt x="5134" y="8787"/>
                      <a:pt x="5160" y="8721"/>
                    </a:cubicBezTo>
                    <a:cubicBezTo>
                      <a:pt x="5186" y="8648"/>
                      <a:pt x="5193" y="8550"/>
                      <a:pt x="5252" y="8530"/>
                    </a:cubicBezTo>
                    <a:cubicBezTo>
                      <a:pt x="5267" y="8525"/>
                      <a:pt x="5290" y="8523"/>
                      <a:pt x="5317" y="8523"/>
                    </a:cubicBezTo>
                    <a:cubicBezTo>
                      <a:pt x="5400" y="8523"/>
                      <a:pt x="5520" y="8543"/>
                      <a:pt x="5535" y="8563"/>
                    </a:cubicBezTo>
                    <a:cubicBezTo>
                      <a:pt x="5555" y="8583"/>
                      <a:pt x="5627" y="8655"/>
                      <a:pt x="5660" y="8662"/>
                    </a:cubicBezTo>
                    <a:cubicBezTo>
                      <a:pt x="5662" y="8662"/>
                      <a:pt x="5664" y="8662"/>
                      <a:pt x="5667" y="8662"/>
                    </a:cubicBezTo>
                    <a:cubicBezTo>
                      <a:pt x="5716" y="8662"/>
                      <a:pt x="5871" y="8602"/>
                      <a:pt x="5871" y="8602"/>
                    </a:cubicBezTo>
                    <a:cubicBezTo>
                      <a:pt x="5871" y="8602"/>
                      <a:pt x="5912" y="8549"/>
                      <a:pt x="5944" y="8549"/>
                    </a:cubicBezTo>
                    <a:cubicBezTo>
                      <a:pt x="5946" y="8549"/>
                      <a:pt x="5948" y="8549"/>
                      <a:pt x="5950" y="8550"/>
                    </a:cubicBezTo>
                    <a:cubicBezTo>
                      <a:pt x="5951" y="8550"/>
                      <a:pt x="5953" y="8550"/>
                      <a:pt x="5954" y="8550"/>
                    </a:cubicBezTo>
                    <a:cubicBezTo>
                      <a:pt x="5971" y="8550"/>
                      <a:pt x="5988" y="8531"/>
                      <a:pt x="6004" y="8531"/>
                    </a:cubicBezTo>
                    <a:cubicBezTo>
                      <a:pt x="6012" y="8531"/>
                      <a:pt x="6021" y="8535"/>
                      <a:pt x="6029" y="8550"/>
                    </a:cubicBezTo>
                    <a:cubicBezTo>
                      <a:pt x="6039" y="8565"/>
                      <a:pt x="6068" y="8571"/>
                      <a:pt x="6100" y="8571"/>
                    </a:cubicBezTo>
                    <a:cubicBezTo>
                      <a:pt x="6149" y="8571"/>
                      <a:pt x="6208" y="8558"/>
                      <a:pt x="6220" y="8550"/>
                    </a:cubicBezTo>
                    <a:cubicBezTo>
                      <a:pt x="6233" y="8536"/>
                      <a:pt x="6279" y="8484"/>
                      <a:pt x="6299" y="8398"/>
                    </a:cubicBezTo>
                    <a:cubicBezTo>
                      <a:pt x="6312" y="8313"/>
                      <a:pt x="6285" y="8234"/>
                      <a:pt x="6371" y="8227"/>
                    </a:cubicBezTo>
                    <a:cubicBezTo>
                      <a:pt x="6377" y="8226"/>
                      <a:pt x="6383" y="8226"/>
                      <a:pt x="6390" y="8226"/>
                    </a:cubicBezTo>
                    <a:cubicBezTo>
                      <a:pt x="6476" y="8226"/>
                      <a:pt x="6601" y="8300"/>
                      <a:pt x="6601" y="8300"/>
                    </a:cubicBezTo>
                    <a:cubicBezTo>
                      <a:pt x="6601" y="8300"/>
                      <a:pt x="6657" y="8327"/>
                      <a:pt x="6703" y="8327"/>
                    </a:cubicBezTo>
                    <a:cubicBezTo>
                      <a:pt x="6717" y="8327"/>
                      <a:pt x="6729" y="8325"/>
                      <a:pt x="6739" y="8319"/>
                    </a:cubicBezTo>
                    <a:cubicBezTo>
                      <a:pt x="6792" y="8286"/>
                      <a:pt x="6805" y="8267"/>
                      <a:pt x="6812" y="8221"/>
                    </a:cubicBezTo>
                    <a:cubicBezTo>
                      <a:pt x="6818" y="8181"/>
                      <a:pt x="6845" y="8063"/>
                      <a:pt x="6871" y="8036"/>
                    </a:cubicBezTo>
                    <a:cubicBezTo>
                      <a:pt x="6891" y="8010"/>
                      <a:pt x="6990" y="7970"/>
                      <a:pt x="6990" y="7970"/>
                    </a:cubicBezTo>
                    <a:cubicBezTo>
                      <a:pt x="6990" y="7970"/>
                      <a:pt x="6963" y="7839"/>
                      <a:pt x="6990" y="7806"/>
                    </a:cubicBezTo>
                    <a:cubicBezTo>
                      <a:pt x="7022" y="7766"/>
                      <a:pt x="7121" y="7681"/>
                      <a:pt x="7121" y="7681"/>
                    </a:cubicBezTo>
                    <a:cubicBezTo>
                      <a:pt x="7121" y="7681"/>
                      <a:pt x="7194" y="7615"/>
                      <a:pt x="7220" y="7569"/>
                    </a:cubicBezTo>
                    <a:cubicBezTo>
                      <a:pt x="7246" y="7530"/>
                      <a:pt x="7437" y="7483"/>
                      <a:pt x="7457" y="7483"/>
                    </a:cubicBezTo>
                    <a:cubicBezTo>
                      <a:pt x="7470" y="7483"/>
                      <a:pt x="7812" y="7562"/>
                      <a:pt x="7812" y="7562"/>
                    </a:cubicBezTo>
                    <a:cubicBezTo>
                      <a:pt x="7812" y="7562"/>
                      <a:pt x="7950" y="7707"/>
                      <a:pt x="7970" y="7740"/>
                    </a:cubicBezTo>
                    <a:cubicBezTo>
                      <a:pt x="7990" y="7780"/>
                      <a:pt x="8108" y="7924"/>
                      <a:pt x="8135" y="7931"/>
                    </a:cubicBezTo>
                    <a:cubicBezTo>
                      <a:pt x="8168" y="7931"/>
                      <a:pt x="8247" y="7957"/>
                      <a:pt x="8280" y="8036"/>
                    </a:cubicBezTo>
                    <a:cubicBezTo>
                      <a:pt x="8306" y="8115"/>
                      <a:pt x="8516" y="8175"/>
                      <a:pt x="8516" y="8175"/>
                    </a:cubicBezTo>
                    <a:lnTo>
                      <a:pt x="8648" y="8096"/>
                    </a:lnTo>
                    <a:cubicBezTo>
                      <a:pt x="8648" y="8096"/>
                      <a:pt x="8661" y="8094"/>
                      <a:pt x="8678" y="8094"/>
                    </a:cubicBezTo>
                    <a:cubicBezTo>
                      <a:pt x="8694" y="8094"/>
                      <a:pt x="8714" y="8096"/>
                      <a:pt x="8727" y="8102"/>
                    </a:cubicBezTo>
                    <a:lnTo>
                      <a:pt x="8734" y="8102"/>
                    </a:lnTo>
                    <a:lnTo>
                      <a:pt x="10122" y="8082"/>
                    </a:lnTo>
                    <a:lnTo>
                      <a:pt x="10952" y="8076"/>
                    </a:lnTo>
                    <a:cubicBezTo>
                      <a:pt x="10952" y="8076"/>
                      <a:pt x="10958" y="8017"/>
                      <a:pt x="10952" y="7931"/>
                    </a:cubicBezTo>
                    <a:cubicBezTo>
                      <a:pt x="10952" y="7845"/>
                      <a:pt x="10965" y="7819"/>
                      <a:pt x="10984" y="7766"/>
                    </a:cubicBezTo>
                    <a:cubicBezTo>
                      <a:pt x="11004" y="7720"/>
                      <a:pt x="11057" y="7609"/>
                      <a:pt x="11031" y="7556"/>
                    </a:cubicBezTo>
                    <a:cubicBezTo>
                      <a:pt x="10998" y="7497"/>
                      <a:pt x="10971" y="7339"/>
                      <a:pt x="10971" y="7326"/>
                    </a:cubicBezTo>
                    <a:cubicBezTo>
                      <a:pt x="10971" y="7306"/>
                      <a:pt x="11077" y="7220"/>
                      <a:pt x="11090" y="7161"/>
                    </a:cubicBezTo>
                    <a:cubicBezTo>
                      <a:pt x="11103" y="7095"/>
                      <a:pt x="10971" y="7003"/>
                      <a:pt x="11090" y="7003"/>
                    </a:cubicBezTo>
                    <a:cubicBezTo>
                      <a:pt x="11110" y="7003"/>
                      <a:pt x="11129" y="7003"/>
                      <a:pt x="11149" y="7010"/>
                    </a:cubicBezTo>
                    <a:cubicBezTo>
                      <a:pt x="11149" y="7010"/>
                      <a:pt x="11011" y="6707"/>
                      <a:pt x="10984" y="6687"/>
                    </a:cubicBezTo>
                    <a:cubicBezTo>
                      <a:pt x="10952" y="6674"/>
                      <a:pt x="10905" y="6588"/>
                      <a:pt x="10905" y="6542"/>
                    </a:cubicBezTo>
                    <a:cubicBezTo>
                      <a:pt x="10905" y="6496"/>
                      <a:pt x="11110" y="6305"/>
                      <a:pt x="11182" y="6134"/>
                    </a:cubicBezTo>
                    <a:cubicBezTo>
                      <a:pt x="11261" y="5963"/>
                      <a:pt x="11689" y="5094"/>
                      <a:pt x="11768" y="4877"/>
                    </a:cubicBezTo>
                    <a:cubicBezTo>
                      <a:pt x="11853" y="4653"/>
                      <a:pt x="12222" y="3962"/>
                      <a:pt x="12294" y="3837"/>
                    </a:cubicBezTo>
                    <a:cubicBezTo>
                      <a:pt x="12367" y="3706"/>
                      <a:pt x="12327" y="3620"/>
                      <a:pt x="12334" y="3495"/>
                    </a:cubicBezTo>
                    <a:cubicBezTo>
                      <a:pt x="12340" y="3364"/>
                      <a:pt x="12380" y="3390"/>
                      <a:pt x="12446" y="3331"/>
                    </a:cubicBezTo>
                    <a:cubicBezTo>
                      <a:pt x="12511" y="3271"/>
                      <a:pt x="12617" y="3206"/>
                      <a:pt x="12617" y="3206"/>
                    </a:cubicBezTo>
                    <a:lnTo>
                      <a:pt x="12557" y="3120"/>
                    </a:lnTo>
                    <a:cubicBezTo>
                      <a:pt x="12557" y="3120"/>
                      <a:pt x="12419" y="3212"/>
                      <a:pt x="12288" y="3239"/>
                    </a:cubicBezTo>
                    <a:cubicBezTo>
                      <a:pt x="12274" y="3241"/>
                      <a:pt x="12261" y="3242"/>
                      <a:pt x="12249" y="3242"/>
                    </a:cubicBezTo>
                    <a:cubicBezTo>
                      <a:pt x="12151" y="3242"/>
                      <a:pt x="12108" y="3179"/>
                      <a:pt x="12090" y="3173"/>
                    </a:cubicBezTo>
                    <a:cubicBezTo>
                      <a:pt x="12064" y="3160"/>
                      <a:pt x="12031" y="3120"/>
                      <a:pt x="11972" y="2988"/>
                    </a:cubicBezTo>
                    <a:cubicBezTo>
                      <a:pt x="11942" y="2918"/>
                      <a:pt x="11900" y="2908"/>
                      <a:pt x="11862" y="2908"/>
                    </a:cubicBezTo>
                    <a:cubicBezTo>
                      <a:pt x="11847" y="2908"/>
                      <a:pt x="11832" y="2910"/>
                      <a:pt x="11819" y="2910"/>
                    </a:cubicBezTo>
                    <a:cubicBezTo>
                      <a:pt x="11806" y="2910"/>
                      <a:pt x="11796" y="2908"/>
                      <a:pt x="11787" y="2903"/>
                    </a:cubicBezTo>
                    <a:cubicBezTo>
                      <a:pt x="11748" y="2877"/>
                      <a:pt x="11623" y="2850"/>
                      <a:pt x="11478" y="2778"/>
                    </a:cubicBezTo>
                    <a:cubicBezTo>
                      <a:pt x="11333" y="2705"/>
                      <a:pt x="11327" y="2699"/>
                      <a:pt x="11294" y="2633"/>
                    </a:cubicBezTo>
                    <a:cubicBezTo>
                      <a:pt x="11261" y="2567"/>
                      <a:pt x="11294" y="2495"/>
                      <a:pt x="11294" y="2495"/>
                    </a:cubicBezTo>
                    <a:lnTo>
                      <a:pt x="11063" y="2495"/>
                    </a:lnTo>
                    <a:cubicBezTo>
                      <a:pt x="11063" y="2495"/>
                      <a:pt x="11024" y="2462"/>
                      <a:pt x="10958" y="2403"/>
                    </a:cubicBezTo>
                    <a:cubicBezTo>
                      <a:pt x="10892" y="2350"/>
                      <a:pt x="10912" y="2376"/>
                      <a:pt x="10833" y="2278"/>
                    </a:cubicBezTo>
                    <a:cubicBezTo>
                      <a:pt x="10761" y="2179"/>
                      <a:pt x="10761" y="2054"/>
                      <a:pt x="10741" y="1981"/>
                    </a:cubicBezTo>
                    <a:cubicBezTo>
                      <a:pt x="10715" y="1909"/>
                      <a:pt x="10629" y="1896"/>
                      <a:pt x="10590" y="1804"/>
                    </a:cubicBezTo>
                    <a:cubicBezTo>
                      <a:pt x="10550" y="1712"/>
                      <a:pt x="10590" y="1455"/>
                      <a:pt x="10590" y="1455"/>
                    </a:cubicBezTo>
                    <a:cubicBezTo>
                      <a:pt x="10590" y="1455"/>
                      <a:pt x="10583" y="1455"/>
                      <a:pt x="10570" y="1448"/>
                    </a:cubicBezTo>
                    <a:lnTo>
                      <a:pt x="10530" y="1448"/>
                    </a:lnTo>
                    <a:cubicBezTo>
                      <a:pt x="10524" y="1442"/>
                      <a:pt x="10517" y="1442"/>
                      <a:pt x="10511" y="1442"/>
                    </a:cubicBezTo>
                    <a:cubicBezTo>
                      <a:pt x="10465" y="1435"/>
                      <a:pt x="10405" y="1429"/>
                      <a:pt x="10339" y="1422"/>
                    </a:cubicBezTo>
                    <a:lnTo>
                      <a:pt x="10320" y="1422"/>
                    </a:lnTo>
                    <a:cubicBezTo>
                      <a:pt x="10300" y="1415"/>
                      <a:pt x="10280" y="1415"/>
                      <a:pt x="10261" y="1415"/>
                    </a:cubicBezTo>
                    <a:cubicBezTo>
                      <a:pt x="10247" y="1409"/>
                      <a:pt x="10241" y="1409"/>
                      <a:pt x="10228" y="1409"/>
                    </a:cubicBezTo>
                    <a:lnTo>
                      <a:pt x="10195" y="1409"/>
                    </a:lnTo>
                    <a:cubicBezTo>
                      <a:pt x="10182" y="1409"/>
                      <a:pt x="10162" y="1402"/>
                      <a:pt x="10149" y="1402"/>
                    </a:cubicBezTo>
                    <a:lnTo>
                      <a:pt x="10056" y="1402"/>
                    </a:lnTo>
                    <a:cubicBezTo>
                      <a:pt x="10034" y="1401"/>
                      <a:pt x="10011" y="1401"/>
                      <a:pt x="9990" y="1401"/>
                    </a:cubicBezTo>
                    <a:cubicBezTo>
                      <a:pt x="9875" y="1401"/>
                      <a:pt x="9785" y="1416"/>
                      <a:pt x="9773" y="1455"/>
                    </a:cubicBezTo>
                    <a:cubicBezTo>
                      <a:pt x="9773" y="1455"/>
                      <a:pt x="9695" y="1692"/>
                      <a:pt x="9648" y="1771"/>
                    </a:cubicBezTo>
                    <a:cubicBezTo>
                      <a:pt x="9602" y="1850"/>
                      <a:pt x="9484" y="2041"/>
                      <a:pt x="9510" y="2067"/>
                    </a:cubicBezTo>
                    <a:cubicBezTo>
                      <a:pt x="9537" y="2093"/>
                      <a:pt x="9589" y="2107"/>
                      <a:pt x="9596" y="2139"/>
                    </a:cubicBezTo>
                    <a:cubicBezTo>
                      <a:pt x="9602" y="2172"/>
                      <a:pt x="9543" y="2225"/>
                      <a:pt x="9504" y="2232"/>
                    </a:cubicBezTo>
                    <a:cubicBezTo>
                      <a:pt x="9471" y="2245"/>
                      <a:pt x="9405" y="2271"/>
                      <a:pt x="9379" y="2271"/>
                    </a:cubicBezTo>
                    <a:cubicBezTo>
                      <a:pt x="9346" y="2271"/>
                      <a:pt x="9273" y="2212"/>
                      <a:pt x="9273" y="2212"/>
                    </a:cubicBezTo>
                    <a:cubicBezTo>
                      <a:pt x="9273" y="2212"/>
                      <a:pt x="9227" y="2107"/>
                      <a:pt x="9181" y="2080"/>
                    </a:cubicBezTo>
                    <a:cubicBezTo>
                      <a:pt x="9143" y="2058"/>
                      <a:pt x="8995" y="2000"/>
                      <a:pt x="8928" y="2000"/>
                    </a:cubicBezTo>
                    <a:cubicBezTo>
                      <a:pt x="8914" y="2000"/>
                      <a:pt x="8904" y="2002"/>
                      <a:pt x="8898" y="2008"/>
                    </a:cubicBezTo>
                    <a:cubicBezTo>
                      <a:pt x="8872" y="2041"/>
                      <a:pt x="8720" y="2107"/>
                      <a:pt x="8701" y="2179"/>
                    </a:cubicBezTo>
                    <a:cubicBezTo>
                      <a:pt x="8681" y="2251"/>
                      <a:pt x="8720" y="2297"/>
                      <a:pt x="8727" y="2350"/>
                    </a:cubicBezTo>
                    <a:cubicBezTo>
                      <a:pt x="8740" y="2409"/>
                      <a:pt x="8714" y="2436"/>
                      <a:pt x="8694" y="2455"/>
                    </a:cubicBezTo>
                    <a:cubicBezTo>
                      <a:pt x="8674" y="2482"/>
                      <a:pt x="8668" y="2501"/>
                      <a:pt x="8668" y="2541"/>
                    </a:cubicBezTo>
                    <a:cubicBezTo>
                      <a:pt x="8668" y="2587"/>
                      <a:pt x="8674" y="2607"/>
                      <a:pt x="8714" y="2666"/>
                    </a:cubicBezTo>
                    <a:cubicBezTo>
                      <a:pt x="8753" y="2725"/>
                      <a:pt x="8780" y="2751"/>
                      <a:pt x="8760" y="2771"/>
                    </a:cubicBezTo>
                    <a:cubicBezTo>
                      <a:pt x="8754" y="2777"/>
                      <a:pt x="8747" y="2779"/>
                      <a:pt x="8738" y="2779"/>
                    </a:cubicBezTo>
                    <a:cubicBezTo>
                      <a:pt x="8718" y="2779"/>
                      <a:pt x="8691" y="2765"/>
                      <a:pt x="8668" y="2751"/>
                    </a:cubicBezTo>
                    <a:cubicBezTo>
                      <a:pt x="8635" y="2732"/>
                      <a:pt x="8622" y="2640"/>
                      <a:pt x="8556" y="2640"/>
                    </a:cubicBezTo>
                    <a:cubicBezTo>
                      <a:pt x="8532" y="2640"/>
                      <a:pt x="8514" y="2641"/>
                      <a:pt x="8499" y="2641"/>
                    </a:cubicBezTo>
                    <a:cubicBezTo>
                      <a:pt x="8477" y="2641"/>
                      <a:pt x="8462" y="2638"/>
                      <a:pt x="8451" y="2626"/>
                    </a:cubicBezTo>
                    <a:cubicBezTo>
                      <a:pt x="8437" y="2607"/>
                      <a:pt x="8352" y="2475"/>
                      <a:pt x="8345" y="2462"/>
                    </a:cubicBezTo>
                    <a:cubicBezTo>
                      <a:pt x="8339" y="2449"/>
                      <a:pt x="8260" y="2343"/>
                      <a:pt x="8187" y="2311"/>
                    </a:cubicBezTo>
                    <a:cubicBezTo>
                      <a:pt x="8115" y="2271"/>
                      <a:pt x="7990" y="2225"/>
                      <a:pt x="8010" y="2192"/>
                    </a:cubicBezTo>
                    <a:cubicBezTo>
                      <a:pt x="8023" y="2166"/>
                      <a:pt x="8141" y="2100"/>
                      <a:pt x="8181" y="2074"/>
                    </a:cubicBezTo>
                    <a:cubicBezTo>
                      <a:pt x="8220" y="2047"/>
                      <a:pt x="8247" y="1981"/>
                      <a:pt x="8247" y="1935"/>
                    </a:cubicBezTo>
                    <a:cubicBezTo>
                      <a:pt x="8247" y="1896"/>
                      <a:pt x="8273" y="1810"/>
                      <a:pt x="8194" y="1738"/>
                    </a:cubicBezTo>
                    <a:cubicBezTo>
                      <a:pt x="8115" y="1666"/>
                      <a:pt x="8043" y="1442"/>
                      <a:pt x="8036" y="1376"/>
                    </a:cubicBezTo>
                    <a:cubicBezTo>
                      <a:pt x="8036" y="1310"/>
                      <a:pt x="8003" y="1277"/>
                      <a:pt x="8003" y="1238"/>
                    </a:cubicBezTo>
                    <a:cubicBezTo>
                      <a:pt x="8010" y="1192"/>
                      <a:pt x="7970" y="1119"/>
                      <a:pt x="8003" y="1060"/>
                    </a:cubicBezTo>
                    <a:cubicBezTo>
                      <a:pt x="8036" y="1001"/>
                      <a:pt x="8115" y="909"/>
                      <a:pt x="8095" y="876"/>
                    </a:cubicBezTo>
                    <a:cubicBezTo>
                      <a:pt x="8069" y="843"/>
                      <a:pt x="8016" y="705"/>
                      <a:pt x="7990" y="698"/>
                    </a:cubicBezTo>
                    <a:cubicBezTo>
                      <a:pt x="7964" y="685"/>
                      <a:pt x="7779" y="534"/>
                      <a:pt x="7779" y="534"/>
                    </a:cubicBezTo>
                    <a:cubicBezTo>
                      <a:pt x="7779" y="534"/>
                      <a:pt x="7786" y="435"/>
                      <a:pt x="7819" y="356"/>
                    </a:cubicBezTo>
                    <a:cubicBezTo>
                      <a:pt x="7852" y="283"/>
                      <a:pt x="7878" y="224"/>
                      <a:pt x="7839" y="191"/>
                    </a:cubicBezTo>
                    <a:cubicBezTo>
                      <a:pt x="7799" y="152"/>
                      <a:pt x="7687" y="99"/>
                      <a:pt x="7667" y="99"/>
                    </a:cubicBezTo>
                    <a:cubicBezTo>
                      <a:pt x="7648" y="93"/>
                      <a:pt x="7516" y="60"/>
                      <a:pt x="7516" y="60"/>
                    </a:cubicBezTo>
                    <a:cubicBezTo>
                      <a:pt x="7516" y="60"/>
                      <a:pt x="7424" y="7"/>
                      <a:pt x="7404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590;p19">
                <a:extLst>
                  <a:ext uri="{FF2B5EF4-FFF2-40B4-BE49-F238E27FC236}">
                    <a16:creationId xmlns:a16="http://schemas.microsoft.com/office/drawing/2014/main" id="{D168B7E8-742D-FF3B-6211-C277719F675A}"/>
                  </a:ext>
                </a:extLst>
              </p:cNvPr>
              <p:cNvSpPr/>
              <p:nvPr/>
            </p:nvSpPr>
            <p:spPr>
              <a:xfrm>
                <a:off x="7730016" y="1941465"/>
                <a:ext cx="439735" cy="652236"/>
              </a:xfrm>
              <a:custGeom>
                <a:avLst/>
                <a:gdLst/>
                <a:ahLst/>
                <a:cxnLst/>
                <a:rect l="l" t="t" r="r" b="b"/>
                <a:pathLst>
                  <a:path w="4029" h="5976" extrusionOk="0">
                    <a:moveTo>
                      <a:pt x="3015" y="1"/>
                    </a:moveTo>
                    <a:cubicBezTo>
                      <a:pt x="3008" y="27"/>
                      <a:pt x="3002" y="60"/>
                      <a:pt x="2995" y="80"/>
                    </a:cubicBezTo>
                    <a:cubicBezTo>
                      <a:pt x="2975" y="159"/>
                      <a:pt x="2890" y="225"/>
                      <a:pt x="2850" y="264"/>
                    </a:cubicBezTo>
                    <a:cubicBezTo>
                      <a:pt x="2811" y="304"/>
                      <a:pt x="2751" y="337"/>
                      <a:pt x="2686" y="389"/>
                    </a:cubicBezTo>
                    <a:cubicBezTo>
                      <a:pt x="2613" y="442"/>
                      <a:pt x="2482" y="455"/>
                      <a:pt x="2482" y="455"/>
                    </a:cubicBezTo>
                    <a:cubicBezTo>
                      <a:pt x="2482" y="455"/>
                      <a:pt x="2409" y="521"/>
                      <a:pt x="2350" y="593"/>
                    </a:cubicBezTo>
                    <a:cubicBezTo>
                      <a:pt x="2297" y="666"/>
                      <a:pt x="2350" y="685"/>
                      <a:pt x="2350" y="731"/>
                    </a:cubicBezTo>
                    <a:cubicBezTo>
                      <a:pt x="2350" y="778"/>
                      <a:pt x="2310" y="843"/>
                      <a:pt x="2264" y="903"/>
                    </a:cubicBezTo>
                    <a:cubicBezTo>
                      <a:pt x="2225" y="962"/>
                      <a:pt x="2139" y="1054"/>
                      <a:pt x="2139" y="1054"/>
                    </a:cubicBezTo>
                    <a:cubicBezTo>
                      <a:pt x="2139" y="1054"/>
                      <a:pt x="2146" y="1074"/>
                      <a:pt x="2159" y="1120"/>
                    </a:cubicBezTo>
                    <a:cubicBezTo>
                      <a:pt x="2166" y="1166"/>
                      <a:pt x="2225" y="1218"/>
                      <a:pt x="2225" y="1245"/>
                    </a:cubicBezTo>
                    <a:cubicBezTo>
                      <a:pt x="2218" y="1278"/>
                      <a:pt x="2212" y="1291"/>
                      <a:pt x="2172" y="1344"/>
                    </a:cubicBezTo>
                    <a:cubicBezTo>
                      <a:pt x="2133" y="1396"/>
                      <a:pt x="2153" y="1455"/>
                      <a:pt x="2159" y="1488"/>
                    </a:cubicBezTo>
                    <a:cubicBezTo>
                      <a:pt x="2166" y="1528"/>
                      <a:pt x="2205" y="1587"/>
                      <a:pt x="2232" y="1633"/>
                    </a:cubicBezTo>
                    <a:cubicBezTo>
                      <a:pt x="2258" y="1673"/>
                      <a:pt x="2271" y="1771"/>
                      <a:pt x="2271" y="1811"/>
                    </a:cubicBezTo>
                    <a:cubicBezTo>
                      <a:pt x="2271" y="1844"/>
                      <a:pt x="2245" y="1877"/>
                      <a:pt x="2212" y="1903"/>
                    </a:cubicBezTo>
                    <a:cubicBezTo>
                      <a:pt x="2185" y="1936"/>
                      <a:pt x="2120" y="1962"/>
                      <a:pt x="2080" y="2021"/>
                    </a:cubicBezTo>
                    <a:cubicBezTo>
                      <a:pt x="2047" y="2074"/>
                      <a:pt x="2067" y="2337"/>
                      <a:pt x="2067" y="2390"/>
                    </a:cubicBezTo>
                    <a:cubicBezTo>
                      <a:pt x="2067" y="2436"/>
                      <a:pt x="2126" y="2443"/>
                      <a:pt x="2139" y="2456"/>
                    </a:cubicBezTo>
                    <a:cubicBezTo>
                      <a:pt x="2159" y="2469"/>
                      <a:pt x="2199" y="2489"/>
                      <a:pt x="2238" y="2495"/>
                    </a:cubicBezTo>
                    <a:cubicBezTo>
                      <a:pt x="2278" y="2508"/>
                      <a:pt x="2297" y="2548"/>
                      <a:pt x="2304" y="2581"/>
                    </a:cubicBezTo>
                    <a:cubicBezTo>
                      <a:pt x="2317" y="2614"/>
                      <a:pt x="2291" y="2686"/>
                      <a:pt x="2278" y="2726"/>
                    </a:cubicBezTo>
                    <a:cubicBezTo>
                      <a:pt x="2271" y="2772"/>
                      <a:pt x="2225" y="2818"/>
                      <a:pt x="2192" y="2864"/>
                    </a:cubicBezTo>
                    <a:cubicBezTo>
                      <a:pt x="2176" y="2883"/>
                      <a:pt x="2155" y="2888"/>
                      <a:pt x="2133" y="2888"/>
                    </a:cubicBezTo>
                    <a:cubicBezTo>
                      <a:pt x="2102" y="2888"/>
                      <a:pt x="2068" y="2877"/>
                      <a:pt x="2041" y="2877"/>
                    </a:cubicBezTo>
                    <a:cubicBezTo>
                      <a:pt x="2001" y="2884"/>
                      <a:pt x="1949" y="2930"/>
                      <a:pt x="1870" y="2963"/>
                    </a:cubicBezTo>
                    <a:cubicBezTo>
                      <a:pt x="1855" y="2968"/>
                      <a:pt x="1841" y="2970"/>
                      <a:pt x="1826" y="2970"/>
                    </a:cubicBezTo>
                    <a:cubicBezTo>
                      <a:pt x="1769" y="2970"/>
                      <a:pt x="1717" y="2935"/>
                      <a:pt x="1712" y="2930"/>
                    </a:cubicBezTo>
                    <a:cubicBezTo>
                      <a:pt x="1705" y="2930"/>
                      <a:pt x="1672" y="2890"/>
                      <a:pt x="1666" y="2870"/>
                    </a:cubicBezTo>
                    <a:cubicBezTo>
                      <a:pt x="1661" y="2864"/>
                      <a:pt x="1644" y="2861"/>
                      <a:pt x="1620" y="2861"/>
                    </a:cubicBezTo>
                    <a:cubicBezTo>
                      <a:pt x="1575" y="2861"/>
                      <a:pt x="1509" y="2871"/>
                      <a:pt x="1461" y="2884"/>
                    </a:cubicBezTo>
                    <a:cubicBezTo>
                      <a:pt x="1396" y="2910"/>
                      <a:pt x="1402" y="2943"/>
                      <a:pt x="1369" y="2989"/>
                    </a:cubicBezTo>
                    <a:cubicBezTo>
                      <a:pt x="1336" y="3035"/>
                      <a:pt x="1238" y="3088"/>
                      <a:pt x="1172" y="3127"/>
                    </a:cubicBezTo>
                    <a:cubicBezTo>
                      <a:pt x="1106" y="3160"/>
                      <a:pt x="1001" y="3292"/>
                      <a:pt x="909" y="3344"/>
                    </a:cubicBezTo>
                    <a:cubicBezTo>
                      <a:pt x="810" y="3403"/>
                      <a:pt x="593" y="3456"/>
                      <a:pt x="580" y="3463"/>
                    </a:cubicBezTo>
                    <a:cubicBezTo>
                      <a:pt x="573" y="3463"/>
                      <a:pt x="560" y="3476"/>
                      <a:pt x="534" y="3489"/>
                    </a:cubicBezTo>
                    <a:cubicBezTo>
                      <a:pt x="494" y="3522"/>
                      <a:pt x="435" y="3568"/>
                      <a:pt x="408" y="3594"/>
                    </a:cubicBezTo>
                    <a:cubicBezTo>
                      <a:pt x="376" y="3627"/>
                      <a:pt x="329" y="3686"/>
                      <a:pt x="329" y="3739"/>
                    </a:cubicBezTo>
                    <a:cubicBezTo>
                      <a:pt x="329" y="3792"/>
                      <a:pt x="323" y="3844"/>
                      <a:pt x="303" y="3923"/>
                    </a:cubicBezTo>
                    <a:cubicBezTo>
                      <a:pt x="277" y="4009"/>
                      <a:pt x="185" y="4160"/>
                      <a:pt x="165" y="4239"/>
                    </a:cubicBezTo>
                    <a:cubicBezTo>
                      <a:pt x="145" y="4318"/>
                      <a:pt x="99" y="4338"/>
                      <a:pt x="60" y="4371"/>
                    </a:cubicBezTo>
                    <a:cubicBezTo>
                      <a:pt x="27" y="4404"/>
                      <a:pt x="0" y="4443"/>
                      <a:pt x="0" y="4503"/>
                    </a:cubicBezTo>
                    <a:cubicBezTo>
                      <a:pt x="0" y="4562"/>
                      <a:pt x="20" y="4654"/>
                      <a:pt x="20" y="4654"/>
                    </a:cubicBezTo>
                    <a:cubicBezTo>
                      <a:pt x="20" y="4654"/>
                      <a:pt x="73" y="4759"/>
                      <a:pt x="93" y="4792"/>
                    </a:cubicBezTo>
                    <a:cubicBezTo>
                      <a:pt x="106" y="4818"/>
                      <a:pt x="93" y="4878"/>
                      <a:pt x="93" y="4891"/>
                    </a:cubicBezTo>
                    <a:cubicBezTo>
                      <a:pt x="93" y="4904"/>
                      <a:pt x="125" y="5003"/>
                      <a:pt x="132" y="5029"/>
                    </a:cubicBezTo>
                    <a:cubicBezTo>
                      <a:pt x="139" y="5062"/>
                      <a:pt x="93" y="5095"/>
                      <a:pt x="86" y="5108"/>
                    </a:cubicBezTo>
                    <a:cubicBezTo>
                      <a:pt x="79" y="5115"/>
                      <a:pt x="66" y="5292"/>
                      <a:pt x="60" y="5352"/>
                    </a:cubicBezTo>
                    <a:cubicBezTo>
                      <a:pt x="60" y="5411"/>
                      <a:pt x="33" y="5444"/>
                      <a:pt x="33" y="5444"/>
                    </a:cubicBezTo>
                    <a:lnTo>
                      <a:pt x="152" y="5444"/>
                    </a:lnTo>
                    <a:cubicBezTo>
                      <a:pt x="158" y="5444"/>
                      <a:pt x="158" y="5444"/>
                      <a:pt x="165" y="5431"/>
                    </a:cubicBezTo>
                    <a:cubicBezTo>
                      <a:pt x="189" y="5407"/>
                      <a:pt x="235" y="5350"/>
                      <a:pt x="258" y="5350"/>
                    </a:cubicBezTo>
                    <a:cubicBezTo>
                      <a:pt x="260" y="5350"/>
                      <a:pt x="262" y="5350"/>
                      <a:pt x="264" y="5352"/>
                    </a:cubicBezTo>
                    <a:cubicBezTo>
                      <a:pt x="297" y="5371"/>
                      <a:pt x="376" y="5477"/>
                      <a:pt x="376" y="5529"/>
                    </a:cubicBezTo>
                    <a:cubicBezTo>
                      <a:pt x="376" y="5582"/>
                      <a:pt x="408" y="5595"/>
                      <a:pt x="408" y="5628"/>
                    </a:cubicBezTo>
                    <a:cubicBezTo>
                      <a:pt x="408" y="5667"/>
                      <a:pt x="395" y="5720"/>
                      <a:pt x="408" y="5766"/>
                    </a:cubicBezTo>
                    <a:cubicBezTo>
                      <a:pt x="428" y="5806"/>
                      <a:pt x="422" y="5872"/>
                      <a:pt x="501" y="5904"/>
                    </a:cubicBezTo>
                    <a:cubicBezTo>
                      <a:pt x="573" y="5944"/>
                      <a:pt x="678" y="5944"/>
                      <a:pt x="705" y="5944"/>
                    </a:cubicBezTo>
                    <a:cubicBezTo>
                      <a:pt x="720" y="5949"/>
                      <a:pt x="762" y="5976"/>
                      <a:pt x="801" y="5976"/>
                    </a:cubicBezTo>
                    <a:cubicBezTo>
                      <a:pt x="811" y="5976"/>
                      <a:pt x="821" y="5974"/>
                      <a:pt x="830" y="5970"/>
                    </a:cubicBezTo>
                    <a:cubicBezTo>
                      <a:pt x="836" y="5964"/>
                      <a:pt x="843" y="5964"/>
                      <a:pt x="849" y="5957"/>
                    </a:cubicBezTo>
                    <a:cubicBezTo>
                      <a:pt x="895" y="5931"/>
                      <a:pt x="955" y="5885"/>
                      <a:pt x="988" y="5852"/>
                    </a:cubicBezTo>
                    <a:cubicBezTo>
                      <a:pt x="1021" y="5819"/>
                      <a:pt x="1113" y="5707"/>
                      <a:pt x="1126" y="5707"/>
                    </a:cubicBezTo>
                    <a:cubicBezTo>
                      <a:pt x="1139" y="5707"/>
                      <a:pt x="1178" y="5733"/>
                      <a:pt x="1211" y="5733"/>
                    </a:cubicBezTo>
                    <a:cubicBezTo>
                      <a:pt x="1251" y="5733"/>
                      <a:pt x="1350" y="5687"/>
                      <a:pt x="1389" y="5667"/>
                    </a:cubicBezTo>
                    <a:cubicBezTo>
                      <a:pt x="1422" y="5641"/>
                      <a:pt x="1521" y="5536"/>
                      <a:pt x="1547" y="5490"/>
                    </a:cubicBezTo>
                    <a:cubicBezTo>
                      <a:pt x="1573" y="5450"/>
                      <a:pt x="1685" y="5246"/>
                      <a:pt x="1672" y="5213"/>
                    </a:cubicBezTo>
                    <a:cubicBezTo>
                      <a:pt x="1659" y="5174"/>
                      <a:pt x="1639" y="5121"/>
                      <a:pt x="1600" y="5088"/>
                    </a:cubicBezTo>
                    <a:cubicBezTo>
                      <a:pt x="1560" y="5055"/>
                      <a:pt x="1488" y="4996"/>
                      <a:pt x="1547" y="4917"/>
                    </a:cubicBezTo>
                    <a:cubicBezTo>
                      <a:pt x="1606" y="4838"/>
                      <a:pt x="1771" y="4746"/>
                      <a:pt x="1791" y="4740"/>
                    </a:cubicBezTo>
                    <a:cubicBezTo>
                      <a:pt x="1799" y="4735"/>
                      <a:pt x="1830" y="4697"/>
                      <a:pt x="1851" y="4697"/>
                    </a:cubicBezTo>
                    <a:cubicBezTo>
                      <a:pt x="1862" y="4697"/>
                      <a:pt x="1870" y="4708"/>
                      <a:pt x="1870" y="4740"/>
                    </a:cubicBezTo>
                    <a:cubicBezTo>
                      <a:pt x="1870" y="4832"/>
                      <a:pt x="1883" y="4865"/>
                      <a:pt x="1916" y="4865"/>
                    </a:cubicBezTo>
                    <a:cubicBezTo>
                      <a:pt x="1944" y="4869"/>
                      <a:pt x="1948" y="4874"/>
                      <a:pt x="1970" y="4874"/>
                    </a:cubicBezTo>
                    <a:cubicBezTo>
                      <a:pt x="1979" y="4874"/>
                      <a:pt x="1990" y="4873"/>
                      <a:pt x="2008" y="4871"/>
                    </a:cubicBezTo>
                    <a:cubicBezTo>
                      <a:pt x="2049" y="4867"/>
                      <a:pt x="2097" y="4858"/>
                      <a:pt x="2131" y="4858"/>
                    </a:cubicBezTo>
                    <a:cubicBezTo>
                      <a:pt x="2152" y="4858"/>
                      <a:pt x="2167" y="4861"/>
                      <a:pt x="2172" y="4871"/>
                    </a:cubicBezTo>
                    <a:cubicBezTo>
                      <a:pt x="2185" y="4891"/>
                      <a:pt x="2172" y="4950"/>
                      <a:pt x="2238" y="4976"/>
                    </a:cubicBezTo>
                    <a:cubicBezTo>
                      <a:pt x="2281" y="4988"/>
                      <a:pt x="2317" y="5002"/>
                      <a:pt x="2347" y="5002"/>
                    </a:cubicBezTo>
                    <a:cubicBezTo>
                      <a:pt x="2368" y="5002"/>
                      <a:pt x="2386" y="4995"/>
                      <a:pt x="2403" y="4976"/>
                    </a:cubicBezTo>
                    <a:cubicBezTo>
                      <a:pt x="2442" y="4924"/>
                      <a:pt x="2501" y="4851"/>
                      <a:pt x="2528" y="4832"/>
                    </a:cubicBezTo>
                    <a:cubicBezTo>
                      <a:pt x="2554" y="4812"/>
                      <a:pt x="2653" y="4772"/>
                      <a:pt x="2699" y="4772"/>
                    </a:cubicBezTo>
                    <a:cubicBezTo>
                      <a:pt x="2745" y="4766"/>
                      <a:pt x="2837" y="4753"/>
                      <a:pt x="2837" y="4753"/>
                    </a:cubicBezTo>
                    <a:lnTo>
                      <a:pt x="3054" y="4582"/>
                    </a:lnTo>
                    <a:cubicBezTo>
                      <a:pt x="3054" y="4582"/>
                      <a:pt x="3061" y="4522"/>
                      <a:pt x="3166" y="4476"/>
                    </a:cubicBezTo>
                    <a:cubicBezTo>
                      <a:pt x="3252" y="4437"/>
                      <a:pt x="3363" y="4351"/>
                      <a:pt x="3410" y="4318"/>
                    </a:cubicBezTo>
                    <a:cubicBezTo>
                      <a:pt x="3416" y="4312"/>
                      <a:pt x="3423" y="4305"/>
                      <a:pt x="3423" y="4305"/>
                    </a:cubicBezTo>
                    <a:cubicBezTo>
                      <a:pt x="3423" y="4305"/>
                      <a:pt x="3436" y="4279"/>
                      <a:pt x="3554" y="4193"/>
                    </a:cubicBezTo>
                    <a:cubicBezTo>
                      <a:pt x="3679" y="4108"/>
                      <a:pt x="3745" y="4068"/>
                      <a:pt x="3785" y="4009"/>
                    </a:cubicBezTo>
                    <a:cubicBezTo>
                      <a:pt x="3818" y="3969"/>
                      <a:pt x="3851" y="3891"/>
                      <a:pt x="3864" y="3858"/>
                    </a:cubicBezTo>
                    <a:cubicBezTo>
                      <a:pt x="3870" y="3844"/>
                      <a:pt x="3870" y="3838"/>
                      <a:pt x="3870" y="3838"/>
                    </a:cubicBezTo>
                    <a:cubicBezTo>
                      <a:pt x="3870" y="3838"/>
                      <a:pt x="3864" y="3680"/>
                      <a:pt x="3837" y="3627"/>
                    </a:cubicBezTo>
                    <a:cubicBezTo>
                      <a:pt x="3804" y="3575"/>
                      <a:pt x="3778" y="3542"/>
                      <a:pt x="3778" y="3515"/>
                    </a:cubicBezTo>
                    <a:cubicBezTo>
                      <a:pt x="3778" y="3489"/>
                      <a:pt x="3791" y="3423"/>
                      <a:pt x="3824" y="3371"/>
                    </a:cubicBezTo>
                    <a:cubicBezTo>
                      <a:pt x="3837" y="3351"/>
                      <a:pt x="3851" y="3331"/>
                      <a:pt x="3864" y="3318"/>
                    </a:cubicBezTo>
                    <a:cubicBezTo>
                      <a:pt x="3890" y="3272"/>
                      <a:pt x="3923" y="3232"/>
                      <a:pt x="3929" y="3213"/>
                    </a:cubicBezTo>
                    <a:cubicBezTo>
                      <a:pt x="3943" y="3186"/>
                      <a:pt x="4028" y="2956"/>
                      <a:pt x="3976" y="2897"/>
                    </a:cubicBezTo>
                    <a:cubicBezTo>
                      <a:pt x="3923" y="2831"/>
                      <a:pt x="3824" y="2897"/>
                      <a:pt x="3778" y="2759"/>
                    </a:cubicBezTo>
                    <a:cubicBezTo>
                      <a:pt x="3732" y="2627"/>
                      <a:pt x="3699" y="2508"/>
                      <a:pt x="3699" y="2436"/>
                    </a:cubicBezTo>
                    <a:cubicBezTo>
                      <a:pt x="3699" y="2364"/>
                      <a:pt x="3673" y="2331"/>
                      <a:pt x="3646" y="2285"/>
                    </a:cubicBezTo>
                    <a:cubicBezTo>
                      <a:pt x="3620" y="2232"/>
                      <a:pt x="3614" y="2127"/>
                      <a:pt x="3620" y="2054"/>
                    </a:cubicBezTo>
                    <a:cubicBezTo>
                      <a:pt x="3633" y="1982"/>
                      <a:pt x="3666" y="1870"/>
                      <a:pt x="3640" y="1817"/>
                    </a:cubicBezTo>
                    <a:cubicBezTo>
                      <a:pt x="3614" y="1765"/>
                      <a:pt x="3508" y="1666"/>
                      <a:pt x="3462" y="1620"/>
                    </a:cubicBezTo>
                    <a:cubicBezTo>
                      <a:pt x="3416" y="1574"/>
                      <a:pt x="3410" y="1455"/>
                      <a:pt x="3410" y="1436"/>
                    </a:cubicBezTo>
                    <a:cubicBezTo>
                      <a:pt x="3403" y="1416"/>
                      <a:pt x="3416" y="1265"/>
                      <a:pt x="3449" y="1199"/>
                    </a:cubicBezTo>
                    <a:cubicBezTo>
                      <a:pt x="3482" y="1126"/>
                      <a:pt x="3554" y="1034"/>
                      <a:pt x="3515" y="955"/>
                    </a:cubicBezTo>
                    <a:cubicBezTo>
                      <a:pt x="3475" y="876"/>
                      <a:pt x="3416" y="797"/>
                      <a:pt x="3390" y="745"/>
                    </a:cubicBezTo>
                    <a:cubicBezTo>
                      <a:pt x="3363" y="692"/>
                      <a:pt x="3331" y="620"/>
                      <a:pt x="3331" y="527"/>
                    </a:cubicBezTo>
                    <a:cubicBezTo>
                      <a:pt x="3331" y="435"/>
                      <a:pt x="3363" y="205"/>
                      <a:pt x="3377" y="159"/>
                    </a:cubicBezTo>
                    <a:cubicBezTo>
                      <a:pt x="3383" y="139"/>
                      <a:pt x="3390" y="100"/>
                      <a:pt x="3390" y="60"/>
                    </a:cubicBezTo>
                    <a:cubicBezTo>
                      <a:pt x="3383" y="60"/>
                      <a:pt x="3377" y="60"/>
                      <a:pt x="3370" y="67"/>
                    </a:cubicBezTo>
                    <a:lnTo>
                      <a:pt x="3291" y="67"/>
                    </a:lnTo>
                    <a:cubicBezTo>
                      <a:pt x="3278" y="60"/>
                      <a:pt x="3271" y="60"/>
                      <a:pt x="3258" y="60"/>
                    </a:cubicBezTo>
                    <a:cubicBezTo>
                      <a:pt x="3245" y="54"/>
                      <a:pt x="3232" y="54"/>
                      <a:pt x="3219" y="54"/>
                    </a:cubicBezTo>
                    <a:lnTo>
                      <a:pt x="3212" y="54"/>
                    </a:lnTo>
                    <a:cubicBezTo>
                      <a:pt x="3206" y="54"/>
                      <a:pt x="3206" y="47"/>
                      <a:pt x="3199" y="47"/>
                    </a:cubicBezTo>
                    <a:cubicBezTo>
                      <a:pt x="3186" y="47"/>
                      <a:pt x="3179" y="40"/>
                      <a:pt x="3166" y="40"/>
                    </a:cubicBezTo>
                    <a:cubicBezTo>
                      <a:pt x="3133" y="34"/>
                      <a:pt x="3100" y="27"/>
                      <a:pt x="3074" y="21"/>
                    </a:cubicBezTo>
                    <a:cubicBezTo>
                      <a:pt x="3067" y="21"/>
                      <a:pt x="3061" y="14"/>
                      <a:pt x="3054" y="14"/>
                    </a:cubicBezTo>
                    <a:lnTo>
                      <a:pt x="3048" y="14"/>
                    </a:lnTo>
                    <a:cubicBezTo>
                      <a:pt x="3041" y="8"/>
                      <a:pt x="3041" y="8"/>
                      <a:pt x="3034" y="8"/>
                    </a:cubicBezTo>
                    <a:cubicBezTo>
                      <a:pt x="3028" y="8"/>
                      <a:pt x="3021" y="1"/>
                      <a:pt x="3015" y="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567;p19">
                <a:extLst>
                  <a:ext uri="{FF2B5EF4-FFF2-40B4-BE49-F238E27FC236}">
                    <a16:creationId xmlns:a16="http://schemas.microsoft.com/office/drawing/2014/main" id="{FD770B55-A622-7A40-DB29-8813C77D2F7A}"/>
                  </a:ext>
                </a:extLst>
              </p:cNvPr>
              <p:cNvSpPr/>
              <p:nvPr/>
            </p:nvSpPr>
            <p:spPr>
              <a:xfrm>
                <a:off x="7344851" y="2745036"/>
                <a:ext cx="877178" cy="702005"/>
              </a:xfrm>
              <a:custGeom>
                <a:avLst/>
                <a:gdLst/>
                <a:ahLst/>
                <a:cxnLst/>
                <a:rect l="l" t="t" r="r" b="b"/>
                <a:pathLst>
                  <a:path w="8037" h="6432" extrusionOk="0">
                    <a:moveTo>
                      <a:pt x="5076" y="1"/>
                    </a:moveTo>
                    <a:cubicBezTo>
                      <a:pt x="4992" y="1"/>
                      <a:pt x="4851" y="12"/>
                      <a:pt x="4799" y="26"/>
                    </a:cubicBezTo>
                    <a:cubicBezTo>
                      <a:pt x="4726" y="46"/>
                      <a:pt x="4535" y="217"/>
                      <a:pt x="4535" y="217"/>
                    </a:cubicBezTo>
                    <a:lnTo>
                      <a:pt x="4437" y="269"/>
                    </a:lnTo>
                    <a:lnTo>
                      <a:pt x="4410" y="289"/>
                    </a:lnTo>
                    <a:cubicBezTo>
                      <a:pt x="4410" y="289"/>
                      <a:pt x="4239" y="335"/>
                      <a:pt x="4187" y="368"/>
                    </a:cubicBezTo>
                    <a:cubicBezTo>
                      <a:pt x="4134" y="401"/>
                      <a:pt x="4055" y="460"/>
                      <a:pt x="4029" y="487"/>
                    </a:cubicBezTo>
                    <a:cubicBezTo>
                      <a:pt x="4002" y="520"/>
                      <a:pt x="3805" y="684"/>
                      <a:pt x="3792" y="704"/>
                    </a:cubicBezTo>
                    <a:cubicBezTo>
                      <a:pt x="3774" y="722"/>
                      <a:pt x="3652" y="751"/>
                      <a:pt x="3605" y="751"/>
                    </a:cubicBezTo>
                    <a:cubicBezTo>
                      <a:pt x="3601" y="751"/>
                      <a:pt x="3597" y="750"/>
                      <a:pt x="3594" y="750"/>
                    </a:cubicBezTo>
                    <a:cubicBezTo>
                      <a:pt x="3568" y="750"/>
                      <a:pt x="3607" y="684"/>
                      <a:pt x="3627" y="625"/>
                    </a:cubicBezTo>
                    <a:cubicBezTo>
                      <a:pt x="3647" y="559"/>
                      <a:pt x="3673" y="572"/>
                      <a:pt x="3680" y="546"/>
                    </a:cubicBezTo>
                    <a:cubicBezTo>
                      <a:pt x="3680" y="546"/>
                      <a:pt x="3601" y="533"/>
                      <a:pt x="3561" y="533"/>
                    </a:cubicBezTo>
                    <a:cubicBezTo>
                      <a:pt x="3535" y="533"/>
                      <a:pt x="3520" y="553"/>
                      <a:pt x="3500" y="553"/>
                    </a:cubicBezTo>
                    <a:cubicBezTo>
                      <a:pt x="3490" y="553"/>
                      <a:pt x="3478" y="548"/>
                      <a:pt x="3463" y="533"/>
                    </a:cubicBezTo>
                    <a:cubicBezTo>
                      <a:pt x="3410" y="487"/>
                      <a:pt x="3377" y="447"/>
                      <a:pt x="3364" y="434"/>
                    </a:cubicBezTo>
                    <a:cubicBezTo>
                      <a:pt x="3351" y="414"/>
                      <a:pt x="3259" y="348"/>
                      <a:pt x="3259" y="348"/>
                    </a:cubicBezTo>
                    <a:cubicBezTo>
                      <a:pt x="3259" y="348"/>
                      <a:pt x="3199" y="441"/>
                      <a:pt x="3206" y="467"/>
                    </a:cubicBezTo>
                    <a:cubicBezTo>
                      <a:pt x="3219" y="487"/>
                      <a:pt x="3232" y="520"/>
                      <a:pt x="3252" y="552"/>
                    </a:cubicBezTo>
                    <a:cubicBezTo>
                      <a:pt x="3272" y="585"/>
                      <a:pt x="3298" y="618"/>
                      <a:pt x="3278" y="631"/>
                    </a:cubicBezTo>
                    <a:cubicBezTo>
                      <a:pt x="3264" y="641"/>
                      <a:pt x="3257" y="650"/>
                      <a:pt x="3240" y="650"/>
                    </a:cubicBezTo>
                    <a:cubicBezTo>
                      <a:pt x="3233" y="650"/>
                      <a:pt x="3224" y="648"/>
                      <a:pt x="3212" y="645"/>
                    </a:cubicBezTo>
                    <a:cubicBezTo>
                      <a:pt x="3166" y="638"/>
                      <a:pt x="3114" y="618"/>
                      <a:pt x="3101" y="618"/>
                    </a:cubicBezTo>
                    <a:cubicBezTo>
                      <a:pt x="3087" y="618"/>
                      <a:pt x="3074" y="612"/>
                      <a:pt x="3059" y="612"/>
                    </a:cubicBezTo>
                    <a:cubicBezTo>
                      <a:pt x="3052" y="612"/>
                      <a:pt x="3044" y="614"/>
                      <a:pt x="3035" y="618"/>
                    </a:cubicBezTo>
                    <a:cubicBezTo>
                      <a:pt x="3002" y="625"/>
                      <a:pt x="2936" y="677"/>
                      <a:pt x="2962" y="717"/>
                    </a:cubicBezTo>
                    <a:cubicBezTo>
                      <a:pt x="2982" y="756"/>
                      <a:pt x="3041" y="809"/>
                      <a:pt x="3028" y="835"/>
                    </a:cubicBezTo>
                    <a:cubicBezTo>
                      <a:pt x="3022" y="855"/>
                      <a:pt x="2949" y="914"/>
                      <a:pt x="2956" y="934"/>
                    </a:cubicBezTo>
                    <a:cubicBezTo>
                      <a:pt x="2962" y="960"/>
                      <a:pt x="2989" y="993"/>
                      <a:pt x="3008" y="1039"/>
                    </a:cubicBezTo>
                    <a:cubicBezTo>
                      <a:pt x="3028" y="1085"/>
                      <a:pt x="3068" y="1125"/>
                      <a:pt x="3074" y="1132"/>
                    </a:cubicBezTo>
                    <a:cubicBezTo>
                      <a:pt x="3074" y="1145"/>
                      <a:pt x="3107" y="1184"/>
                      <a:pt x="3074" y="1211"/>
                    </a:cubicBezTo>
                    <a:cubicBezTo>
                      <a:pt x="3041" y="1237"/>
                      <a:pt x="3028" y="1250"/>
                      <a:pt x="2956" y="1270"/>
                    </a:cubicBezTo>
                    <a:cubicBezTo>
                      <a:pt x="2883" y="1283"/>
                      <a:pt x="2818" y="1296"/>
                      <a:pt x="2804" y="1296"/>
                    </a:cubicBezTo>
                    <a:cubicBezTo>
                      <a:pt x="2800" y="1296"/>
                      <a:pt x="2790" y="1295"/>
                      <a:pt x="2778" y="1295"/>
                    </a:cubicBezTo>
                    <a:cubicBezTo>
                      <a:pt x="2753" y="1295"/>
                      <a:pt x="2721" y="1298"/>
                      <a:pt x="2712" y="1316"/>
                    </a:cubicBezTo>
                    <a:cubicBezTo>
                      <a:pt x="2699" y="1342"/>
                      <a:pt x="2679" y="1382"/>
                      <a:pt x="2679" y="1447"/>
                    </a:cubicBezTo>
                    <a:cubicBezTo>
                      <a:pt x="2679" y="1513"/>
                      <a:pt x="2712" y="1520"/>
                      <a:pt x="2679" y="1573"/>
                    </a:cubicBezTo>
                    <a:cubicBezTo>
                      <a:pt x="2646" y="1619"/>
                      <a:pt x="2614" y="1605"/>
                      <a:pt x="2627" y="1645"/>
                    </a:cubicBezTo>
                    <a:cubicBezTo>
                      <a:pt x="2640" y="1684"/>
                      <a:pt x="2627" y="1711"/>
                      <a:pt x="2679" y="1770"/>
                    </a:cubicBezTo>
                    <a:cubicBezTo>
                      <a:pt x="2732" y="1829"/>
                      <a:pt x="2765" y="1869"/>
                      <a:pt x="2791" y="1921"/>
                    </a:cubicBezTo>
                    <a:cubicBezTo>
                      <a:pt x="2818" y="1974"/>
                      <a:pt x="2857" y="2040"/>
                      <a:pt x="2831" y="2066"/>
                    </a:cubicBezTo>
                    <a:cubicBezTo>
                      <a:pt x="2798" y="2086"/>
                      <a:pt x="2745" y="2106"/>
                      <a:pt x="2719" y="2139"/>
                    </a:cubicBezTo>
                    <a:cubicBezTo>
                      <a:pt x="2693" y="2171"/>
                      <a:pt x="2614" y="2231"/>
                      <a:pt x="2594" y="2277"/>
                    </a:cubicBezTo>
                    <a:cubicBezTo>
                      <a:pt x="2567" y="2323"/>
                      <a:pt x="2515" y="2369"/>
                      <a:pt x="2561" y="2408"/>
                    </a:cubicBezTo>
                    <a:cubicBezTo>
                      <a:pt x="2600" y="2448"/>
                      <a:pt x="2640" y="2441"/>
                      <a:pt x="2660" y="2454"/>
                    </a:cubicBezTo>
                    <a:cubicBezTo>
                      <a:pt x="2686" y="2468"/>
                      <a:pt x="2699" y="2540"/>
                      <a:pt x="2693" y="2553"/>
                    </a:cubicBezTo>
                    <a:cubicBezTo>
                      <a:pt x="2679" y="2573"/>
                      <a:pt x="2646" y="2612"/>
                      <a:pt x="2646" y="2645"/>
                    </a:cubicBezTo>
                    <a:cubicBezTo>
                      <a:pt x="2653" y="2678"/>
                      <a:pt x="2679" y="2744"/>
                      <a:pt x="2679" y="2770"/>
                    </a:cubicBezTo>
                    <a:cubicBezTo>
                      <a:pt x="2686" y="2797"/>
                      <a:pt x="2719" y="2830"/>
                      <a:pt x="2693" y="2862"/>
                    </a:cubicBezTo>
                    <a:cubicBezTo>
                      <a:pt x="2666" y="2902"/>
                      <a:pt x="2640" y="2928"/>
                      <a:pt x="2581" y="2968"/>
                    </a:cubicBezTo>
                    <a:cubicBezTo>
                      <a:pt x="2528" y="3007"/>
                      <a:pt x="2449" y="3066"/>
                      <a:pt x="2416" y="3080"/>
                    </a:cubicBezTo>
                    <a:cubicBezTo>
                      <a:pt x="2393" y="3085"/>
                      <a:pt x="2294" y="3157"/>
                      <a:pt x="2239" y="3157"/>
                    </a:cubicBezTo>
                    <a:cubicBezTo>
                      <a:pt x="2231" y="3157"/>
                      <a:pt x="2224" y="3155"/>
                      <a:pt x="2219" y="3152"/>
                    </a:cubicBezTo>
                    <a:cubicBezTo>
                      <a:pt x="2173" y="3126"/>
                      <a:pt x="2080" y="3093"/>
                      <a:pt x="2048" y="3080"/>
                    </a:cubicBezTo>
                    <a:cubicBezTo>
                      <a:pt x="2029" y="3071"/>
                      <a:pt x="1992" y="3055"/>
                      <a:pt x="1954" y="3055"/>
                    </a:cubicBezTo>
                    <a:cubicBezTo>
                      <a:pt x="1937" y="3055"/>
                      <a:pt x="1919" y="3058"/>
                      <a:pt x="1903" y="3066"/>
                    </a:cubicBezTo>
                    <a:cubicBezTo>
                      <a:pt x="1869" y="3079"/>
                      <a:pt x="1833" y="3084"/>
                      <a:pt x="1806" y="3084"/>
                    </a:cubicBezTo>
                    <a:cubicBezTo>
                      <a:pt x="1791" y="3084"/>
                      <a:pt x="1778" y="3082"/>
                      <a:pt x="1771" y="3080"/>
                    </a:cubicBezTo>
                    <a:cubicBezTo>
                      <a:pt x="1763" y="3074"/>
                      <a:pt x="1739" y="3072"/>
                      <a:pt x="1711" y="3072"/>
                    </a:cubicBezTo>
                    <a:cubicBezTo>
                      <a:pt x="1672" y="3072"/>
                      <a:pt x="1624" y="3076"/>
                      <a:pt x="1593" y="3080"/>
                    </a:cubicBezTo>
                    <a:cubicBezTo>
                      <a:pt x="1547" y="3086"/>
                      <a:pt x="1521" y="3093"/>
                      <a:pt x="1482" y="3113"/>
                    </a:cubicBezTo>
                    <a:cubicBezTo>
                      <a:pt x="1435" y="3139"/>
                      <a:pt x="1370" y="3178"/>
                      <a:pt x="1343" y="3198"/>
                    </a:cubicBezTo>
                    <a:cubicBezTo>
                      <a:pt x="1324" y="3224"/>
                      <a:pt x="1324" y="3231"/>
                      <a:pt x="1258" y="3231"/>
                    </a:cubicBezTo>
                    <a:cubicBezTo>
                      <a:pt x="1185" y="3231"/>
                      <a:pt x="1113" y="3185"/>
                      <a:pt x="1093" y="3185"/>
                    </a:cubicBezTo>
                    <a:cubicBezTo>
                      <a:pt x="1067" y="3185"/>
                      <a:pt x="968" y="3231"/>
                      <a:pt x="948" y="3231"/>
                    </a:cubicBezTo>
                    <a:cubicBezTo>
                      <a:pt x="929" y="3231"/>
                      <a:pt x="804" y="3264"/>
                      <a:pt x="725" y="3284"/>
                    </a:cubicBezTo>
                    <a:cubicBezTo>
                      <a:pt x="652" y="3303"/>
                      <a:pt x="534" y="3303"/>
                      <a:pt x="501" y="3336"/>
                    </a:cubicBezTo>
                    <a:cubicBezTo>
                      <a:pt x="461" y="3369"/>
                      <a:pt x="415" y="3461"/>
                      <a:pt x="396" y="3507"/>
                    </a:cubicBezTo>
                    <a:cubicBezTo>
                      <a:pt x="389" y="3527"/>
                      <a:pt x="389" y="3554"/>
                      <a:pt x="376" y="3573"/>
                    </a:cubicBezTo>
                    <a:cubicBezTo>
                      <a:pt x="376" y="3580"/>
                      <a:pt x="376" y="3580"/>
                      <a:pt x="376" y="3586"/>
                    </a:cubicBezTo>
                    <a:cubicBezTo>
                      <a:pt x="369" y="3593"/>
                      <a:pt x="369" y="3600"/>
                      <a:pt x="363" y="3613"/>
                    </a:cubicBezTo>
                    <a:cubicBezTo>
                      <a:pt x="363" y="3613"/>
                      <a:pt x="363" y="3619"/>
                      <a:pt x="356" y="3619"/>
                    </a:cubicBezTo>
                    <a:cubicBezTo>
                      <a:pt x="356" y="3626"/>
                      <a:pt x="356" y="3626"/>
                      <a:pt x="350" y="3632"/>
                    </a:cubicBezTo>
                    <a:cubicBezTo>
                      <a:pt x="350" y="3632"/>
                      <a:pt x="350" y="3632"/>
                      <a:pt x="343" y="3639"/>
                    </a:cubicBezTo>
                    <a:cubicBezTo>
                      <a:pt x="343" y="3639"/>
                      <a:pt x="336" y="3646"/>
                      <a:pt x="336" y="3646"/>
                    </a:cubicBezTo>
                    <a:cubicBezTo>
                      <a:pt x="290" y="3685"/>
                      <a:pt x="178" y="3711"/>
                      <a:pt x="159" y="3777"/>
                    </a:cubicBezTo>
                    <a:cubicBezTo>
                      <a:pt x="146" y="3823"/>
                      <a:pt x="159" y="3869"/>
                      <a:pt x="139" y="3915"/>
                    </a:cubicBezTo>
                    <a:cubicBezTo>
                      <a:pt x="132" y="3929"/>
                      <a:pt x="126" y="3942"/>
                      <a:pt x="113" y="3955"/>
                    </a:cubicBezTo>
                    <a:cubicBezTo>
                      <a:pt x="47" y="4008"/>
                      <a:pt x="1" y="4027"/>
                      <a:pt x="1" y="4067"/>
                    </a:cubicBezTo>
                    <a:cubicBezTo>
                      <a:pt x="1" y="4106"/>
                      <a:pt x="27" y="4212"/>
                      <a:pt x="27" y="4238"/>
                    </a:cubicBezTo>
                    <a:cubicBezTo>
                      <a:pt x="27" y="4258"/>
                      <a:pt x="40" y="4363"/>
                      <a:pt x="40" y="4363"/>
                    </a:cubicBezTo>
                    <a:cubicBezTo>
                      <a:pt x="40" y="4356"/>
                      <a:pt x="40" y="4356"/>
                      <a:pt x="47" y="4356"/>
                    </a:cubicBezTo>
                    <a:cubicBezTo>
                      <a:pt x="47" y="4356"/>
                      <a:pt x="53" y="4350"/>
                      <a:pt x="53" y="4350"/>
                    </a:cubicBezTo>
                    <a:cubicBezTo>
                      <a:pt x="60" y="4343"/>
                      <a:pt x="60" y="4343"/>
                      <a:pt x="67" y="4337"/>
                    </a:cubicBezTo>
                    <a:cubicBezTo>
                      <a:pt x="73" y="4337"/>
                      <a:pt x="73" y="4330"/>
                      <a:pt x="80" y="4330"/>
                    </a:cubicBezTo>
                    <a:cubicBezTo>
                      <a:pt x="86" y="4324"/>
                      <a:pt x="99" y="4317"/>
                      <a:pt x="113" y="4304"/>
                    </a:cubicBezTo>
                    <a:cubicBezTo>
                      <a:pt x="113" y="4304"/>
                      <a:pt x="119" y="4297"/>
                      <a:pt x="126" y="4297"/>
                    </a:cubicBezTo>
                    <a:cubicBezTo>
                      <a:pt x="126" y="4291"/>
                      <a:pt x="126" y="4291"/>
                      <a:pt x="126" y="4291"/>
                    </a:cubicBezTo>
                    <a:cubicBezTo>
                      <a:pt x="139" y="4284"/>
                      <a:pt x="146" y="4277"/>
                      <a:pt x="152" y="4277"/>
                    </a:cubicBezTo>
                    <a:cubicBezTo>
                      <a:pt x="159" y="4264"/>
                      <a:pt x="172" y="4258"/>
                      <a:pt x="185" y="4245"/>
                    </a:cubicBezTo>
                    <a:cubicBezTo>
                      <a:pt x="192" y="4238"/>
                      <a:pt x="205" y="4231"/>
                      <a:pt x="211" y="4225"/>
                    </a:cubicBezTo>
                    <a:cubicBezTo>
                      <a:pt x="225" y="4218"/>
                      <a:pt x="231" y="4212"/>
                      <a:pt x="244" y="4205"/>
                    </a:cubicBezTo>
                    <a:cubicBezTo>
                      <a:pt x="244" y="4198"/>
                      <a:pt x="251" y="4198"/>
                      <a:pt x="251" y="4198"/>
                    </a:cubicBezTo>
                    <a:cubicBezTo>
                      <a:pt x="271" y="4185"/>
                      <a:pt x="277" y="4179"/>
                      <a:pt x="290" y="4172"/>
                    </a:cubicBezTo>
                    <a:cubicBezTo>
                      <a:pt x="330" y="4152"/>
                      <a:pt x="369" y="4113"/>
                      <a:pt x="389" y="4113"/>
                    </a:cubicBezTo>
                    <a:cubicBezTo>
                      <a:pt x="409" y="4113"/>
                      <a:pt x="508" y="4126"/>
                      <a:pt x="527" y="4152"/>
                    </a:cubicBezTo>
                    <a:cubicBezTo>
                      <a:pt x="540" y="4179"/>
                      <a:pt x="652" y="4238"/>
                      <a:pt x="698" y="4238"/>
                    </a:cubicBezTo>
                    <a:cubicBezTo>
                      <a:pt x="729" y="4238"/>
                      <a:pt x="780" y="4241"/>
                      <a:pt x="821" y="4241"/>
                    </a:cubicBezTo>
                    <a:cubicBezTo>
                      <a:pt x="841" y="4241"/>
                      <a:pt x="859" y="4240"/>
                      <a:pt x="869" y="4238"/>
                    </a:cubicBezTo>
                    <a:cubicBezTo>
                      <a:pt x="909" y="4231"/>
                      <a:pt x="1021" y="4192"/>
                      <a:pt x="1074" y="4192"/>
                    </a:cubicBezTo>
                    <a:cubicBezTo>
                      <a:pt x="1120" y="4192"/>
                      <a:pt x="1238" y="4212"/>
                      <a:pt x="1238" y="4212"/>
                    </a:cubicBezTo>
                    <a:cubicBezTo>
                      <a:pt x="1238" y="4212"/>
                      <a:pt x="1240" y="4210"/>
                      <a:pt x="1243" y="4210"/>
                    </a:cubicBezTo>
                    <a:cubicBezTo>
                      <a:pt x="1250" y="4210"/>
                      <a:pt x="1260" y="4216"/>
                      <a:pt x="1264" y="4251"/>
                    </a:cubicBezTo>
                    <a:cubicBezTo>
                      <a:pt x="1271" y="4304"/>
                      <a:pt x="1278" y="4356"/>
                      <a:pt x="1284" y="4396"/>
                    </a:cubicBezTo>
                    <a:cubicBezTo>
                      <a:pt x="1284" y="4427"/>
                      <a:pt x="1296" y="4495"/>
                      <a:pt x="1315" y="4495"/>
                    </a:cubicBezTo>
                    <a:cubicBezTo>
                      <a:pt x="1315" y="4495"/>
                      <a:pt x="1316" y="4495"/>
                      <a:pt x="1317" y="4495"/>
                    </a:cubicBezTo>
                    <a:cubicBezTo>
                      <a:pt x="1330" y="4488"/>
                      <a:pt x="1416" y="4435"/>
                      <a:pt x="1416" y="4435"/>
                    </a:cubicBezTo>
                    <a:cubicBezTo>
                      <a:pt x="1416" y="4435"/>
                      <a:pt x="1451" y="4408"/>
                      <a:pt x="1472" y="4408"/>
                    </a:cubicBezTo>
                    <a:cubicBezTo>
                      <a:pt x="1480" y="4408"/>
                      <a:pt x="1486" y="4411"/>
                      <a:pt x="1488" y="4422"/>
                    </a:cubicBezTo>
                    <a:cubicBezTo>
                      <a:pt x="1488" y="4459"/>
                      <a:pt x="1499" y="4529"/>
                      <a:pt x="1511" y="4529"/>
                    </a:cubicBezTo>
                    <a:cubicBezTo>
                      <a:pt x="1512" y="4529"/>
                      <a:pt x="1513" y="4529"/>
                      <a:pt x="1514" y="4528"/>
                    </a:cubicBezTo>
                    <a:cubicBezTo>
                      <a:pt x="1528" y="4514"/>
                      <a:pt x="1587" y="4455"/>
                      <a:pt x="1587" y="4455"/>
                    </a:cubicBezTo>
                    <a:lnTo>
                      <a:pt x="1626" y="4396"/>
                    </a:lnTo>
                    <a:lnTo>
                      <a:pt x="1659" y="4383"/>
                    </a:lnTo>
                    <a:cubicBezTo>
                      <a:pt x="1659" y="4383"/>
                      <a:pt x="1694" y="4402"/>
                      <a:pt x="1737" y="4402"/>
                    </a:cubicBezTo>
                    <a:cubicBezTo>
                      <a:pt x="1750" y="4402"/>
                      <a:pt x="1764" y="4400"/>
                      <a:pt x="1778" y="4396"/>
                    </a:cubicBezTo>
                    <a:cubicBezTo>
                      <a:pt x="1844" y="4383"/>
                      <a:pt x="2008" y="4383"/>
                      <a:pt x="2015" y="4376"/>
                    </a:cubicBezTo>
                    <a:cubicBezTo>
                      <a:pt x="2028" y="4376"/>
                      <a:pt x="2048" y="4343"/>
                      <a:pt x="2067" y="4343"/>
                    </a:cubicBezTo>
                    <a:cubicBezTo>
                      <a:pt x="2094" y="4343"/>
                      <a:pt x="2173" y="4356"/>
                      <a:pt x="2186" y="4363"/>
                    </a:cubicBezTo>
                    <a:cubicBezTo>
                      <a:pt x="2192" y="4367"/>
                      <a:pt x="2200" y="4368"/>
                      <a:pt x="2209" y="4368"/>
                    </a:cubicBezTo>
                    <a:cubicBezTo>
                      <a:pt x="2230" y="4368"/>
                      <a:pt x="2257" y="4359"/>
                      <a:pt x="2271" y="4350"/>
                    </a:cubicBezTo>
                    <a:cubicBezTo>
                      <a:pt x="2284" y="4343"/>
                      <a:pt x="2278" y="4330"/>
                      <a:pt x="2344" y="4297"/>
                    </a:cubicBezTo>
                    <a:cubicBezTo>
                      <a:pt x="2403" y="4264"/>
                      <a:pt x="2482" y="4251"/>
                      <a:pt x="2489" y="4251"/>
                    </a:cubicBezTo>
                    <a:cubicBezTo>
                      <a:pt x="2495" y="4251"/>
                      <a:pt x="2554" y="4291"/>
                      <a:pt x="2554" y="4291"/>
                    </a:cubicBezTo>
                    <a:cubicBezTo>
                      <a:pt x="2554" y="4291"/>
                      <a:pt x="2567" y="4286"/>
                      <a:pt x="2588" y="4286"/>
                    </a:cubicBezTo>
                    <a:cubicBezTo>
                      <a:pt x="2604" y="4286"/>
                      <a:pt x="2624" y="4289"/>
                      <a:pt x="2646" y="4297"/>
                    </a:cubicBezTo>
                    <a:cubicBezTo>
                      <a:pt x="2693" y="4317"/>
                      <a:pt x="2765" y="4429"/>
                      <a:pt x="2772" y="4449"/>
                    </a:cubicBezTo>
                    <a:cubicBezTo>
                      <a:pt x="2772" y="4468"/>
                      <a:pt x="2699" y="4560"/>
                      <a:pt x="2693" y="4587"/>
                    </a:cubicBezTo>
                    <a:cubicBezTo>
                      <a:pt x="2686" y="4607"/>
                      <a:pt x="2765" y="4653"/>
                      <a:pt x="2785" y="4666"/>
                    </a:cubicBezTo>
                    <a:cubicBezTo>
                      <a:pt x="2804" y="4679"/>
                      <a:pt x="2844" y="4712"/>
                      <a:pt x="2831" y="4764"/>
                    </a:cubicBezTo>
                    <a:cubicBezTo>
                      <a:pt x="2811" y="4824"/>
                      <a:pt x="2824" y="4817"/>
                      <a:pt x="2798" y="4870"/>
                    </a:cubicBezTo>
                    <a:cubicBezTo>
                      <a:pt x="2765" y="4916"/>
                      <a:pt x="2818" y="5094"/>
                      <a:pt x="2844" y="5140"/>
                    </a:cubicBezTo>
                    <a:cubicBezTo>
                      <a:pt x="2864" y="5179"/>
                      <a:pt x="2897" y="5291"/>
                      <a:pt x="2910" y="5298"/>
                    </a:cubicBezTo>
                    <a:cubicBezTo>
                      <a:pt x="2914" y="5300"/>
                      <a:pt x="2921" y="5300"/>
                      <a:pt x="2930" y="5300"/>
                    </a:cubicBezTo>
                    <a:cubicBezTo>
                      <a:pt x="2948" y="5300"/>
                      <a:pt x="2971" y="5298"/>
                      <a:pt x="2989" y="5298"/>
                    </a:cubicBezTo>
                    <a:cubicBezTo>
                      <a:pt x="2992" y="5298"/>
                      <a:pt x="2994" y="5299"/>
                      <a:pt x="2995" y="5299"/>
                    </a:cubicBezTo>
                    <a:cubicBezTo>
                      <a:pt x="3007" y="5299"/>
                      <a:pt x="2984" y="5278"/>
                      <a:pt x="3101" y="5278"/>
                    </a:cubicBezTo>
                    <a:cubicBezTo>
                      <a:pt x="3232" y="5278"/>
                      <a:pt x="3291" y="5344"/>
                      <a:pt x="3291" y="5363"/>
                    </a:cubicBezTo>
                    <a:cubicBezTo>
                      <a:pt x="3291" y="5383"/>
                      <a:pt x="3272" y="5462"/>
                      <a:pt x="3245" y="5488"/>
                    </a:cubicBezTo>
                    <a:cubicBezTo>
                      <a:pt x="3212" y="5515"/>
                      <a:pt x="3153" y="5567"/>
                      <a:pt x="3147" y="5594"/>
                    </a:cubicBezTo>
                    <a:cubicBezTo>
                      <a:pt x="3140" y="5620"/>
                      <a:pt x="3147" y="5692"/>
                      <a:pt x="3153" y="5712"/>
                    </a:cubicBezTo>
                    <a:cubicBezTo>
                      <a:pt x="3160" y="5732"/>
                      <a:pt x="3166" y="5824"/>
                      <a:pt x="3160" y="5844"/>
                    </a:cubicBezTo>
                    <a:cubicBezTo>
                      <a:pt x="3147" y="5864"/>
                      <a:pt x="3140" y="5844"/>
                      <a:pt x="3153" y="5923"/>
                    </a:cubicBezTo>
                    <a:cubicBezTo>
                      <a:pt x="3166" y="5995"/>
                      <a:pt x="3212" y="6068"/>
                      <a:pt x="3226" y="6081"/>
                    </a:cubicBezTo>
                    <a:cubicBezTo>
                      <a:pt x="3245" y="6087"/>
                      <a:pt x="3311" y="6114"/>
                      <a:pt x="3318" y="6166"/>
                    </a:cubicBezTo>
                    <a:cubicBezTo>
                      <a:pt x="3324" y="6212"/>
                      <a:pt x="3344" y="6324"/>
                      <a:pt x="3384" y="6351"/>
                    </a:cubicBezTo>
                    <a:cubicBezTo>
                      <a:pt x="3416" y="6383"/>
                      <a:pt x="3456" y="6390"/>
                      <a:pt x="3482" y="6390"/>
                    </a:cubicBezTo>
                    <a:cubicBezTo>
                      <a:pt x="3505" y="6396"/>
                      <a:pt x="3700" y="6432"/>
                      <a:pt x="3757" y="6432"/>
                    </a:cubicBezTo>
                    <a:cubicBezTo>
                      <a:pt x="3765" y="6432"/>
                      <a:pt x="3770" y="6431"/>
                      <a:pt x="3772" y="6430"/>
                    </a:cubicBezTo>
                    <a:cubicBezTo>
                      <a:pt x="3778" y="6410"/>
                      <a:pt x="3792" y="6410"/>
                      <a:pt x="3811" y="6344"/>
                    </a:cubicBezTo>
                    <a:cubicBezTo>
                      <a:pt x="3838" y="6278"/>
                      <a:pt x="3851" y="6239"/>
                      <a:pt x="3890" y="6226"/>
                    </a:cubicBezTo>
                    <a:cubicBezTo>
                      <a:pt x="3925" y="6211"/>
                      <a:pt x="3922" y="6203"/>
                      <a:pt x="3955" y="6203"/>
                    </a:cubicBezTo>
                    <a:cubicBezTo>
                      <a:pt x="3966" y="6203"/>
                      <a:pt x="3981" y="6204"/>
                      <a:pt x="4002" y="6206"/>
                    </a:cubicBezTo>
                    <a:cubicBezTo>
                      <a:pt x="4081" y="6212"/>
                      <a:pt x="4114" y="6212"/>
                      <a:pt x="4154" y="6212"/>
                    </a:cubicBezTo>
                    <a:cubicBezTo>
                      <a:pt x="4187" y="6206"/>
                      <a:pt x="4246" y="6206"/>
                      <a:pt x="4279" y="6173"/>
                    </a:cubicBezTo>
                    <a:cubicBezTo>
                      <a:pt x="4312" y="6140"/>
                      <a:pt x="4391" y="6081"/>
                      <a:pt x="4391" y="6081"/>
                    </a:cubicBezTo>
                    <a:lnTo>
                      <a:pt x="4489" y="6054"/>
                    </a:lnTo>
                    <a:lnTo>
                      <a:pt x="4575" y="5975"/>
                    </a:lnTo>
                    <a:cubicBezTo>
                      <a:pt x="4575" y="5975"/>
                      <a:pt x="4831" y="5910"/>
                      <a:pt x="4917" y="5890"/>
                    </a:cubicBezTo>
                    <a:cubicBezTo>
                      <a:pt x="4937" y="5890"/>
                      <a:pt x="4957" y="5883"/>
                      <a:pt x="4983" y="5870"/>
                    </a:cubicBezTo>
                    <a:cubicBezTo>
                      <a:pt x="4989" y="5870"/>
                      <a:pt x="4996" y="5870"/>
                      <a:pt x="5003" y="5864"/>
                    </a:cubicBezTo>
                    <a:cubicBezTo>
                      <a:pt x="5029" y="5857"/>
                      <a:pt x="5055" y="5850"/>
                      <a:pt x="5082" y="5837"/>
                    </a:cubicBezTo>
                    <a:cubicBezTo>
                      <a:pt x="5108" y="5831"/>
                      <a:pt x="5134" y="5817"/>
                      <a:pt x="5154" y="5811"/>
                    </a:cubicBezTo>
                    <a:cubicBezTo>
                      <a:pt x="5161" y="5811"/>
                      <a:pt x="5167" y="5804"/>
                      <a:pt x="5174" y="5804"/>
                    </a:cubicBezTo>
                    <a:cubicBezTo>
                      <a:pt x="5220" y="5791"/>
                      <a:pt x="5266" y="5771"/>
                      <a:pt x="5299" y="5765"/>
                    </a:cubicBezTo>
                    <a:cubicBezTo>
                      <a:pt x="5299" y="5758"/>
                      <a:pt x="5305" y="5758"/>
                      <a:pt x="5305" y="5758"/>
                    </a:cubicBezTo>
                    <a:cubicBezTo>
                      <a:pt x="5312" y="5758"/>
                      <a:pt x="5319" y="5758"/>
                      <a:pt x="5325" y="5752"/>
                    </a:cubicBezTo>
                    <a:cubicBezTo>
                      <a:pt x="5336" y="5750"/>
                      <a:pt x="5348" y="5749"/>
                      <a:pt x="5360" y="5749"/>
                    </a:cubicBezTo>
                    <a:cubicBezTo>
                      <a:pt x="5426" y="5749"/>
                      <a:pt x="5512" y="5774"/>
                      <a:pt x="5562" y="5785"/>
                    </a:cubicBezTo>
                    <a:cubicBezTo>
                      <a:pt x="5615" y="5791"/>
                      <a:pt x="5700" y="5824"/>
                      <a:pt x="5733" y="5831"/>
                    </a:cubicBezTo>
                    <a:cubicBezTo>
                      <a:pt x="5759" y="5831"/>
                      <a:pt x="5799" y="5785"/>
                      <a:pt x="5838" y="5719"/>
                    </a:cubicBezTo>
                    <a:cubicBezTo>
                      <a:pt x="5871" y="5660"/>
                      <a:pt x="6181" y="5600"/>
                      <a:pt x="6181" y="5600"/>
                    </a:cubicBezTo>
                    <a:cubicBezTo>
                      <a:pt x="6181" y="5600"/>
                      <a:pt x="6246" y="5587"/>
                      <a:pt x="6266" y="5574"/>
                    </a:cubicBezTo>
                    <a:cubicBezTo>
                      <a:pt x="6293" y="5561"/>
                      <a:pt x="6299" y="5528"/>
                      <a:pt x="6279" y="5469"/>
                    </a:cubicBezTo>
                    <a:cubicBezTo>
                      <a:pt x="6253" y="5403"/>
                      <a:pt x="6293" y="5357"/>
                      <a:pt x="6312" y="5311"/>
                    </a:cubicBezTo>
                    <a:cubicBezTo>
                      <a:pt x="6332" y="5265"/>
                      <a:pt x="6352" y="5199"/>
                      <a:pt x="6365" y="5159"/>
                    </a:cubicBezTo>
                    <a:cubicBezTo>
                      <a:pt x="6385" y="5113"/>
                      <a:pt x="6385" y="5107"/>
                      <a:pt x="6437" y="5008"/>
                    </a:cubicBezTo>
                    <a:cubicBezTo>
                      <a:pt x="6497" y="4916"/>
                      <a:pt x="6529" y="4936"/>
                      <a:pt x="6556" y="4857"/>
                    </a:cubicBezTo>
                    <a:cubicBezTo>
                      <a:pt x="6562" y="4824"/>
                      <a:pt x="6608" y="4791"/>
                      <a:pt x="6655" y="4764"/>
                    </a:cubicBezTo>
                    <a:cubicBezTo>
                      <a:pt x="6655" y="4764"/>
                      <a:pt x="6655" y="4758"/>
                      <a:pt x="6648" y="4758"/>
                    </a:cubicBezTo>
                    <a:cubicBezTo>
                      <a:pt x="6641" y="4718"/>
                      <a:pt x="6608" y="4587"/>
                      <a:pt x="6608" y="4547"/>
                    </a:cubicBezTo>
                    <a:cubicBezTo>
                      <a:pt x="6608" y="4501"/>
                      <a:pt x="6701" y="4488"/>
                      <a:pt x="6773" y="4462"/>
                    </a:cubicBezTo>
                    <a:cubicBezTo>
                      <a:pt x="6845" y="4429"/>
                      <a:pt x="6878" y="4455"/>
                      <a:pt x="6918" y="4402"/>
                    </a:cubicBezTo>
                    <a:cubicBezTo>
                      <a:pt x="6964" y="4356"/>
                      <a:pt x="7036" y="4291"/>
                      <a:pt x="7063" y="4271"/>
                    </a:cubicBezTo>
                    <a:cubicBezTo>
                      <a:pt x="7089" y="4251"/>
                      <a:pt x="7076" y="4133"/>
                      <a:pt x="7109" y="4080"/>
                    </a:cubicBezTo>
                    <a:cubicBezTo>
                      <a:pt x="7142" y="4034"/>
                      <a:pt x="7201" y="3929"/>
                      <a:pt x="7273" y="3810"/>
                    </a:cubicBezTo>
                    <a:cubicBezTo>
                      <a:pt x="7346" y="3698"/>
                      <a:pt x="7273" y="3659"/>
                      <a:pt x="7267" y="3613"/>
                    </a:cubicBezTo>
                    <a:cubicBezTo>
                      <a:pt x="7260" y="3567"/>
                      <a:pt x="7128" y="3488"/>
                      <a:pt x="7069" y="3461"/>
                    </a:cubicBezTo>
                    <a:cubicBezTo>
                      <a:pt x="7016" y="3428"/>
                      <a:pt x="7181" y="3448"/>
                      <a:pt x="7227" y="3396"/>
                    </a:cubicBezTo>
                    <a:cubicBezTo>
                      <a:pt x="7280" y="3336"/>
                      <a:pt x="7227" y="3317"/>
                      <a:pt x="7221" y="3271"/>
                    </a:cubicBezTo>
                    <a:cubicBezTo>
                      <a:pt x="7214" y="3224"/>
                      <a:pt x="7188" y="3192"/>
                      <a:pt x="7148" y="3172"/>
                    </a:cubicBezTo>
                    <a:cubicBezTo>
                      <a:pt x="7115" y="3152"/>
                      <a:pt x="7115" y="3066"/>
                      <a:pt x="7115" y="3007"/>
                    </a:cubicBezTo>
                    <a:cubicBezTo>
                      <a:pt x="7115" y="2955"/>
                      <a:pt x="7227" y="2935"/>
                      <a:pt x="7273" y="2915"/>
                    </a:cubicBezTo>
                    <a:cubicBezTo>
                      <a:pt x="7293" y="2910"/>
                      <a:pt x="7305" y="2908"/>
                      <a:pt x="7317" y="2908"/>
                    </a:cubicBezTo>
                    <a:cubicBezTo>
                      <a:pt x="7334" y="2908"/>
                      <a:pt x="7351" y="2911"/>
                      <a:pt x="7385" y="2915"/>
                    </a:cubicBezTo>
                    <a:cubicBezTo>
                      <a:pt x="7394" y="2916"/>
                      <a:pt x="7401" y="2917"/>
                      <a:pt x="7406" y="2917"/>
                    </a:cubicBezTo>
                    <a:cubicBezTo>
                      <a:pt x="7430" y="2917"/>
                      <a:pt x="7413" y="2904"/>
                      <a:pt x="7418" y="2882"/>
                    </a:cubicBezTo>
                    <a:cubicBezTo>
                      <a:pt x="7425" y="2856"/>
                      <a:pt x="7530" y="2757"/>
                      <a:pt x="7530" y="2757"/>
                    </a:cubicBezTo>
                    <a:lnTo>
                      <a:pt x="7787" y="2790"/>
                    </a:lnTo>
                    <a:cubicBezTo>
                      <a:pt x="7773" y="2764"/>
                      <a:pt x="7793" y="2711"/>
                      <a:pt x="7793" y="2685"/>
                    </a:cubicBezTo>
                    <a:cubicBezTo>
                      <a:pt x="7793" y="2665"/>
                      <a:pt x="7681" y="2514"/>
                      <a:pt x="7648" y="2468"/>
                    </a:cubicBezTo>
                    <a:cubicBezTo>
                      <a:pt x="7609" y="2428"/>
                      <a:pt x="7576" y="2395"/>
                      <a:pt x="7543" y="2356"/>
                    </a:cubicBezTo>
                    <a:cubicBezTo>
                      <a:pt x="7510" y="2316"/>
                      <a:pt x="7517" y="2277"/>
                      <a:pt x="7517" y="2224"/>
                    </a:cubicBezTo>
                    <a:cubicBezTo>
                      <a:pt x="7517" y="2178"/>
                      <a:pt x="7517" y="2125"/>
                      <a:pt x="7530" y="2099"/>
                    </a:cubicBezTo>
                    <a:cubicBezTo>
                      <a:pt x="7536" y="2066"/>
                      <a:pt x="7582" y="2033"/>
                      <a:pt x="7648" y="2020"/>
                    </a:cubicBezTo>
                    <a:cubicBezTo>
                      <a:pt x="7708" y="2000"/>
                      <a:pt x="7721" y="1981"/>
                      <a:pt x="7747" y="1921"/>
                    </a:cubicBezTo>
                    <a:cubicBezTo>
                      <a:pt x="7767" y="1862"/>
                      <a:pt x="7661" y="1842"/>
                      <a:pt x="7681" y="1803"/>
                    </a:cubicBezTo>
                    <a:cubicBezTo>
                      <a:pt x="7701" y="1770"/>
                      <a:pt x="7767" y="1678"/>
                      <a:pt x="7800" y="1645"/>
                    </a:cubicBezTo>
                    <a:cubicBezTo>
                      <a:pt x="7833" y="1612"/>
                      <a:pt x="7977" y="1566"/>
                      <a:pt x="8004" y="1546"/>
                    </a:cubicBezTo>
                    <a:cubicBezTo>
                      <a:pt x="8030" y="1520"/>
                      <a:pt x="8037" y="1454"/>
                      <a:pt x="7997" y="1382"/>
                    </a:cubicBezTo>
                    <a:cubicBezTo>
                      <a:pt x="7964" y="1309"/>
                      <a:pt x="7912" y="1290"/>
                      <a:pt x="7859" y="1250"/>
                    </a:cubicBezTo>
                    <a:cubicBezTo>
                      <a:pt x="7813" y="1217"/>
                      <a:pt x="7714" y="1217"/>
                      <a:pt x="7681" y="1217"/>
                    </a:cubicBezTo>
                    <a:cubicBezTo>
                      <a:pt x="7642" y="1217"/>
                      <a:pt x="7569" y="1178"/>
                      <a:pt x="7563" y="1145"/>
                    </a:cubicBezTo>
                    <a:cubicBezTo>
                      <a:pt x="7563" y="1112"/>
                      <a:pt x="7530" y="1118"/>
                      <a:pt x="7438" y="1085"/>
                    </a:cubicBezTo>
                    <a:cubicBezTo>
                      <a:pt x="7388" y="1066"/>
                      <a:pt x="7364" y="1061"/>
                      <a:pt x="7342" y="1061"/>
                    </a:cubicBezTo>
                    <a:cubicBezTo>
                      <a:pt x="7321" y="1061"/>
                      <a:pt x="7303" y="1066"/>
                      <a:pt x="7267" y="1066"/>
                    </a:cubicBezTo>
                    <a:cubicBezTo>
                      <a:pt x="7260" y="1065"/>
                      <a:pt x="7254" y="1065"/>
                      <a:pt x="7249" y="1065"/>
                    </a:cubicBezTo>
                    <a:cubicBezTo>
                      <a:pt x="7197" y="1065"/>
                      <a:pt x="7213" y="1094"/>
                      <a:pt x="7201" y="1112"/>
                    </a:cubicBezTo>
                    <a:cubicBezTo>
                      <a:pt x="7194" y="1132"/>
                      <a:pt x="7128" y="1145"/>
                      <a:pt x="7128" y="1145"/>
                    </a:cubicBezTo>
                    <a:cubicBezTo>
                      <a:pt x="7128" y="1145"/>
                      <a:pt x="6997" y="1125"/>
                      <a:pt x="6984" y="1105"/>
                    </a:cubicBezTo>
                    <a:cubicBezTo>
                      <a:pt x="6970" y="1085"/>
                      <a:pt x="6964" y="993"/>
                      <a:pt x="6964" y="993"/>
                    </a:cubicBezTo>
                    <a:lnTo>
                      <a:pt x="6799" y="697"/>
                    </a:lnTo>
                    <a:cubicBezTo>
                      <a:pt x="6799" y="697"/>
                      <a:pt x="6727" y="651"/>
                      <a:pt x="6701" y="645"/>
                    </a:cubicBezTo>
                    <a:cubicBezTo>
                      <a:pt x="6697" y="643"/>
                      <a:pt x="6694" y="643"/>
                      <a:pt x="6690" y="643"/>
                    </a:cubicBezTo>
                    <a:cubicBezTo>
                      <a:pt x="6672" y="643"/>
                      <a:pt x="6650" y="656"/>
                      <a:pt x="6628" y="677"/>
                    </a:cubicBezTo>
                    <a:cubicBezTo>
                      <a:pt x="6608" y="697"/>
                      <a:pt x="6424" y="717"/>
                      <a:pt x="6424" y="717"/>
                    </a:cubicBezTo>
                    <a:cubicBezTo>
                      <a:pt x="6424" y="717"/>
                      <a:pt x="6339" y="697"/>
                      <a:pt x="6293" y="671"/>
                    </a:cubicBezTo>
                    <a:cubicBezTo>
                      <a:pt x="6246" y="645"/>
                      <a:pt x="6181" y="598"/>
                      <a:pt x="6056" y="539"/>
                    </a:cubicBezTo>
                    <a:cubicBezTo>
                      <a:pt x="5931" y="473"/>
                      <a:pt x="5924" y="447"/>
                      <a:pt x="5898" y="421"/>
                    </a:cubicBezTo>
                    <a:cubicBezTo>
                      <a:pt x="5871" y="394"/>
                      <a:pt x="5806" y="329"/>
                      <a:pt x="5680" y="296"/>
                    </a:cubicBezTo>
                    <a:cubicBezTo>
                      <a:pt x="5655" y="289"/>
                      <a:pt x="5635" y="287"/>
                      <a:pt x="5619" y="287"/>
                    </a:cubicBezTo>
                    <a:cubicBezTo>
                      <a:pt x="5552" y="287"/>
                      <a:pt x="5553" y="332"/>
                      <a:pt x="5516" y="348"/>
                    </a:cubicBezTo>
                    <a:cubicBezTo>
                      <a:pt x="5470" y="375"/>
                      <a:pt x="5450" y="447"/>
                      <a:pt x="5424" y="467"/>
                    </a:cubicBezTo>
                    <a:cubicBezTo>
                      <a:pt x="5414" y="475"/>
                      <a:pt x="5401" y="478"/>
                      <a:pt x="5388" y="478"/>
                    </a:cubicBezTo>
                    <a:cubicBezTo>
                      <a:pt x="5358" y="478"/>
                      <a:pt x="5322" y="463"/>
                      <a:pt x="5286" y="454"/>
                    </a:cubicBezTo>
                    <a:cubicBezTo>
                      <a:pt x="5233" y="447"/>
                      <a:pt x="5200" y="394"/>
                      <a:pt x="5174" y="335"/>
                    </a:cubicBezTo>
                    <a:cubicBezTo>
                      <a:pt x="5147" y="283"/>
                      <a:pt x="5193" y="230"/>
                      <a:pt x="5220" y="190"/>
                    </a:cubicBezTo>
                    <a:cubicBezTo>
                      <a:pt x="5246" y="144"/>
                      <a:pt x="5246" y="105"/>
                      <a:pt x="5246" y="105"/>
                    </a:cubicBezTo>
                    <a:cubicBezTo>
                      <a:pt x="5246" y="105"/>
                      <a:pt x="5174" y="26"/>
                      <a:pt x="5141" y="6"/>
                    </a:cubicBezTo>
                    <a:cubicBezTo>
                      <a:pt x="5133" y="2"/>
                      <a:pt x="5109" y="1"/>
                      <a:pt x="5076" y="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750F32"/>
                  </a:solidFill>
                </a:endParaRPr>
              </a:p>
            </p:txBody>
          </p:sp>
          <p:sp>
            <p:nvSpPr>
              <p:cNvPr id="285" name="Google Shape;1571;p19">
                <a:extLst>
                  <a:ext uri="{FF2B5EF4-FFF2-40B4-BE49-F238E27FC236}">
                    <a16:creationId xmlns:a16="http://schemas.microsoft.com/office/drawing/2014/main" id="{78A2E18E-B4F9-1A5B-A19F-CCAC8A6BA840}"/>
                  </a:ext>
                </a:extLst>
              </p:cNvPr>
              <p:cNvSpPr/>
              <p:nvPr/>
            </p:nvSpPr>
            <p:spPr>
              <a:xfrm>
                <a:off x="7069595" y="3419427"/>
                <a:ext cx="515262" cy="334849"/>
              </a:xfrm>
              <a:custGeom>
                <a:avLst/>
                <a:gdLst/>
                <a:ahLst/>
                <a:cxnLst/>
                <a:rect l="l" t="t" r="r" b="b"/>
                <a:pathLst>
                  <a:path w="4721" h="3068" extrusionOk="0">
                    <a:moveTo>
                      <a:pt x="1838" y="0"/>
                    </a:moveTo>
                    <a:cubicBezTo>
                      <a:pt x="1792" y="0"/>
                      <a:pt x="1746" y="33"/>
                      <a:pt x="1746" y="33"/>
                    </a:cubicBezTo>
                    <a:cubicBezTo>
                      <a:pt x="1746" y="33"/>
                      <a:pt x="1641" y="66"/>
                      <a:pt x="1562" y="66"/>
                    </a:cubicBezTo>
                    <a:cubicBezTo>
                      <a:pt x="1483" y="66"/>
                      <a:pt x="1292" y="47"/>
                      <a:pt x="1292" y="47"/>
                    </a:cubicBezTo>
                    <a:lnTo>
                      <a:pt x="1062" y="20"/>
                    </a:lnTo>
                    <a:cubicBezTo>
                      <a:pt x="1055" y="27"/>
                      <a:pt x="1055" y="33"/>
                      <a:pt x="1049" y="33"/>
                    </a:cubicBezTo>
                    <a:cubicBezTo>
                      <a:pt x="1035" y="40"/>
                      <a:pt x="1029" y="53"/>
                      <a:pt x="1016" y="60"/>
                    </a:cubicBezTo>
                    <a:cubicBezTo>
                      <a:pt x="1009" y="66"/>
                      <a:pt x="1002" y="66"/>
                      <a:pt x="996" y="73"/>
                    </a:cubicBezTo>
                    <a:cubicBezTo>
                      <a:pt x="996" y="79"/>
                      <a:pt x="989" y="79"/>
                      <a:pt x="983" y="86"/>
                    </a:cubicBezTo>
                    <a:cubicBezTo>
                      <a:pt x="976" y="93"/>
                      <a:pt x="970" y="99"/>
                      <a:pt x="963" y="99"/>
                    </a:cubicBezTo>
                    <a:cubicBezTo>
                      <a:pt x="891" y="145"/>
                      <a:pt x="726" y="270"/>
                      <a:pt x="687" y="316"/>
                    </a:cubicBezTo>
                    <a:cubicBezTo>
                      <a:pt x="647" y="356"/>
                      <a:pt x="614" y="487"/>
                      <a:pt x="614" y="514"/>
                    </a:cubicBezTo>
                    <a:cubicBezTo>
                      <a:pt x="614" y="540"/>
                      <a:pt x="634" y="573"/>
                      <a:pt x="581" y="613"/>
                    </a:cubicBezTo>
                    <a:cubicBezTo>
                      <a:pt x="529" y="652"/>
                      <a:pt x="469" y="639"/>
                      <a:pt x="450" y="718"/>
                    </a:cubicBezTo>
                    <a:cubicBezTo>
                      <a:pt x="430" y="797"/>
                      <a:pt x="436" y="843"/>
                      <a:pt x="417" y="902"/>
                    </a:cubicBezTo>
                    <a:cubicBezTo>
                      <a:pt x="397" y="968"/>
                      <a:pt x="417" y="981"/>
                      <a:pt x="344" y="1027"/>
                    </a:cubicBezTo>
                    <a:cubicBezTo>
                      <a:pt x="272" y="1067"/>
                      <a:pt x="200" y="1073"/>
                      <a:pt x="200" y="1073"/>
                    </a:cubicBezTo>
                    <a:cubicBezTo>
                      <a:pt x="213" y="1100"/>
                      <a:pt x="219" y="1179"/>
                      <a:pt x="232" y="1218"/>
                    </a:cubicBezTo>
                    <a:cubicBezTo>
                      <a:pt x="246" y="1264"/>
                      <a:pt x="298" y="1383"/>
                      <a:pt x="232" y="1481"/>
                    </a:cubicBezTo>
                    <a:cubicBezTo>
                      <a:pt x="167" y="1580"/>
                      <a:pt x="153" y="1692"/>
                      <a:pt x="147" y="1771"/>
                    </a:cubicBezTo>
                    <a:cubicBezTo>
                      <a:pt x="140" y="1850"/>
                      <a:pt x="107" y="1975"/>
                      <a:pt x="94" y="1995"/>
                    </a:cubicBezTo>
                    <a:cubicBezTo>
                      <a:pt x="74" y="2014"/>
                      <a:pt x="28" y="2120"/>
                      <a:pt x="22" y="2133"/>
                    </a:cubicBezTo>
                    <a:cubicBezTo>
                      <a:pt x="22" y="2139"/>
                      <a:pt x="1" y="2181"/>
                      <a:pt x="57" y="2181"/>
                    </a:cubicBezTo>
                    <a:cubicBezTo>
                      <a:pt x="64" y="2181"/>
                      <a:pt x="72" y="2180"/>
                      <a:pt x="81" y="2179"/>
                    </a:cubicBezTo>
                    <a:cubicBezTo>
                      <a:pt x="173" y="2159"/>
                      <a:pt x="186" y="2139"/>
                      <a:pt x="239" y="2139"/>
                    </a:cubicBezTo>
                    <a:cubicBezTo>
                      <a:pt x="298" y="2139"/>
                      <a:pt x="423" y="2146"/>
                      <a:pt x="450" y="2159"/>
                    </a:cubicBezTo>
                    <a:cubicBezTo>
                      <a:pt x="483" y="2172"/>
                      <a:pt x="515" y="2172"/>
                      <a:pt x="529" y="2225"/>
                    </a:cubicBezTo>
                    <a:cubicBezTo>
                      <a:pt x="542" y="2278"/>
                      <a:pt x="627" y="2515"/>
                      <a:pt x="627" y="2515"/>
                    </a:cubicBezTo>
                    <a:cubicBezTo>
                      <a:pt x="627" y="2515"/>
                      <a:pt x="693" y="2613"/>
                      <a:pt x="706" y="2732"/>
                    </a:cubicBezTo>
                    <a:cubicBezTo>
                      <a:pt x="766" y="2712"/>
                      <a:pt x="838" y="2686"/>
                      <a:pt x="858" y="2686"/>
                    </a:cubicBezTo>
                    <a:cubicBezTo>
                      <a:pt x="869" y="2686"/>
                      <a:pt x="883" y="2684"/>
                      <a:pt x="899" y="2684"/>
                    </a:cubicBezTo>
                    <a:cubicBezTo>
                      <a:pt x="929" y="2684"/>
                      <a:pt x="963" y="2690"/>
                      <a:pt x="976" y="2725"/>
                    </a:cubicBezTo>
                    <a:cubicBezTo>
                      <a:pt x="989" y="2771"/>
                      <a:pt x="1095" y="2791"/>
                      <a:pt x="1095" y="2791"/>
                    </a:cubicBezTo>
                    <a:cubicBezTo>
                      <a:pt x="1095" y="2791"/>
                      <a:pt x="1120" y="2735"/>
                      <a:pt x="1149" y="2735"/>
                    </a:cubicBezTo>
                    <a:cubicBezTo>
                      <a:pt x="1153" y="2735"/>
                      <a:pt x="1156" y="2736"/>
                      <a:pt x="1160" y="2738"/>
                    </a:cubicBezTo>
                    <a:cubicBezTo>
                      <a:pt x="1164" y="2740"/>
                      <a:pt x="1168" y="2740"/>
                      <a:pt x="1173" y="2740"/>
                    </a:cubicBezTo>
                    <a:cubicBezTo>
                      <a:pt x="1202" y="2740"/>
                      <a:pt x="1245" y="2718"/>
                      <a:pt x="1280" y="2718"/>
                    </a:cubicBezTo>
                    <a:cubicBezTo>
                      <a:pt x="1298" y="2718"/>
                      <a:pt x="1313" y="2723"/>
                      <a:pt x="1325" y="2738"/>
                    </a:cubicBezTo>
                    <a:cubicBezTo>
                      <a:pt x="1364" y="2791"/>
                      <a:pt x="1470" y="2844"/>
                      <a:pt x="1489" y="2850"/>
                    </a:cubicBezTo>
                    <a:cubicBezTo>
                      <a:pt x="1492" y="2852"/>
                      <a:pt x="1497" y="2852"/>
                      <a:pt x="1504" y="2852"/>
                    </a:cubicBezTo>
                    <a:cubicBezTo>
                      <a:pt x="1523" y="2852"/>
                      <a:pt x="1556" y="2848"/>
                      <a:pt x="1590" y="2848"/>
                    </a:cubicBezTo>
                    <a:cubicBezTo>
                      <a:pt x="1602" y="2848"/>
                      <a:pt x="1615" y="2849"/>
                      <a:pt x="1628" y="2850"/>
                    </a:cubicBezTo>
                    <a:cubicBezTo>
                      <a:pt x="1637" y="2851"/>
                      <a:pt x="1649" y="2852"/>
                      <a:pt x="1661" y="2852"/>
                    </a:cubicBezTo>
                    <a:cubicBezTo>
                      <a:pt x="1674" y="2852"/>
                      <a:pt x="1689" y="2851"/>
                      <a:pt x="1704" y="2851"/>
                    </a:cubicBezTo>
                    <a:cubicBezTo>
                      <a:pt x="1749" y="2851"/>
                      <a:pt x="1797" y="2855"/>
                      <a:pt x="1825" y="2883"/>
                    </a:cubicBezTo>
                    <a:cubicBezTo>
                      <a:pt x="1878" y="2923"/>
                      <a:pt x="1898" y="2936"/>
                      <a:pt x="1898" y="2936"/>
                    </a:cubicBezTo>
                    <a:cubicBezTo>
                      <a:pt x="1898" y="2936"/>
                      <a:pt x="1930" y="2927"/>
                      <a:pt x="1969" y="2927"/>
                    </a:cubicBezTo>
                    <a:cubicBezTo>
                      <a:pt x="1988" y="2927"/>
                      <a:pt x="2009" y="2929"/>
                      <a:pt x="2029" y="2936"/>
                    </a:cubicBezTo>
                    <a:cubicBezTo>
                      <a:pt x="2088" y="2955"/>
                      <a:pt x="2233" y="3067"/>
                      <a:pt x="2292" y="3067"/>
                    </a:cubicBezTo>
                    <a:cubicBezTo>
                      <a:pt x="2345" y="3061"/>
                      <a:pt x="2431" y="3067"/>
                      <a:pt x="2431" y="3034"/>
                    </a:cubicBezTo>
                    <a:lnTo>
                      <a:pt x="2431" y="2903"/>
                    </a:lnTo>
                    <a:cubicBezTo>
                      <a:pt x="2431" y="2844"/>
                      <a:pt x="2417" y="2686"/>
                      <a:pt x="2529" y="2686"/>
                    </a:cubicBezTo>
                    <a:lnTo>
                      <a:pt x="2694" y="2686"/>
                    </a:lnTo>
                    <a:cubicBezTo>
                      <a:pt x="2694" y="2686"/>
                      <a:pt x="2747" y="2659"/>
                      <a:pt x="2766" y="2646"/>
                    </a:cubicBezTo>
                    <a:cubicBezTo>
                      <a:pt x="2785" y="2627"/>
                      <a:pt x="2884" y="2547"/>
                      <a:pt x="2914" y="2547"/>
                    </a:cubicBezTo>
                    <a:cubicBezTo>
                      <a:pt x="2916" y="2547"/>
                      <a:pt x="2917" y="2547"/>
                      <a:pt x="2918" y="2547"/>
                    </a:cubicBezTo>
                    <a:cubicBezTo>
                      <a:pt x="2951" y="2554"/>
                      <a:pt x="3010" y="2574"/>
                      <a:pt x="3010" y="2574"/>
                    </a:cubicBezTo>
                    <a:cubicBezTo>
                      <a:pt x="3010" y="2574"/>
                      <a:pt x="3016" y="2561"/>
                      <a:pt x="3102" y="2547"/>
                    </a:cubicBezTo>
                    <a:cubicBezTo>
                      <a:pt x="3187" y="2528"/>
                      <a:pt x="3273" y="2501"/>
                      <a:pt x="3293" y="2501"/>
                    </a:cubicBezTo>
                    <a:cubicBezTo>
                      <a:pt x="3313" y="2501"/>
                      <a:pt x="3418" y="2521"/>
                      <a:pt x="3451" y="2574"/>
                    </a:cubicBezTo>
                    <a:cubicBezTo>
                      <a:pt x="3490" y="2633"/>
                      <a:pt x="3517" y="2659"/>
                      <a:pt x="3543" y="2666"/>
                    </a:cubicBezTo>
                    <a:cubicBezTo>
                      <a:pt x="3561" y="2670"/>
                      <a:pt x="3578" y="2690"/>
                      <a:pt x="3606" y="2690"/>
                    </a:cubicBezTo>
                    <a:cubicBezTo>
                      <a:pt x="3620" y="2690"/>
                      <a:pt x="3636" y="2685"/>
                      <a:pt x="3655" y="2672"/>
                    </a:cubicBezTo>
                    <a:cubicBezTo>
                      <a:pt x="3707" y="2640"/>
                      <a:pt x="3800" y="2561"/>
                      <a:pt x="3846" y="2534"/>
                    </a:cubicBezTo>
                    <a:cubicBezTo>
                      <a:pt x="3869" y="2523"/>
                      <a:pt x="3936" y="2509"/>
                      <a:pt x="4038" y="2509"/>
                    </a:cubicBezTo>
                    <a:cubicBezTo>
                      <a:pt x="4109" y="2509"/>
                      <a:pt x="4197" y="2515"/>
                      <a:pt x="4300" y="2534"/>
                    </a:cubicBezTo>
                    <a:cubicBezTo>
                      <a:pt x="4287" y="2515"/>
                      <a:pt x="4287" y="2495"/>
                      <a:pt x="4287" y="2475"/>
                    </a:cubicBezTo>
                    <a:cubicBezTo>
                      <a:pt x="4300" y="2416"/>
                      <a:pt x="4379" y="2291"/>
                      <a:pt x="4445" y="2245"/>
                    </a:cubicBezTo>
                    <a:cubicBezTo>
                      <a:pt x="4484" y="2212"/>
                      <a:pt x="4629" y="2120"/>
                      <a:pt x="4721" y="2034"/>
                    </a:cubicBezTo>
                    <a:cubicBezTo>
                      <a:pt x="4708" y="2001"/>
                      <a:pt x="4688" y="1968"/>
                      <a:pt x="4662" y="1955"/>
                    </a:cubicBezTo>
                    <a:cubicBezTo>
                      <a:pt x="4622" y="1929"/>
                      <a:pt x="4616" y="1731"/>
                      <a:pt x="4576" y="1731"/>
                    </a:cubicBezTo>
                    <a:lnTo>
                      <a:pt x="4418" y="1731"/>
                    </a:lnTo>
                    <a:cubicBezTo>
                      <a:pt x="4418" y="1731"/>
                      <a:pt x="4373" y="1840"/>
                      <a:pt x="4358" y="1840"/>
                    </a:cubicBezTo>
                    <a:cubicBezTo>
                      <a:pt x="4354" y="1840"/>
                      <a:pt x="4352" y="1835"/>
                      <a:pt x="4352" y="1823"/>
                    </a:cubicBezTo>
                    <a:lnTo>
                      <a:pt x="4352" y="1573"/>
                    </a:lnTo>
                    <a:cubicBezTo>
                      <a:pt x="4352" y="1573"/>
                      <a:pt x="4326" y="1527"/>
                      <a:pt x="4267" y="1527"/>
                    </a:cubicBezTo>
                    <a:cubicBezTo>
                      <a:pt x="4227" y="1527"/>
                      <a:pt x="4144" y="1521"/>
                      <a:pt x="4089" y="1521"/>
                    </a:cubicBezTo>
                    <a:cubicBezTo>
                      <a:pt x="4061" y="1521"/>
                      <a:pt x="4041" y="1523"/>
                      <a:pt x="4036" y="1527"/>
                    </a:cubicBezTo>
                    <a:cubicBezTo>
                      <a:pt x="4032" y="1531"/>
                      <a:pt x="4015" y="1532"/>
                      <a:pt x="3993" y="1532"/>
                    </a:cubicBezTo>
                    <a:cubicBezTo>
                      <a:pt x="3927" y="1532"/>
                      <a:pt x="3813" y="1521"/>
                      <a:pt x="3813" y="1521"/>
                    </a:cubicBezTo>
                    <a:cubicBezTo>
                      <a:pt x="3813" y="1521"/>
                      <a:pt x="3806" y="1455"/>
                      <a:pt x="3813" y="1429"/>
                    </a:cubicBezTo>
                    <a:cubicBezTo>
                      <a:pt x="3819" y="1402"/>
                      <a:pt x="3839" y="1356"/>
                      <a:pt x="3839" y="1317"/>
                    </a:cubicBezTo>
                    <a:cubicBezTo>
                      <a:pt x="3839" y="1284"/>
                      <a:pt x="3859" y="1238"/>
                      <a:pt x="3813" y="1192"/>
                    </a:cubicBezTo>
                    <a:cubicBezTo>
                      <a:pt x="3767" y="1152"/>
                      <a:pt x="3688" y="1047"/>
                      <a:pt x="3661" y="1001"/>
                    </a:cubicBezTo>
                    <a:cubicBezTo>
                      <a:pt x="3635" y="961"/>
                      <a:pt x="3602" y="863"/>
                      <a:pt x="3602" y="823"/>
                    </a:cubicBezTo>
                    <a:cubicBezTo>
                      <a:pt x="3602" y="777"/>
                      <a:pt x="3635" y="659"/>
                      <a:pt x="3602" y="593"/>
                    </a:cubicBezTo>
                    <a:cubicBezTo>
                      <a:pt x="3563" y="527"/>
                      <a:pt x="3457" y="323"/>
                      <a:pt x="3418" y="310"/>
                    </a:cubicBezTo>
                    <a:cubicBezTo>
                      <a:pt x="3390" y="293"/>
                      <a:pt x="3284" y="244"/>
                      <a:pt x="3223" y="244"/>
                    </a:cubicBezTo>
                    <a:cubicBezTo>
                      <a:pt x="3212" y="244"/>
                      <a:pt x="3202" y="246"/>
                      <a:pt x="3194" y="251"/>
                    </a:cubicBezTo>
                    <a:cubicBezTo>
                      <a:pt x="3141" y="283"/>
                      <a:pt x="2970" y="323"/>
                      <a:pt x="2970" y="323"/>
                    </a:cubicBezTo>
                    <a:lnTo>
                      <a:pt x="2714" y="251"/>
                    </a:lnTo>
                    <a:cubicBezTo>
                      <a:pt x="2714" y="251"/>
                      <a:pt x="2654" y="158"/>
                      <a:pt x="2628" y="158"/>
                    </a:cubicBezTo>
                    <a:cubicBezTo>
                      <a:pt x="2602" y="158"/>
                      <a:pt x="2187" y="93"/>
                      <a:pt x="2187" y="93"/>
                    </a:cubicBezTo>
                    <a:lnTo>
                      <a:pt x="1990" y="33"/>
                    </a:lnTo>
                    <a:cubicBezTo>
                      <a:pt x="1990" y="33"/>
                      <a:pt x="1884" y="0"/>
                      <a:pt x="1838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E98AAC"/>
                  </a:solidFill>
                </a:endParaRPr>
              </a:p>
            </p:txBody>
          </p:sp>
          <p:sp>
            <p:nvSpPr>
              <p:cNvPr id="286" name="Google Shape;1572;p19">
                <a:extLst>
                  <a:ext uri="{FF2B5EF4-FFF2-40B4-BE49-F238E27FC236}">
                    <a16:creationId xmlns:a16="http://schemas.microsoft.com/office/drawing/2014/main" id="{E65AAF60-A5B5-2BAE-4AC8-AFD1D4A59627}"/>
                  </a:ext>
                </a:extLst>
              </p:cNvPr>
              <p:cNvSpPr/>
              <p:nvPr/>
            </p:nvSpPr>
            <p:spPr>
              <a:xfrm>
                <a:off x="6841379" y="3789637"/>
                <a:ext cx="615673" cy="526722"/>
              </a:xfrm>
              <a:custGeom>
                <a:avLst/>
                <a:gdLst/>
                <a:ahLst/>
                <a:cxnLst/>
                <a:rect l="l" t="t" r="r" b="b"/>
                <a:pathLst>
                  <a:path w="5641" h="4826" extrusionOk="0">
                    <a:moveTo>
                      <a:pt x="3104" y="0"/>
                    </a:moveTo>
                    <a:cubicBezTo>
                      <a:pt x="3038" y="0"/>
                      <a:pt x="2988" y="2"/>
                      <a:pt x="2975" y="4"/>
                    </a:cubicBezTo>
                    <a:cubicBezTo>
                      <a:pt x="2964" y="7"/>
                      <a:pt x="2934" y="7"/>
                      <a:pt x="2895" y="7"/>
                    </a:cubicBezTo>
                    <a:cubicBezTo>
                      <a:pt x="2816" y="7"/>
                      <a:pt x="2699" y="4"/>
                      <a:pt x="2620" y="4"/>
                    </a:cubicBezTo>
                    <a:lnTo>
                      <a:pt x="2606" y="11"/>
                    </a:lnTo>
                    <a:cubicBezTo>
                      <a:pt x="2560" y="37"/>
                      <a:pt x="2508" y="70"/>
                      <a:pt x="2475" y="97"/>
                    </a:cubicBezTo>
                    <a:cubicBezTo>
                      <a:pt x="2416" y="149"/>
                      <a:pt x="2205" y="189"/>
                      <a:pt x="2179" y="202"/>
                    </a:cubicBezTo>
                    <a:cubicBezTo>
                      <a:pt x="2159" y="215"/>
                      <a:pt x="2001" y="294"/>
                      <a:pt x="1817" y="426"/>
                    </a:cubicBezTo>
                    <a:cubicBezTo>
                      <a:pt x="1626" y="557"/>
                      <a:pt x="1461" y="669"/>
                      <a:pt x="1349" y="768"/>
                    </a:cubicBezTo>
                    <a:cubicBezTo>
                      <a:pt x="1244" y="873"/>
                      <a:pt x="1343" y="860"/>
                      <a:pt x="1316" y="893"/>
                    </a:cubicBezTo>
                    <a:cubicBezTo>
                      <a:pt x="1306" y="903"/>
                      <a:pt x="1294" y="906"/>
                      <a:pt x="1280" y="906"/>
                    </a:cubicBezTo>
                    <a:cubicBezTo>
                      <a:pt x="1264" y="906"/>
                      <a:pt x="1247" y="902"/>
                      <a:pt x="1229" y="902"/>
                    </a:cubicBezTo>
                    <a:cubicBezTo>
                      <a:pt x="1212" y="902"/>
                      <a:pt x="1194" y="906"/>
                      <a:pt x="1178" y="919"/>
                    </a:cubicBezTo>
                    <a:cubicBezTo>
                      <a:pt x="1132" y="959"/>
                      <a:pt x="1060" y="1044"/>
                      <a:pt x="1007" y="1090"/>
                    </a:cubicBezTo>
                    <a:cubicBezTo>
                      <a:pt x="955" y="1130"/>
                      <a:pt x="652" y="1492"/>
                      <a:pt x="546" y="1591"/>
                    </a:cubicBezTo>
                    <a:cubicBezTo>
                      <a:pt x="448" y="1696"/>
                      <a:pt x="92" y="2091"/>
                      <a:pt x="53" y="2150"/>
                    </a:cubicBezTo>
                    <a:cubicBezTo>
                      <a:pt x="13" y="2203"/>
                      <a:pt x="0" y="2222"/>
                      <a:pt x="53" y="2249"/>
                    </a:cubicBezTo>
                    <a:cubicBezTo>
                      <a:pt x="62" y="2254"/>
                      <a:pt x="75" y="2256"/>
                      <a:pt x="92" y="2256"/>
                    </a:cubicBezTo>
                    <a:cubicBezTo>
                      <a:pt x="163" y="2256"/>
                      <a:pt x="289" y="2216"/>
                      <a:pt x="316" y="2189"/>
                    </a:cubicBezTo>
                    <a:cubicBezTo>
                      <a:pt x="335" y="2165"/>
                      <a:pt x="376" y="2124"/>
                      <a:pt x="437" y="2124"/>
                    </a:cubicBezTo>
                    <a:cubicBezTo>
                      <a:pt x="460" y="2124"/>
                      <a:pt x="485" y="2129"/>
                      <a:pt x="514" y="2143"/>
                    </a:cubicBezTo>
                    <a:cubicBezTo>
                      <a:pt x="619" y="2196"/>
                      <a:pt x="744" y="2249"/>
                      <a:pt x="797" y="2328"/>
                    </a:cubicBezTo>
                    <a:cubicBezTo>
                      <a:pt x="856" y="2407"/>
                      <a:pt x="1007" y="2571"/>
                      <a:pt x="1047" y="2630"/>
                    </a:cubicBezTo>
                    <a:cubicBezTo>
                      <a:pt x="1086" y="2696"/>
                      <a:pt x="1099" y="2782"/>
                      <a:pt x="1132" y="2821"/>
                    </a:cubicBezTo>
                    <a:cubicBezTo>
                      <a:pt x="1142" y="2833"/>
                      <a:pt x="1165" y="2840"/>
                      <a:pt x="1191" y="2840"/>
                    </a:cubicBezTo>
                    <a:cubicBezTo>
                      <a:pt x="1236" y="2840"/>
                      <a:pt x="1288" y="2821"/>
                      <a:pt x="1297" y="2775"/>
                    </a:cubicBezTo>
                    <a:cubicBezTo>
                      <a:pt x="1307" y="2716"/>
                      <a:pt x="1314" y="2653"/>
                      <a:pt x="1348" y="2653"/>
                    </a:cubicBezTo>
                    <a:cubicBezTo>
                      <a:pt x="1356" y="2653"/>
                      <a:pt x="1365" y="2656"/>
                      <a:pt x="1376" y="2663"/>
                    </a:cubicBezTo>
                    <a:cubicBezTo>
                      <a:pt x="1435" y="2696"/>
                      <a:pt x="1474" y="2762"/>
                      <a:pt x="1573" y="2854"/>
                    </a:cubicBezTo>
                    <a:cubicBezTo>
                      <a:pt x="1665" y="2953"/>
                      <a:pt x="1659" y="2953"/>
                      <a:pt x="1771" y="2999"/>
                    </a:cubicBezTo>
                    <a:cubicBezTo>
                      <a:pt x="1882" y="3052"/>
                      <a:pt x="1889" y="3019"/>
                      <a:pt x="1955" y="3078"/>
                    </a:cubicBezTo>
                    <a:cubicBezTo>
                      <a:pt x="2027" y="3144"/>
                      <a:pt x="2152" y="3177"/>
                      <a:pt x="2179" y="3190"/>
                    </a:cubicBezTo>
                    <a:cubicBezTo>
                      <a:pt x="2205" y="3203"/>
                      <a:pt x="2205" y="3183"/>
                      <a:pt x="2291" y="3295"/>
                    </a:cubicBezTo>
                    <a:cubicBezTo>
                      <a:pt x="2376" y="3414"/>
                      <a:pt x="2547" y="3453"/>
                      <a:pt x="2547" y="3453"/>
                    </a:cubicBezTo>
                    <a:cubicBezTo>
                      <a:pt x="2547" y="3453"/>
                      <a:pt x="2620" y="3519"/>
                      <a:pt x="2679" y="3578"/>
                    </a:cubicBezTo>
                    <a:cubicBezTo>
                      <a:pt x="2738" y="3644"/>
                      <a:pt x="2817" y="3710"/>
                      <a:pt x="2817" y="3762"/>
                    </a:cubicBezTo>
                    <a:cubicBezTo>
                      <a:pt x="2817" y="3815"/>
                      <a:pt x="2857" y="3887"/>
                      <a:pt x="2903" y="3914"/>
                    </a:cubicBezTo>
                    <a:cubicBezTo>
                      <a:pt x="2949" y="3940"/>
                      <a:pt x="3061" y="3953"/>
                      <a:pt x="3093" y="3986"/>
                    </a:cubicBezTo>
                    <a:cubicBezTo>
                      <a:pt x="3120" y="4026"/>
                      <a:pt x="3192" y="4098"/>
                      <a:pt x="3159" y="4151"/>
                    </a:cubicBezTo>
                    <a:cubicBezTo>
                      <a:pt x="3120" y="4197"/>
                      <a:pt x="3041" y="4249"/>
                      <a:pt x="3021" y="4276"/>
                    </a:cubicBezTo>
                    <a:cubicBezTo>
                      <a:pt x="2995" y="4309"/>
                      <a:pt x="2936" y="4302"/>
                      <a:pt x="2903" y="4374"/>
                    </a:cubicBezTo>
                    <a:cubicBezTo>
                      <a:pt x="2870" y="4447"/>
                      <a:pt x="2857" y="4467"/>
                      <a:pt x="2870" y="4585"/>
                    </a:cubicBezTo>
                    <a:cubicBezTo>
                      <a:pt x="2883" y="4657"/>
                      <a:pt x="2863" y="4796"/>
                      <a:pt x="2968" y="4822"/>
                    </a:cubicBezTo>
                    <a:cubicBezTo>
                      <a:pt x="2976" y="4825"/>
                      <a:pt x="2984" y="4826"/>
                      <a:pt x="2992" y="4826"/>
                    </a:cubicBezTo>
                    <a:cubicBezTo>
                      <a:pt x="3087" y="4826"/>
                      <a:pt x="3204" y="4659"/>
                      <a:pt x="3271" y="4605"/>
                    </a:cubicBezTo>
                    <a:cubicBezTo>
                      <a:pt x="3317" y="4565"/>
                      <a:pt x="3376" y="4559"/>
                      <a:pt x="3416" y="4519"/>
                    </a:cubicBezTo>
                    <a:cubicBezTo>
                      <a:pt x="3515" y="4414"/>
                      <a:pt x="3574" y="4249"/>
                      <a:pt x="3620" y="4111"/>
                    </a:cubicBezTo>
                    <a:cubicBezTo>
                      <a:pt x="3653" y="4012"/>
                      <a:pt x="3679" y="3907"/>
                      <a:pt x="3752" y="3828"/>
                    </a:cubicBezTo>
                    <a:cubicBezTo>
                      <a:pt x="3791" y="3789"/>
                      <a:pt x="3850" y="3762"/>
                      <a:pt x="3896" y="3723"/>
                    </a:cubicBezTo>
                    <a:cubicBezTo>
                      <a:pt x="3982" y="3657"/>
                      <a:pt x="4002" y="3545"/>
                      <a:pt x="4087" y="3479"/>
                    </a:cubicBezTo>
                    <a:cubicBezTo>
                      <a:pt x="4173" y="3414"/>
                      <a:pt x="4272" y="3361"/>
                      <a:pt x="4364" y="3308"/>
                    </a:cubicBezTo>
                    <a:cubicBezTo>
                      <a:pt x="4502" y="3236"/>
                      <a:pt x="4805" y="2979"/>
                      <a:pt x="4857" y="2894"/>
                    </a:cubicBezTo>
                    <a:cubicBezTo>
                      <a:pt x="4910" y="2802"/>
                      <a:pt x="5318" y="2071"/>
                      <a:pt x="5417" y="1874"/>
                    </a:cubicBezTo>
                    <a:cubicBezTo>
                      <a:pt x="5436" y="1834"/>
                      <a:pt x="5469" y="1788"/>
                      <a:pt x="5509" y="1735"/>
                    </a:cubicBezTo>
                    <a:cubicBezTo>
                      <a:pt x="5515" y="1722"/>
                      <a:pt x="5522" y="1716"/>
                      <a:pt x="5529" y="1709"/>
                    </a:cubicBezTo>
                    <a:cubicBezTo>
                      <a:pt x="5548" y="1683"/>
                      <a:pt x="5568" y="1656"/>
                      <a:pt x="5588" y="1637"/>
                    </a:cubicBezTo>
                    <a:cubicBezTo>
                      <a:pt x="5561" y="1584"/>
                      <a:pt x="5542" y="1551"/>
                      <a:pt x="5542" y="1544"/>
                    </a:cubicBezTo>
                    <a:cubicBezTo>
                      <a:pt x="5522" y="1512"/>
                      <a:pt x="5496" y="1479"/>
                      <a:pt x="5496" y="1479"/>
                    </a:cubicBezTo>
                    <a:cubicBezTo>
                      <a:pt x="5496" y="1479"/>
                      <a:pt x="5459" y="1490"/>
                      <a:pt x="5432" y="1490"/>
                    </a:cubicBezTo>
                    <a:cubicBezTo>
                      <a:pt x="5423" y="1490"/>
                      <a:pt x="5415" y="1489"/>
                      <a:pt x="5410" y="1485"/>
                    </a:cubicBezTo>
                    <a:cubicBezTo>
                      <a:pt x="5408" y="1484"/>
                      <a:pt x="5406" y="1483"/>
                      <a:pt x="5403" y="1483"/>
                    </a:cubicBezTo>
                    <a:cubicBezTo>
                      <a:pt x="5389" y="1483"/>
                      <a:pt x="5368" y="1503"/>
                      <a:pt x="5343" y="1503"/>
                    </a:cubicBezTo>
                    <a:cubicBezTo>
                      <a:pt x="5331" y="1503"/>
                      <a:pt x="5318" y="1499"/>
                      <a:pt x="5305" y="1485"/>
                    </a:cubicBezTo>
                    <a:cubicBezTo>
                      <a:pt x="5285" y="1465"/>
                      <a:pt x="5280" y="1460"/>
                      <a:pt x="5283" y="1460"/>
                    </a:cubicBezTo>
                    <a:cubicBezTo>
                      <a:pt x="5285" y="1460"/>
                      <a:pt x="5293" y="1464"/>
                      <a:pt x="5301" y="1464"/>
                    </a:cubicBezTo>
                    <a:cubicBezTo>
                      <a:pt x="5308" y="1464"/>
                      <a:pt x="5314" y="1462"/>
                      <a:pt x="5318" y="1452"/>
                    </a:cubicBezTo>
                    <a:cubicBezTo>
                      <a:pt x="5338" y="1419"/>
                      <a:pt x="5410" y="1347"/>
                      <a:pt x="5436" y="1288"/>
                    </a:cubicBezTo>
                    <a:cubicBezTo>
                      <a:pt x="5463" y="1229"/>
                      <a:pt x="5436" y="1169"/>
                      <a:pt x="5456" y="1156"/>
                    </a:cubicBezTo>
                    <a:cubicBezTo>
                      <a:pt x="5476" y="1136"/>
                      <a:pt x="5555" y="1117"/>
                      <a:pt x="5608" y="1005"/>
                    </a:cubicBezTo>
                    <a:cubicBezTo>
                      <a:pt x="5640" y="943"/>
                      <a:pt x="5603" y="930"/>
                      <a:pt x="5560" y="930"/>
                    </a:cubicBezTo>
                    <a:cubicBezTo>
                      <a:pt x="5525" y="930"/>
                      <a:pt x="5485" y="939"/>
                      <a:pt x="5476" y="939"/>
                    </a:cubicBezTo>
                    <a:cubicBezTo>
                      <a:pt x="5456" y="939"/>
                      <a:pt x="5226" y="972"/>
                      <a:pt x="5153" y="972"/>
                    </a:cubicBezTo>
                    <a:cubicBezTo>
                      <a:pt x="5081" y="972"/>
                      <a:pt x="4910" y="880"/>
                      <a:pt x="4851" y="801"/>
                    </a:cubicBezTo>
                    <a:cubicBezTo>
                      <a:pt x="4798" y="722"/>
                      <a:pt x="4337" y="373"/>
                      <a:pt x="4324" y="334"/>
                    </a:cubicBezTo>
                    <a:cubicBezTo>
                      <a:pt x="4311" y="301"/>
                      <a:pt x="4239" y="287"/>
                      <a:pt x="4239" y="287"/>
                    </a:cubicBezTo>
                    <a:cubicBezTo>
                      <a:pt x="4239" y="287"/>
                      <a:pt x="3995" y="241"/>
                      <a:pt x="3923" y="222"/>
                    </a:cubicBezTo>
                    <a:cubicBezTo>
                      <a:pt x="3857" y="195"/>
                      <a:pt x="3673" y="90"/>
                      <a:pt x="3528" y="44"/>
                    </a:cubicBezTo>
                    <a:cubicBezTo>
                      <a:pt x="3431" y="9"/>
                      <a:pt x="3235" y="0"/>
                      <a:pt x="3104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E98AAC"/>
                  </a:solidFill>
                </a:endParaRPr>
              </a:p>
            </p:txBody>
          </p:sp>
          <p:sp>
            <p:nvSpPr>
              <p:cNvPr id="287" name="Google Shape;1586;p19">
                <a:extLst>
                  <a:ext uri="{FF2B5EF4-FFF2-40B4-BE49-F238E27FC236}">
                    <a16:creationId xmlns:a16="http://schemas.microsoft.com/office/drawing/2014/main" id="{BB2871E7-F3B2-7801-2402-BB59D813184C}"/>
                  </a:ext>
                </a:extLst>
              </p:cNvPr>
              <p:cNvSpPr/>
              <p:nvPr/>
            </p:nvSpPr>
            <p:spPr>
              <a:xfrm>
                <a:off x="6796849" y="2989624"/>
                <a:ext cx="560338" cy="547022"/>
              </a:xfrm>
              <a:custGeom>
                <a:avLst/>
                <a:gdLst/>
                <a:ahLst/>
                <a:cxnLst/>
                <a:rect l="l" t="t" r="r" b="b"/>
                <a:pathLst>
                  <a:path w="5134" h="5012" extrusionOk="0">
                    <a:moveTo>
                      <a:pt x="1342" y="1"/>
                    </a:moveTo>
                    <a:cubicBezTo>
                      <a:pt x="1306" y="1"/>
                      <a:pt x="1277" y="5"/>
                      <a:pt x="1257" y="29"/>
                    </a:cubicBezTo>
                    <a:cubicBezTo>
                      <a:pt x="1231" y="75"/>
                      <a:pt x="1224" y="82"/>
                      <a:pt x="1165" y="82"/>
                    </a:cubicBezTo>
                    <a:cubicBezTo>
                      <a:pt x="1124" y="82"/>
                      <a:pt x="1055" y="46"/>
                      <a:pt x="995" y="46"/>
                    </a:cubicBezTo>
                    <a:cubicBezTo>
                      <a:pt x="958" y="46"/>
                      <a:pt x="924" y="59"/>
                      <a:pt x="902" y="102"/>
                    </a:cubicBezTo>
                    <a:cubicBezTo>
                      <a:pt x="836" y="220"/>
                      <a:pt x="665" y="358"/>
                      <a:pt x="599" y="391"/>
                    </a:cubicBezTo>
                    <a:cubicBezTo>
                      <a:pt x="540" y="424"/>
                      <a:pt x="500" y="417"/>
                      <a:pt x="408" y="424"/>
                    </a:cubicBezTo>
                    <a:lnTo>
                      <a:pt x="342" y="424"/>
                    </a:lnTo>
                    <a:cubicBezTo>
                      <a:pt x="342" y="464"/>
                      <a:pt x="349" y="523"/>
                      <a:pt x="369" y="556"/>
                    </a:cubicBezTo>
                    <a:cubicBezTo>
                      <a:pt x="408" y="615"/>
                      <a:pt x="474" y="661"/>
                      <a:pt x="481" y="700"/>
                    </a:cubicBezTo>
                    <a:cubicBezTo>
                      <a:pt x="481" y="740"/>
                      <a:pt x="428" y="766"/>
                      <a:pt x="408" y="786"/>
                    </a:cubicBezTo>
                    <a:cubicBezTo>
                      <a:pt x="388" y="806"/>
                      <a:pt x="362" y="799"/>
                      <a:pt x="349" y="898"/>
                    </a:cubicBezTo>
                    <a:cubicBezTo>
                      <a:pt x="329" y="990"/>
                      <a:pt x="303" y="1102"/>
                      <a:pt x="303" y="1122"/>
                    </a:cubicBezTo>
                    <a:cubicBezTo>
                      <a:pt x="296" y="1141"/>
                      <a:pt x="309" y="1128"/>
                      <a:pt x="323" y="1201"/>
                    </a:cubicBezTo>
                    <a:cubicBezTo>
                      <a:pt x="342" y="1273"/>
                      <a:pt x="356" y="1372"/>
                      <a:pt x="323" y="1378"/>
                    </a:cubicBezTo>
                    <a:cubicBezTo>
                      <a:pt x="321" y="1379"/>
                      <a:pt x="320" y="1379"/>
                      <a:pt x="318" y="1379"/>
                    </a:cubicBezTo>
                    <a:cubicBezTo>
                      <a:pt x="301" y="1379"/>
                      <a:pt x="279" y="1356"/>
                      <a:pt x="258" y="1356"/>
                    </a:cubicBezTo>
                    <a:cubicBezTo>
                      <a:pt x="248" y="1356"/>
                      <a:pt x="239" y="1362"/>
                      <a:pt x="231" y="1378"/>
                    </a:cubicBezTo>
                    <a:cubicBezTo>
                      <a:pt x="198" y="1431"/>
                      <a:pt x="66" y="1721"/>
                      <a:pt x="53" y="1753"/>
                    </a:cubicBezTo>
                    <a:cubicBezTo>
                      <a:pt x="33" y="1786"/>
                      <a:pt x="0" y="1832"/>
                      <a:pt x="40" y="1872"/>
                    </a:cubicBezTo>
                    <a:cubicBezTo>
                      <a:pt x="73" y="1905"/>
                      <a:pt x="132" y="1911"/>
                      <a:pt x="178" y="1957"/>
                    </a:cubicBezTo>
                    <a:cubicBezTo>
                      <a:pt x="217" y="2004"/>
                      <a:pt x="184" y="2050"/>
                      <a:pt x="184" y="2050"/>
                    </a:cubicBezTo>
                    <a:cubicBezTo>
                      <a:pt x="184" y="2050"/>
                      <a:pt x="20" y="2076"/>
                      <a:pt x="13" y="2096"/>
                    </a:cubicBezTo>
                    <a:cubicBezTo>
                      <a:pt x="7" y="2115"/>
                      <a:pt x="0" y="2300"/>
                      <a:pt x="59" y="2379"/>
                    </a:cubicBezTo>
                    <a:cubicBezTo>
                      <a:pt x="112" y="2451"/>
                      <a:pt x="152" y="2510"/>
                      <a:pt x="184" y="2570"/>
                    </a:cubicBezTo>
                    <a:cubicBezTo>
                      <a:pt x="211" y="2629"/>
                      <a:pt x="244" y="2734"/>
                      <a:pt x="224" y="2853"/>
                    </a:cubicBezTo>
                    <a:cubicBezTo>
                      <a:pt x="204" y="2978"/>
                      <a:pt x="152" y="3149"/>
                      <a:pt x="152" y="3149"/>
                    </a:cubicBezTo>
                    <a:cubicBezTo>
                      <a:pt x="152" y="3149"/>
                      <a:pt x="105" y="3188"/>
                      <a:pt x="125" y="3234"/>
                    </a:cubicBezTo>
                    <a:cubicBezTo>
                      <a:pt x="152" y="3280"/>
                      <a:pt x="178" y="3267"/>
                      <a:pt x="178" y="3320"/>
                    </a:cubicBezTo>
                    <a:cubicBezTo>
                      <a:pt x="178" y="3372"/>
                      <a:pt x="171" y="3478"/>
                      <a:pt x="132" y="3491"/>
                    </a:cubicBezTo>
                    <a:cubicBezTo>
                      <a:pt x="92" y="3504"/>
                      <a:pt x="86" y="3570"/>
                      <a:pt x="138" y="3570"/>
                    </a:cubicBezTo>
                    <a:cubicBezTo>
                      <a:pt x="158" y="3572"/>
                      <a:pt x="175" y="3573"/>
                      <a:pt x="191" y="3573"/>
                    </a:cubicBezTo>
                    <a:cubicBezTo>
                      <a:pt x="222" y="3573"/>
                      <a:pt x="250" y="3570"/>
                      <a:pt x="290" y="3570"/>
                    </a:cubicBezTo>
                    <a:cubicBezTo>
                      <a:pt x="293" y="3570"/>
                      <a:pt x="296" y="3570"/>
                      <a:pt x="299" y="3570"/>
                    </a:cubicBezTo>
                    <a:cubicBezTo>
                      <a:pt x="332" y="3570"/>
                      <a:pt x="342" y="3548"/>
                      <a:pt x="359" y="3548"/>
                    </a:cubicBezTo>
                    <a:cubicBezTo>
                      <a:pt x="368" y="3548"/>
                      <a:pt x="379" y="3553"/>
                      <a:pt x="395" y="3570"/>
                    </a:cubicBezTo>
                    <a:cubicBezTo>
                      <a:pt x="448" y="3629"/>
                      <a:pt x="514" y="3675"/>
                      <a:pt x="592" y="3675"/>
                    </a:cubicBezTo>
                    <a:cubicBezTo>
                      <a:pt x="641" y="3675"/>
                      <a:pt x="794" y="3687"/>
                      <a:pt x="919" y="3687"/>
                    </a:cubicBezTo>
                    <a:cubicBezTo>
                      <a:pt x="981" y="3687"/>
                      <a:pt x="1036" y="3684"/>
                      <a:pt x="1066" y="3675"/>
                    </a:cubicBezTo>
                    <a:cubicBezTo>
                      <a:pt x="1152" y="3655"/>
                      <a:pt x="1165" y="3563"/>
                      <a:pt x="1198" y="3563"/>
                    </a:cubicBezTo>
                    <a:cubicBezTo>
                      <a:pt x="1237" y="3563"/>
                      <a:pt x="1277" y="3590"/>
                      <a:pt x="1310" y="3629"/>
                    </a:cubicBezTo>
                    <a:cubicBezTo>
                      <a:pt x="1343" y="3675"/>
                      <a:pt x="1441" y="3708"/>
                      <a:pt x="1481" y="3708"/>
                    </a:cubicBezTo>
                    <a:cubicBezTo>
                      <a:pt x="1512" y="3708"/>
                      <a:pt x="1519" y="3691"/>
                      <a:pt x="1540" y="3691"/>
                    </a:cubicBezTo>
                    <a:cubicBezTo>
                      <a:pt x="1550" y="3691"/>
                      <a:pt x="1564" y="3695"/>
                      <a:pt x="1586" y="3708"/>
                    </a:cubicBezTo>
                    <a:cubicBezTo>
                      <a:pt x="1652" y="3741"/>
                      <a:pt x="1744" y="3794"/>
                      <a:pt x="1751" y="3840"/>
                    </a:cubicBezTo>
                    <a:cubicBezTo>
                      <a:pt x="1764" y="3892"/>
                      <a:pt x="1777" y="3958"/>
                      <a:pt x="1784" y="3978"/>
                    </a:cubicBezTo>
                    <a:cubicBezTo>
                      <a:pt x="1790" y="4004"/>
                      <a:pt x="1836" y="4004"/>
                      <a:pt x="1823" y="4077"/>
                    </a:cubicBezTo>
                    <a:cubicBezTo>
                      <a:pt x="1817" y="4149"/>
                      <a:pt x="1784" y="4182"/>
                      <a:pt x="1790" y="4254"/>
                    </a:cubicBezTo>
                    <a:cubicBezTo>
                      <a:pt x="1790" y="4320"/>
                      <a:pt x="1836" y="4347"/>
                      <a:pt x="1856" y="4399"/>
                    </a:cubicBezTo>
                    <a:cubicBezTo>
                      <a:pt x="1876" y="4452"/>
                      <a:pt x="1869" y="4498"/>
                      <a:pt x="1869" y="4531"/>
                    </a:cubicBezTo>
                    <a:cubicBezTo>
                      <a:pt x="1869" y="4564"/>
                      <a:pt x="1836" y="4616"/>
                      <a:pt x="1863" y="4682"/>
                    </a:cubicBezTo>
                    <a:cubicBezTo>
                      <a:pt x="1896" y="4741"/>
                      <a:pt x="1929" y="4787"/>
                      <a:pt x="1929" y="4834"/>
                    </a:cubicBezTo>
                    <a:cubicBezTo>
                      <a:pt x="1929" y="4880"/>
                      <a:pt x="1909" y="4919"/>
                      <a:pt x="2021" y="4939"/>
                    </a:cubicBezTo>
                    <a:cubicBezTo>
                      <a:pt x="2105" y="4954"/>
                      <a:pt x="2207" y="4972"/>
                      <a:pt x="2264" y="4972"/>
                    </a:cubicBezTo>
                    <a:cubicBezTo>
                      <a:pt x="2283" y="4972"/>
                      <a:pt x="2297" y="4970"/>
                      <a:pt x="2304" y="4965"/>
                    </a:cubicBezTo>
                    <a:cubicBezTo>
                      <a:pt x="2330" y="4945"/>
                      <a:pt x="2422" y="4899"/>
                      <a:pt x="2442" y="4886"/>
                    </a:cubicBezTo>
                    <a:cubicBezTo>
                      <a:pt x="2457" y="4882"/>
                      <a:pt x="2514" y="4879"/>
                      <a:pt x="2561" y="4879"/>
                    </a:cubicBezTo>
                    <a:cubicBezTo>
                      <a:pt x="2595" y="4879"/>
                      <a:pt x="2623" y="4881"/>
                      <a:pt x="2626" y="4886"/>
                    </a:cubicBezTo>
                    <a:cubicBezTo>
                      <a:pt x="2626" y="4893"/>
                      <a:pt x="2685" y="4985"/>
                      <a:pt x="2699" y="5011"/>
                    </a:cubicBezTo>
                    <a:cubicBezTo>
                      <a:pt x="2699" y="5011"/>
                      <a:pt x="2771" y="5005"/>
                      <a:pt x="2843" y="4965"/>
                    </a:cubicBezTo>
                    <a:cubicBezTo>
                      <a:pt x="2916" y="4926"/>
                      <a:pt x="2896" y="4906"/>
                      <a:pt x="2916" y="4840"/>
                    </a:cubicBezTo>
                    <a:cubicBezTo>
                      <a:pt x="2935" y="4781"/>
                      <a:pt x="2929" y="4735"/>
                      <a:pt x="2949" y="4656"/>
                    </a:cubicBezTo>
                    <a:cubicBezTo>
                      <a:pt x="2968" y="4577"/>
                      <a:pt x="3028" y="4590"/>
                      <a:pt x="3080" y="4551"/>
                    </a:cubicBezTo>
                    <a:cubicBezTo>
                      <a:pt x="3139" y="4511"/>
                      <a:pt x="3113" y="4478"/>
                      <a:pt x="3113" y="4452"/>
                    </a:cubicBezTo>
                    <a:cubicBezTo>
                      <a:pt x="3113" y="4425"/>
                      <a:pt x="3146" y="4294"/>
                      <a:pt x="3186" y="4254"/>
                    </a:cubicBezTo>
                    <a:cubicBezTo>
                      <a:pt x="3225" y="4208"/>
                      <a:pt x="3390" y="4083"/>
                      <a:pt x="3462" y="4037"/>
                    </a:cubicBezTo>
                    <a:cubicBezTo>
                      <a:pt x="3462" y="4037"/>
                      <a:pt x="3475" y="4031"/>
                      <a:pt x="3482" y="4024"/>
                    </a:cubicBezTo>
                    <a:cubicBezTo>
                      <a:pt x="3488" y="4017"/>
                      <a:pt x="3488" y="4017"/>
                      <a:pt x="3495" y="4011"/>
                    </a:cubicBezTo>
                    <a:cubicBezTo>
                      <a:pt x="3501" y="4004"/>
                      <a:pt x="3508" y="4004"/>
                      <a:pt x="3515" y="3998"/>
                    </a:cubicBezTo>
                    <a:cubicBezTo>
                      <a:pt x="3528" y="3991"/>
                      <a:pt x="3534" y="3978"/>
                      <a:pt x="3548" y="3971"/>
                    </a:cubicBezTo>
                    <a:cubicBezTo>
                      <a:pt x="3554" y="3971"/>
                      <a:pt x="3554" y="3965"/>
                      <a:pt x="3561" y="3958"/>
                    </a:cubicBezTo>
                    <a:cubicBezTo>
                      <a:pt x="3567" y="3952"/>
                      <a:pt x="3574" y="3952"/>
                      <a:pt x="3580" y="3945"/>
                    </a:cubicBezTo>
                    <a:cubicBezTo>
                      <a:pt x="3653" y="3879"/>
                      <a:pt x="3745" y="3807"/>
                      <a:pt x="3824" y="3741"/>
                    </a:cubicBezTo>
                    <a:cubicBezTo>
                      <a:pt x="3831" y="3734"/>
                      <a:pt x="3837" y="3728"/>
                      <a:pt x="3844" y="3721"/>
                    </a:cubicBezTo>
                    <a:cubicBezTo>
                      <a:pt x="3857" y="3708"/>
                      <a:pt x="3870" y="3695"/>
                      <a:pt x="3883" y="3688"/>
                    </a:cubicBezTo>
                    <a:cubicBezTo>
                      <a:pt x="3890" y="3682"/>
                      <a:pt x="3896" y="3675"/>
                      <a:pt x="3903" y="3669"/>
                    </a:cubicBezTo>
                    <a:cubicBezTo>
                      <a:pt x="3923" y="3649"/>
                      <a:pt x="3942" y="3636"/>
                      <a:pt x="3949" y="3623"/>
                    </a:cubicBezTo>
                    <a:lnTo>
                      <a:pt x="3956" y="3623"/>
                    </a:lnTo>
                    <a:cubicBezTo>
                      <a:pt x="3982" y="3590"/>
                      <a:pt x="4094" y="3537"/>
                      <a:pt x="4179" y="3471"/>
                    </a:cubicBezTo>
                    <a:cubicBezTo>
                      <a:pt x="4265" y="3405"/>
                      <a:pt x="4291" y="3405"/>
                      <a:pt x="4278" y="3372"/>
                    </a:cubicBezTo>
                    <a:cubicBezTo>
                      <a:pt x="4265" y="3333"/>
                      <a:pt x="4278" y="3267"/>
                      <a:pt x="4311" y="3241"/>
                    </a:cubicBezTo>
                    <a:cubicBezTo>
                      <a:pt x="4337" y="3221"/>
                      <a:pt x="4423" y="3188"/>
                      <a:pt x="4423" y="3188"/>
                    </a:cubicBezTo>
                    <a:cubicBezTo>
                      <a:pt x="4423" y="3188"/>
                      <a:pt x="4416" y="3063"/>
                      <a:pt x="4397" y="3030"/>
                    </a:cubicBezTo>
                    <a:cubicBezTo>
                      <a:pt x="4383" y="2997"/>
                      <a:pt x="4416" y="2964"/>
                      <a:pt x="4515" y="2833"/>
                    </a:cubicBezTo>
                    <a:cubicBezTo>
                      <a:pt x="4553" y="2785"/>
                      <a:pt x="4577" y="2772"/>
                      <a:pt x="4595" y="2772"/>
                    </a:cubicBezTo>
                    <a:cubicBezTo>
                      <a:pt x="4619" y="2772"/>
                      <a:pt x="4633" y="2793"/>
                      <a:pt x="4653" y="2793"/>
                    </a:cubicBezTo>
                    <a:cubicBezTo>
                      <a:pt x="4659" y="2793"/>
                      <a:pt x="4666" y="2791"/>
                      <a:pt x="4673" y="2787"/>
                    </a:cubicBezTo>
                    <a:cubicBezTo>
                      <a:pt x="4726" y="2754"/>
                      <a:pt x="4673" y="2701"/>
                      <a:pt x="4673" y="2635"/>
                    </a:cubicBezTo>
                    <a:cubicBezTo>
                      <a:pt x="4673" y="2570"/>
                      <a:pt x="4653" y="2438"/>
                      <a:pt x="4719" y="2359"/>
                    </a:cubicBezTo>
                    <a:cubicBezTo>
                      <a:pt x="4778" y="2280"/>
                      <a:pt x="4956" y="2273"/>
                      <a:pt x="4976" y="2273"/>
                    </a:cubicBezTo>
                    <a:cubicBezTo>
                      <a:pt x="4989" y="2273"/>
                      <a:pt x="5061" y="2122"/>
                      <a:pt x="5061" y="2122"/>
                    </a:cubicBezTo>
                    <a:cubicBezTo>
                      <a:pt x="5061" y="2122"/>
                      <a:pt x="5041" y="2017"/>
                      <a:pt x="5041" y="1997"/>
                    </a:cubicBezTo>
                    <a:cubicBezTo>
                      <a:pt x="5041" y="1971"/>
                      <a:pt x="5022" y="1865"/>
                      <a:pt x="5022" y="1826"/>
                    </a:cubicBezTo>
                    <a:cubicBezTo>
                      <a:pt x="5022" y="1786"/>
                      <a:pt x="5068" y="1767"/>
                      <a:pt x="5134" y="1714"/>
                    </a:cubicBezTo>
                    <a:cubicBezTo>
                      <a:pt x="5081" y="1655"/>
                      <a:pt x="5055" y="1576"/>
                      <a:pt x="4982" y="1536"/>
                    </a:cubicBezTo>
                    <a:cubicBezTo>
                      <a:pt x="4910" y="1497"/>
                      <a:pt x="4897" y="1477"/>
                      <a:pt x="4877" y="1444"/>
                    </a:cubicBezTo>
                    <a:cubicBezTo>
                      <a:pt x="4857" y="1418"/>
                      <a:pt x="4732" y="1365"/>
                      <a:pt x="4686" y="1359"/>
                    </a:cubicBezTo>
                    <a:cubicBezTo>
                      <a:pt x="4647" y="1352"/>
                      <a:pt x="4443" y="1332"/>
                      <a:pt x="4357" y="1266"/>
                    </a:cubicBezTo>
                    <a:cubicBezTo>
                      <a:pt x="4271" y="1201"/>
                      <a:pt x="4179" y="1155"/>
                      <a:pt x="4140" y="1089"/>
                    </a:cubicBezTo>
                    <a:cubicBezTo>
                      <a:pt x="4094" y="1030"/>
                      <a:pt x="4081" y="1049"/>
                      <a:pt x="3956" y="1036"/>
                    </a:cubicBezTo>
                    <a:cubicBezTo>
                      <a:pt x="3931" y="1033"/>
                      <a:pt x="3915" y="1032"/>
                      <a:pt x="3905" y="1032"/>
                    </a:cubicBezTo>
                    <a:cubicBezTo>
                      <a:pt x="3865" y="1032"/>
                      <a:pt x="3905" y="1051"/>
                      <a:pt x="3837" y="1082"/>
                    </a:cubicBezTo>
                    <a:cubicBezTo>
                      <a:pt x="3820" y="1089"/>
                      <a:pt x="3806" y="1093"/>
                      <a:pt x="3795" y="1093"/>
                    </a:cubicBezTo>
                    <a:cubicBezTo>
                      <a:pt x="3756" y="1093"/>
                      <a:pt x="3748" y="1055"/>
                      <a:pt x="3712" y="1030"/>
                    </a:cubicBezTo>
                    <a:cubicBezTo>
                      <a:pt x="3666" y="1003"/>
                      <a:pt x="3725" y="957"/>
                      <a:pt x="3752" y="937"/>
                    </a:cubicBezTo>
                    <a:cubicBezTo>
                      <a:pt x="3771" y="918"/>
                      <a:pt x="3804" y="799"/>
                      <a:pt x="3804" y="799"/>
                    </a:cubicBezTo>
                    <a:cubicBezTo>
                      <a:pt x="3804" y="799"/>
                      <a:pt x="3633" y="786"/>
                      <a:pt x="3567" y="733"/>
                    </a:cubicBezTo>
                    <a:cubicBezTo>
                      <a:pt x="3501" y="674"/>
                      <a:pt x="3567" y="621"/>
                      <a:pt x="3567" y="621"/>
                    </a:cubicBezTo>
                    <a:cubicBezTo>
                      <a:pt x="3501" y="621"/>
                      <a:pt x="3350" y="556"/>
                      <a:pt x="3324" y="556"/>
                    </a:cubicBezTo>
                    <a:cubicBezTo>
                      <a:pt x="3291" y="556"/>
                      <a:pt x="3166" y="569"/>
                      <a:pt x="3146" y="569"/>
                    </a:cubicBezTo>
                    <a:cubicBezTo>
                      <a:pt x="3126" y="569"/>
                      <a:pt x="3041" y="470"/>
                      <a:pt x="3041" y="450"/>
                    </a:cubicBezTo>
                    <a:cubicBezTo>
                      <a:pt x="3041" y="431"/>
                      <a:pt x="3061" y="385"/>
                      <a:pt x="3100" y="338"/>
                    </a:cubicBezTo>
                    <a:cubicBezTo>
                      <a:pt x="3146" y="286"/>
                      <a:pt x="3186" y="259"/>
                      <a:pt x="3186" y="207"/>
                    </a:cubicBezTo>
                    <a:cubicBezTo>
                      <a:pt x="3186" y="161"/>
                      <a:pt x="3146" y="3"/>
                      <a:pt x="3126" y="3"/>
                    </a:cubicBezTo>
                    <a:cubicBezTo>
                      <a:pt x="3107" y="3"/>
                      <a:pt x="2929" y="174"/>
                      <a:pt x="2929" y="174"/>
                    </a:cubicBezTo>
                    <a:cubicBezTo>
                      <a:pt x="2929" y="174"/>
                      <a:pt x="2903" y="174"/>
                      <a:pt x="2870" y="227"/>
                    </a:cubicBezTo>
                    <a:cubicBezTo>
                      <a:pt x="2837" y="279"/>
                      <a:pt x="2758" y="319"/>
                      <a:pt x="2758" y="319"/>
                    </a:cubicBezTo>
                    <a:cubicBezTo>
                      <a:pt x="2758" y="319"/>
                      <a:pt x="2705" y="292"/>
                      <a:pt x="2659" y="253"/>
                    </a:cubicBezTo>
                    <a:cubicBezTo>
                      <a:pt x="2612" y="223"/>
                      <a:pt x="2607" y="124"/>
                      <a:pt x="2529" y="124"/>
                    </a:cubicBezTo>
                    <a:cubicBezTo>
                      <a:pt x="2521" y="124"/>
                      <a:pt x="2511" y="125"/>
                      <a:pt x="2501" y="128"/>
                    </a:cubicBezTo>
                    <a:cubicBezTo>
                      <a:pt x="2402" y="154"/>
                      <a:pt x="2310" y="187"/>
                      <a:pt x="2290" y="213"/>
                    </a:cubicBezTo>
                    <a:cubicBezTo>
                      <a:pt x="2272" y="237"/>
                      <a:pt x="2282" y="267"/>
                      <a:pt x="2199" y="267"/>
                    </a:cubicBezTo>
                    <a:cubicBezTo>
                      <a:pt x="2191" y="267"/>
                      <a:pt x="2182" y="267"/>
                      <a:pt x="2172" y="266"/>
                    </a:cubicBezTo>
                    <a:cubicBezTo>
                      <a:pt x="2054" y="259"/>
                      <a:pt x="1843" y="115"/>
                      <a:pt x="1823" y="108"/>
                    </a:cubicBezTo>
                    <a:cubicBezTo>
                      <a:pt x="1797" y="102"/>
                      <a:pt x="1488" y="3"/>
                      <a:pt x="1422" y="3"/>
                    </a:cubicBezTo>
                    <a:cubicBezTo>
                      <a:pt x="1393" y="3"/>
                      <a:pt x="1366" y="1"/>
                      <a:pt x="1342" y="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4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6" name="CaixaDeTexto 35">
              <a:extLst>
                <a:ext uri="{FF2B5EF4-FFF2-40B4-BE49-F238E27FC236}">
                  <a16:creationId xmlns:a16="http://schemas.microsoft.com/office/drawing/2014/main" id="{A91ECF45-BE6A-9F2A-B7D0-5C9522DE4CE5}"/>
                </a:ext>
              </a:extLst>
            </p:cNvPr>
            <p:cNvSpPr txBox="1"/>
            <p:nvPr/>
          </p:nvSpPr>
          <p:spPr>
            <a:xfrm>
              <a:off x="5204839" y="992262"/>
              <a:ext cx="1055191" cy="191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800">
                <a:latin typeface="Montserrat" panose="00000500000000000000" pitchFamily="2" charset="0"/>
              </a:endParaRPr>
            </a:p>
          </p:txBody>
        </p:sp>
      </p:grpSp>
      <p:grpSp>
        <p:nvGrpSpPr>
          <p:cNvPr id="322" name="Agrupar 321">
            <a:extLst>
              <a:ext uri="{FF2B5EF4-FFF2-40B4-BE49-F238E27FC236}">
                <a16:creationId xmlns:a16="http://schemas.microsoft.com/office/drawing/2014/main" id="{B35DD5A0-8FDB-6CF0-CAE9-10999D592C64}"/>
              </a:ext>
            </a:extLst>
          </p:cNvPr>
          <p:cNvGrpSpPr/>
          <p:nvPr/>
        </p:nvGrpSpPr>
        <p:grpSpPr>
          <a:xfrm>
            <a:off x="1513151" y="3290049"/>
            <a:ext cx="2805677" cy="2599869"/>
            <a:chOff x="1014199" y="3386888"/>
            <a:chExt cx="3356004" cy="3079037"/>
          </a:xfrm>
        </p:grpSpPr>
        <p:sp>
          <p:nvSpPr>
            <p:cNvPr id="292" name="Retângulo 17">
              <a:extLst>
                <a:ext uri="{FF2B5EF4-FFF2-40B4-BE49-F238E27FC236}">
                  <a16:creationId xmlns:a16="http://schemas.microsoft.com/office/drawing/2014/main" id="{14B51297-09B1-224A-E6C3-220A09A4715A}"/>
                </a:ext>
              </a:extLst>
            </p:cNvPr>
            <p:cNvSpPr/>
            <p:nvPr/>
          </p:nvSpPr>
          <p:spPr>
            <a:xfrm>
              <a:off x="1014199" y="3386888"/>
              <a:ext cx="3356004" cy="3079037"/>
            </a:xfrm>
            <a:prstGeom prst="roundRect">
              <a:avLst/>
            </a:prstGeom>
            <a:gradFill flip="none" rotWithShape="1">
              <a:gsLst>
                <a:gs pos="10000">
                  <a:srgbClr val="0E2841">
                    <a:alpha val="20000"/>
                  </a:srgbClr>
                </a:gs>
                <a:gs pos="100000">
                  <a:srgbClr val="0E2841">
                    <a:alpha val="80000"/>
                  </a:srgbClr>
                </a:gs>
              </a:gsLst>
              <a:path path="rect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8" name="Google Shape;1580;p19">
              <a:extLst>
                <a:ext uri="{FF2B5EF4-FFF2-40B4-BE49-F238E27FC236}">
                  <a16:creationId xmlns:a16="http://schemas.microsoft.com/office/drawing/2014/main" id="{FFDB823A-EF93-DF00-BCD7-7498AD5F2B7A}"/>
                </a:ext>
              </a:extLst>
            </p:cNvPr>
            <p:cNvSpPr/>
            <p:nvPr/>
          </p:nvSpPr>
          <p:spPr>
            <a:xfrm>
              <a:off x="3660070" y="4751556"/>
              <a:ext cx="553058" cy="316586"/>
            </a:xfrm>
            <a:custGeom>
              <a:avLst/>
              <a:gdLst/>
              <a:ahLst/>
              <a:cxnLst/>
              <a:rect l="l" t="t" r="r" b="b"/>
              <a:pathLst>
                <a:path w="2246" h="1297" extrusionOk="0">
                  <a:moveTo>
                    <a:pt x="1949" y="0"/>
                  </a:moveTo>
                  <a:cubicBezTo>
                    <a:pt x="1916" y="0"/>
                    <a:pt x="1850" y="53"/>
                    <a:pt x="1850" y="53"/>
                  </a:cubicBezTo>
                  <a:cubicBezTo>
                    <a:pt x="1850" y="53"/>
                    <a:pt x="1738" y="86"/>
                    <a:pt x="1732" y="86"/>
                  </a:cubicBezTo>
                  <a:cubicBezTo>
                    <a:pt x="1719" y="86"/>
                    <a:pt x="1666" y="92"/>
                    <a:pt x="1620" y="99"/>
                  </a:cubicBezTo>
                  <a:cubicBezTo>
                    <a:pt x="1574" y="105"/>
                    <a:pt x="1554" y="132"/>
                    <a:pt x="1528" y="165"/>
                  </a:cubicBezTo>
                  <a:cubicBezTo>
                    <a:pt x="1495" y="191"/>
                    <a:pt x="1449" y="237"/>
                    <a:pt x="1422" y="270"/>
                  </a:cubicBezTo>
                  <a:cubicBezTo>
                    <a:pt x="1396" y="303"/>
                    <a:pt x="1357" y="309"/>
                    <a:pt x="1317" y="336"/>
                  </a:cubicBezTo>
                  <a:cubicBezTo>
                    <a:pt x="1299" y="346"/>
                    <a:pt x="1278" y="349"/>
                    <a:pt x="1258" y="349"/>
                  </a:cubicBezTo>
                  <a:cubicBezTo>
                    <a:pt x="1229" y="349"/>
                    <a:pt x="1201" y="342"/>
                    <a:pt x="1185" y="342"/>
                  </a:cubicBezTo>
                  <a:cubicBezTo>
                    <a:pt x="1153" y="342"/>
                    <a:pt x="1060" y="388"/>
                    <a:pt x="1034" y="408"/>
                  </a:cubicBezTo>
                  <a:cubicBezTo>
                    <a:pt x="1025" y="412"/>
                    <a:pt x="1014" y="413"/>
                    <a:pt x="1001" y="413"/>
                  </a:cubicBezTo>
                  <a:cubicBezTo>
                    <a:pt x="972" y="413"/>
                    <a:pt x="936" y="407"/>
                    <a:pt x="905" y="407"/>
                  </a:cubicBezTo>
                  <a:cubicBezTo>
                    <a:pt x="897" y="407"/>
                    <a:pt x="890" y="407"/>
                    <a:pt x="883" y="408"/>
                  </a:cubicBezTo>
                  <a:cubicBezTo>
                    <a:pt x="837" y="408"/>
                    <a:pt x="837" y="402"/>
                    <a:pt x="817" y="388"/>
                  </a:cubicBezTo>
                  <a:cubicBezTo>
                    <a:pt x="797" y="382"/>
                    <a:pt x="751" y="342"/>
                    <a:pt x="738" y="323"/>
                  </a:cubicBezTo>
                  <a:cubicBezTo>
                    <a:pt x="725" y="296"/>
                    <a:pt x="652" y="257"/>
                    <a:pt x="646" y="244"/>
                  </a:cubicBezTo>
                  <a:cubicBezTo>
                    <a:pt x="637" y="231"/>
                    <a:pt x="595" y="227"/>
                    <a:pt x="559" y="227"/>
                  </a:cubicBezTo>
                  <a:cubicBezTo>
                    <a:pt x="539" y="227"/>
                    <a:pt x="521" y="228"/>
                    <a:pt x="514" y="230"/>
                  </a:cubicBezTo>
                  <a:cubicBezTo>
                    <a:pt x="513" y="231"/>
                    <a:pt x="513" y="231"/>
                    <a:pt x="512" y="231"/>
                  </a:cubicBezTo>
                  <a:cubicBezTo>
                    <a:pt x="493" y="231"/>
                    <a:pt x="474" y="158"/>
                    <a:pt x="461" y="151"/>
                  </a:cubicBezTo>
                  <a:cubicBezTo>
                    <a:pt x="455" y="145"/>
                    <a:pt x="363" y="73"/>
                    <a:pt x="356" y="66"/>
                  </a:cubicBezTo>
                  <a:cubicBezTo>
                    <a:pt x="343" y="66"/>
                    <a:pt x="290" y="132"/>
                    <a:pt x="277" y="158"/>
                  </a:cubicBezTo>
                  <a:cubicBezTo>
                    <a:pt x="277" y="158"/>
                    <a:pt x="271" y="165"/>
                    <a:pt x="271" y="171"/>
                  </a:cubicBezTo>
                  <a:cubicBezTo>
                    <a:pt x="264" y="178"/>
                    <a:pt x="257" y="184"/>
                    <a:pt x="257" y="191"/>
                  </a:cubicBezTo>
                  <a:cubicBezTo>
                    <a:pt x="244" y="211"/>
                    <a:pt x="231" y="230"/>
                    <a:pt x="218" y="237"/>
                  </a:cubicBezTo>
                  <a:cubicBezTo>
                    <a:pt x="211" y="250"/>
                    <a:pt x="146" y="257"/>
                    <a:pt x="139" y="263"/>
                  </a:cubicBezTo>
                  <a:cubicBezTo>
                    <a:pt x="132" y="263"/>
                    <a:pt x="113" y="277"/>
                    <a:pt x="99" y="316"/>
                  </a:cubicBezTo>
                  <a:cubicBezTo>
                    <a:pt x="86" y="349"/>
                    <a:pt x="1" y="388"/>
                    <a:pt x="1" y="388"/>
                  </a:cubicBezTo>
                  <a:cubicBezTo>
                    <a:pt x="1" y="395"/>
                    <a:pt x="7" y="402"/>
                    <a:pt x="14" y="408"/>
                  </a:cubicBezTo>
                  <a:cubicBezTo>
                    <a:pt x="40" y="454"/>
                    <a:pt x="99" y="500"/>
                    <a:pt x="99" y="533"/>
                  </a:cubicBezTo>
                  <a:cubicBezTo>
                    <a:pt x="99" y="540"/>
                    <a:pt x="99" y="540"/>
                    <a:pt x="99" y="546"/>
                  </a:cubicBezTo>
                  <a:cubicBezTo>
                    <a:pt x="178" y="560"/>
                    <a:pt x="277" y="573"/>
                    <a:pt x="336" y="619"/>
                  </a:cubicBezTo>
                  <a:cubicBezTo>
                    <a:pt x="343" y="625"/>
                    <a:pt x="356" y="632"/>
                    <a:pt x="369" y="639"/>
                  </a:cubicBezTo>
                  <a:cubicBezTo>
                    <a:pt x="369" y="639"/>
                    <a:pt x="376" y="645"/>
                    <a:pt x="376" y="645"/>
                  </a:cubicBezTo>
                  <a:cubicBezTo>
                    <a:pt x="389" y="652"/>
                    <a:pt x="402" y="658"/>
                    <a:pt x="415" y="665"/>
                  </a:cubicBezTo>
                  <a:cubicBezTo>
                    <a:pt x="442" y="678"/>
                    <a:pt x="468" y="691"/>
                    <a:pt x="494" y="704"/>
                  </a:cubicBezTo>
                  <a:cubicBezTo>
                    <a:pt x="514" y="711"/>
                    <a:pt x="534" y="717"/>
                    <a:pt x="554" y="731"/>
                  </a:cubicBezTo>
                  <a:cubicBezTo>
                    <a:pt x="567" y="737"/>
                    <a:pt x="573" y="737"/>
                    <a:pt x="587" y="744"/>
                  </a:cubicBezTo>
                  <a:cubicBezTo>
                    <a:pt x="613" y="757"/>
                    <a:pt x="639" y="777"/>
                    <a:pt x="652" y="790"/>
                  </a:cubicBezTo>
                  <a:cubicBezTo>
                    <a:pt x="718" y="849"/>
                    <a:pt x="889" y="922"/>
                    <a:pt x="922" y="948"/>
                  </a:cubicBezTo>
                  <a:cubicBezTo>
                    <a:pt x="955" y="968"/>
                    <a:pt x="1106" y="1053"/>
                    <a:pt x="1120" y="1079"/>
                  </a:cubicBezTo>
                  <a:cubicBezTo>
                    <a:pt x="1133" y="1106"/>
                    <a:pt x="1212" y="1172"/>
                    <a:pt x="1231" y="1205"/>
                  </a:cubicBezTo>
                  <a:cubicBezTo>
                    <a:pt x="1238" y="1218"/>
                    <a:pt x="1278" y="1257"/>
                    <a:pt x="1317" y="1297"/>
                  </a:cubicBezTo>
                  <a:cubicBezTo>
                    <a:pt x="1317" y="1290"/>
                    <a:pt x="1324" y="1283"/>
                    <a:pt x="1330" y="1277"/>
                  </a:cubicBezTo>
                  <a:cubicBezTo>
                    <a:pt x="1416" y="1152"/>
                    <a:pt x="1666" y="849"/>
                    <a:pt x="1719" y="790"/>
                  </a:cubicBezTo>
                  <a:cubicBezTo>
                    <a:pt x="1771" y="737"/>
                    <a:pt x="1995" y="573"/>
                    <a:pt x="2028" y="520"/>
                  </a:cubicBezTo>
                  <a:cubicBezTo>
                    <a:pt x="2048" y="487"/>
                    <a:pt x="2159" y="303"/>
                    <a:pt x="2245" y="151"/>
                  </a:cubicBezTo>
                  <a:lnTo>
                    <a:pt x="2192" y="86"/>
                  </a:lnTo>
                  <a:cubicBezTo>
                    <a:pt x="2192" y="86"/>
                    <a:pt x="2087" y="46"/>
                    <a:pt x="2080" y="40"/>
                  </a:cubicBezTo>
                  <a:cubicBezTo>
                    <a:pt x="2067" y="33"/>
                    <a:pt x="1982" y="0"/>
                    <a:pt x="1949" y="0"/>
                  </a:cubicBezTo>
                  <a:close/>
                </a:path>
              </a:pathLst>
            </a:custGeom>
            <a:solidFill>
              <a:srgbClr val="C00000"/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9" name="Google Shape;1581;p19">
              <a:extLst>
                <a:ext uri="{FF2B5EF4-FFF2-40B4-BE49-F238E27FC236}">
                  <a16:creationId xmlns:a16="http://schemas.microsoft.com/office/drawing/2014/main" id="{02F3D40B-7149-EBB9-8B2E-46A990A2665A}"/>
                </a:ext>
              </a:extLst>
            </p:cNvPr>
            <p:cNvSpPr/>
            <p:nvPr/>
          </p:nvSpPr>
          <p:spPr>
            <a:xfrm>
              <a:off x="3587311" y="4340744"/>
              <a:ext cx="698577" cy="410813"/>
            </a:xfrm>
            <a:custGeom>
              <a:avLst/>
              <a:gdLst/>
              <a:ahLst/>
              <a:cxnLst/>
              <a:rect l="l" t="t" r="r" b="b"/>
              <a:pathLst>
                <a:path w="2837" h="1683" extrusionOk="0">
                  <a:moveTo>
                    <a:pt x="1149" y="1"/>
                  </a:moveTo>
                  <a:cubicBezTo>
                    <a:pt x="1143" y="1"/>
                    <a:pt x="1135" y="2"/>
                    <a:pt x="1126" y="5"/>
                  </a:cubicBezTo>
                  <a:cubicBezTo>
                    <a:pt x="1047" y="31"/>
                    <a:pt x="974" y="38"/>
                    <a:pt x="948" y="71"/>
                  </a:cubicBezTo>
                  <a:cubicBezTo>
                    <a:pt x="922" y="110"/>
                    <a:pt x="889" y="110"/>
                    <a:pt x="856" y="130"/>
                  </a:cubicBezTo>
                  <a:cubicBezTo>
                    <a:pt x="829" y="150"/>
                    <a:pt x="770" y="143"/>
                    <a:pt x="737" y="163"/>
                  </a:cubicBezTo>
                  <a:cubicBezTo>
                    <a:pt x="698" y="182"/>
                    <a:pt x="691" y="202"/>
                    <a:pt x="658" y="248"/>
                  </a:cubicBezTo>
                  <a:cubicBezTo>
                    <a:pt x="625" y="294"/>
                    <a:pt x="665" y="281"/>
                    <a:pt x="593" y="327"/>
                  </a:cubicBezTo>
                  <a:cubicBezTo>
                    <a:pt x="527" y="373"/>
                    <a:pt x="467" y="400"/>
                    <a:pt x="448" y="400"/>
                  </a:cubicBezTo>
                  <a:cubicBezTo>
                    <a:pt x="428" y="400"/>
                    <a:pt x="329" y="380"/>
                    <a:pt x="323" y="367"/>
                  </a:cubicBezTo>
                  <a:cubicBezTo>
                    <a:pt x="316" y="360"/>
                    <a:pt x="211" y="261"/>
                    <a:pt x="211" y="261"/>
                  </a:cubicBezTo>
                  <a:cubicBezTo>
                    <a:pt x="211" y="261"/>
                    <a:pt x="202" y="239"/>
                    <a:pt x="172" y="239"/>
                  </a:cubicBezTo>
                  <a:cubicBezTo>
                    <a:pt x="166" y="239"/>
                    <a:pt x="159" y="239"/>
                    <a:pt x="152" y="242"/>
                  </a:cubicBezTo>
                  <a:cubicBezTo>
                    <a:pt x="138" y="248"/>
                    <a:pt x="125" y="248"/>
                    <a:pt x="112" y="248"/>
                  </a:cubicBezTo>
                  <a:cubicBezTo>
                    <a:pt x="112" y="248"/>
                    <a:pt x="112" y="248"/>
                    <a:pt x="112" y="255"/>
                  </a:cubicBezTo>
                  <a:cubicBezTo>
                    <a:pt x="125" y="294"/>
                    <a:pt x="132" y="340"/>
                    <a:pt x="112" y="386"/>
                  </a:cubicBezTo>
                  <a:cubicBezTo>
                    <a:pt x="92" y="433"/>
                    <a:pt x="59" y="479"/>
                    <a:pt x="66" y="525"/>
                  </a:cubicBezTo>
                  <a:cubicBezTo>
                    <a:pt x="66" y="571"/>
                    <a:pt x="125" y="577"/>
                    <a:pt x="86" y="617"/>
                  </a:cubicBezTo>
                  <a:cubicBezTo>
                    <a:pt x="46" y="663"/>
                    <a:pt x="7" y="656"/>
                    <a:pt x="7" y="689"/>
                  </a:cubicBezTo>
                  <a:cubicBezTo>
                    <a:pt x="0" y="722"/>
                    <a:pt x="20" y="729"/>
                    <a:pt x="46" y="788"/>
                  </a:cubicBezTo>
                  <a:cubicBezTo>
                    <a:pt x="79" y="847"/>
                    <a:pt x="152" y="966"/>
                    <a:pt x="132" y="1018"/>
                  </a:cubicBezTo>
                  <a:cubicBezTo>
                    <a:pt x="106" y="1071"/>
                    <a:pt x="73" y="1124"/>
                    <a:pt x="40" y="1170"/>
                  </a:cubicBezTo>
                  <a:cubicBezTo>
                    <a:pt x="33" y="1170"/>
                    <a:pt x="33" y="1176"/>
                    <a:pt x="27" y="1176"/>
                  </a:cubicBezTo>
                  <a:cubicBezTo>
                    <a:pt x="33" y="1189"/>
                    <a:pt x="40" y="1189"/>
                    <a:pt x="40" y="1196"/>
                  </a:cubicBezTo>
                  <a:cubicBezTo>
                    <a:pt x="40" y="1222"/>
                    <a:pt x="132" y="1262"/>
                    <a:pt x="145" y="1262"/>
                  </a:cubicBezTo>
                  <a:cubicBezTo>
                    <a:pt x="152" y="1262"/>
                    <a:pt x="198" y="1242"/>
                    <a:pt x="244" y="1216"/>
                  </a:cubicBezTo>
                  <a:cubicBezTo>
                    <a:pt x="252" y="1212"/>
                    <a:pt x="259" y="1210"/>
                    <a:pt x="265" y="1210"/>
                  </a:cubicBezTo>
                  <a:cubicBezTo>
                    <a:pt x="302" y="1210"/>
                    <a:pt x="317" y="1265"/>
                    <a:pt x="323" y="1282"/>
                  </a:cubicBezTo>
                  <a:cubicBezTo>
                    <a:pt x="336" y="1295"/>
                    <a:pt x="382" y="1347"/>
                    <a:pt x="435" y="1360"/>
                  </a:cubicBezTo>
                  <a:cubicBezTo>
                    <a:pt x="437" y="1361"/>
                    <a:pt x="440" y="1361"/>
                    <a:pt x="443" y="1361"/>
                  </a:cubicBezTo>
                  <a:cubicBezTo>
                    <a:pt x="501" y="1361"/>
                    <a:pt x="687" y="1247"/>
                    <a:pt x="737" y="1209"/>
                  </a:cubicBezTo>
                  <a:cubicBezTo>
                    <a:pt x="797" y="1170"/>
                    <a:pt x="836" y="1124"/>
                    <a:pt x="876" y="1058"/>
                  </a:cubicBezTo>
                  <a:cubicBezTo>
                    <a:pt x="915" y="999"/>
                    <a:pt x="955" y="999"/>
                    <a:pt x="1014" y="946"/>
                  </a:cubicBezTo>
                  <a:cubicBezTo>
                    <a:pt x="1031" y="929"/>
                    <a:pt x="1048" y="923"/>
                    <a:pt x="1065" y="923"/>
                  </a:cubicBezTo>
                  <a:cubicBezTo>
                    <a:pt x="1107" y="923"/>
                    <a:pt x="1147" y="959"/>
                    <a:pt x="1185" y="959"/>
                  </a:cubicBezTo>
                  <a:cubicBezTo>
                    <a:pt x="1231" y="959"/>
                    <a:pt x="1277" y="1064"/>
                    <a:pt x="1277" y="1091"/>
                  </a:cubicBezTo>
                  <a:cubicBezTo>
                    <a:pt x="1277" y="1124"/>
                    <a:pt x="1257" y="1143"/>
                    <a:pt x="1244" y="1150"/>
                  </a:cubicBezTo>
                  <a:cubicBezTo>
                    <a:pt x="1231" y="1156"/>
                    <a:pt x="1178" y="1183"/>
                    <a:pt x="1159" y="1209"/>
                  </a:cubicBezTo>
                  <a:cubicBezTo>
                    <a:pt x="1139" y="1235"/>
                    <a:pt x="1159" y="1255"/>
                    <a:pt x="1159" y="1282"/>
                  </a:cubicBezTo>
                  <a:cubicBezTo>
                    <a:pt x="1159" y="1308"/>
                    <a:pt x="1126" y="1321"/>
                    <a:pt x="1093" y="1341"/>
                  </a:cubicBezTo>
                  <a:cubicBezTo>
                    <a:pt x="1066" y="1367"/>
                    <a:pt x="1053" y="1420"/>
                    <a:pt x="1053" y="1426"/>
                  </a:cubicBezTo>
                  <a:cubicBezTo>
                    <a:pt x="1060" y="1439"/>
                    <a:pt x="1106" y="1479"/>
                    <a:pt x="1126" y="1499"/>
                  </a:cubicBezTo>
                  <a:cubicBezTo>
                    <a:pt x="1145" y="1512"/>
                    <a:pt x="1145" y="1624"/>
                    <a:pt x="1152" y="1637"/>
                  </a:cubicBezTo>
                  <a:cubicBezTo>
                    <a:pt x="1165" y="1657"/>
                    <a:pt x="1218" y="1683"/>
                    <a:pt x="1257" y="1683"/>
                  </a:cubicBezTo>
                  <a:cubicBezTo>
                    <a:pt x="1297" y="1683"/>
                    <a:pt x="1316" y="1643"/>
                    <a:pt x="1343" y="1630"/>
                  </a:cubicBezTo>
                  <a:cubicBezTo>
                    <a:pt x="1352" y="1624"/>
                    <a:pt x="1363" y="1622"/>
                    <a:pt x="1376" y="1622"/>
                  </a:cubicBezTo>
                  <a:cubicBezTo>
                    <a:pt x="1401" y="1622"/>
                    <a:pt x="1428" y="1630"/>
                    <a:pt x="1442" y="1630"/>
                  </a:cubicBezTo>
                  <a:cubicBezTo>
                    <a:pt x="1461" y="1630"/>
                    <a:pt x="1527" y="1578"/>
                    <a:pt x="1527" y="1532"/>
                  </a:cubicBezTo>
                  <a:cubicBezTo>
                    <a:pt x="1527" y="1486"/>
                    <a:pt x="1553" y="1439"/>
                    <a:pt x="1580" y="1400"/>
                  </a:cubicBezTo>
                  <a:cubicBezTo>
                    <a:pt x="1606" y="1367"/>
                    <a:pt x="1626" y="1354"/>
                    <a:pt x="1659" y="1328"/>
                  </a:cubicBezTo>
                  <a:cubicBezTo>
                    <a:pt x="1674" y="1312"/>
                    <a:pt x="1687" y="1307"/>
                    <a:pt x="1702" y="1307"/>
                  </a:cubicBezTo>
                  <a:cubicBezTo>
                    <a:pt x="1720" y="1307"/>
                    <a:pt x="1742" y="1314"/>
                    <a:pt x="1777" y="1321"/>
                  </a:cubicBezTo>
                  <a:cubicBezTo>
                    <a:pt x="1801" y="1325"/>
                    <a:pt x="1825" y="1327"/>
                    <a:pt x="1846" y="1327"/>
                  </a:cubicBezTo>
                  <a:cubicBezTo>
                    <a:pt x="1890" y="1327"/>
                    <a:pt x="1926" y="1321"/>
                    <a:pt x="1948" y="1321"/>
                  </a:cubicBezTo>
                  <a:cubicBezTo>
                    <a:pt x="1988" y="1321"/>
                    <a:pt x="2021" y="1314"/>
                    <a:pt x="2054" y="1301"/>
                  </a:cubicBezTo>
                  <a:cubicBezTo>
                    <a:pt x="2080" y="1288"/>
                    <a:pt x="2192" y="1268"/>
                    <a:pt x="2198" y="1268"/>
                  </a:cubicBezTo>
                  <a:cubicBezTo>
                    <a:pt x="2212" y="1268"/>
                    <a:pt x="2277" y="1262"/>
                    <a:pt x="2310" y="1209"/>
                  </a:cubicBezTo>
                  <a:cubicBezTo>
                    <a:pt x="2337" y="1156"/>
                    <a:pt x="2323" y="1137"/>
                    <a:pt x="2330" y="1117"/>
                  </a:cubicBezTo>
                  <a:cubicBezTo>
                    <a:pt x="2337" y="1104"/>
                    <a:pt x="2409" y="1064"/>
                    <a:pt x="2462" y="1045"/>
                  </a:cubicBezTo>
                  <a:cubicBezTo>
                    <a:pt x="2479" y="1036"/>
                    <a:pt x="2495" y="1033"/>
                    <a:pt x="2509" y="1033"/>
                  </a:cubicBezTo>
                  <a:cubicBezTo>
                    <a:pt x="2536" y="1033"/>
                    <a:pt x="2554" y="1045"/>
                    <a:pt x="2554" y="1045"/>
                  </a:cubicBezTo>
                  <a:cubicBezTo>
                    <a:pt x="2554" y="1045"/>
                    <a:pt x="2718" y="1130"/>
                    <a:pt x="2725" y="1130"/>
                  </a:cubicBezTo>
                  <a:cubicBezTo>
                    <a:pt x="2731" y="1130"/>
                    <a:pt x="2784" y="1156"/>
                    <a:pt x="2837" y="1176"/>
                  </a:cubicBezTo>
                  <a:cubicBezTo>
                    <a:pt x="2837" y="1156"/>
                    <a:pt x="2837" y="1143"/>
                    <a:pt x="2837" y="1137"/>
                  </a:cubicBezTo>
                  <a:cubicBezTo>
                    <a:pt x="2824" y="1012"/>
                    <a:pt x="2824" y="860"/>
                    <a:pt x="2791" y="689"/>
                  </a:cubicBezTo>
                  <a:cubicBezTo>
                    <a:pt x="2771" y="617"/>
                    <a:pt x="2745" y="505"/>
                    <a:pt x="2712" y="386"/>
                  </a:cubicBezTo>
                  <a:cubicBezTo>
                    <a:pt x="2666" y="400"/>
                    <a:pt x="2613" y="419"/>
                    <a:pt x="2567" y="419"/>
                  </a:cubicBezTo>
                  <a:cubicBezTo>
                    <a:pt x="2488" y="426"/>
                    <a:pt x="2416" y="433"/>
                    <a:pt x="2416" y="433"/>
                  </a:cubicBezTo>
                  <a:cubicBezTo>
                    <a:pt x="2416" y="433"/>
                    <a:pt x="2324" y="353"/>
                    <a:pt x="2305" y="353"/>
                  </a:cubicBezTo>
                  <a:cubicBezTo>
                    <a:pt x="2305" y="353"/>
                    <a:pt x="2304" y="353"/>
                    <a:pt x="2304" y="354"/>
                  </a:cubicBezTo>
                  <a:cubicBezTo>
                    <a:pt x="2303" y="355"/>
                    <a:pt x="2300" y="355"/>
                    <a:pt x="2297" y="355"/>
                  </a:cubicBezTo>
                  <a:cubicBezTo>
                    <a:pt x="2284" y="355"/>
                    <a:pt x="2257" y="349"/>
                    <a:pt x="2237" y="349"/>
                  </a:cubicBezTo>
                  <a:cubicBezTo>
                    <a:pt x="2229" y="349"/>
                    <a:pt x="2222" y="350"/>
                    <a:pt x="2218" y="354"/>
                  </a:cubicBezTo>
                  <a:cubicBezTo>
                    <a:pt x="2212" y="360"/>
                    <a:pt x="2174" y="362"/>
                    <a:pt x="2135" y="362"/>
                  </a:cubicBezTo>
                  <a:cubicBezTo>
                    <a:pt x="2096" y="362"/>
                    <a:pt x="2057" y="360"/>
                    <a:pt x="2047" y="360"/>
                  </a:cubicBezTo>
                  <a:cubicBezTo>
                    <a:pt x="2034" y="360"/>
                    <a:pt x="1948" y="314"/>
                    <a:pt x="1948" y="314"/>
                  </a:cubicBezTo>
                  <a:cubicBezTo>
                    <a:pt x="1948" y="314"/>
                    <a:pt x="1942" y="317"/>
                    <a:pt x="1927" y="317"/>
                  </a:cubicBezTo>
                  <a:cubicBezTo>
                    <a:pt x="1919" y="317"/>
                    <a:pt x="1909" y="316"/>
                    <a:pt x="1896" y="314"/>
                  </a:cubicBezTo>
                  <a:lnTo>
                    <a:pt x="1804" y="314"/>
                  </a:lnTo>
                  <a:cubicBezTo>
                    <a:pt x="1804" y="314"/>
                    <a:pt x="1784" y="307"/>
                    <a:pt x="1764" y="288"/>
                  </a:cubicBezTo>
                  <a:cubicBezTo>
                    <a:pt x="1745" y="269"/>
                    <a:pt x="1709" y="221"/>
                    <a:pt x="1678" y="221"/>
                  </a:cubicBezTo>
                  <a:cubicBezTo>
                    <a:pt x="1676" y="221"/>
                    <a:pt x="1674" y="222"/>
                    <a:pt x="1672" y="222"/>
                  </a:cubicBezTo>
                  <a:cubicBezTo>
                    <a:pt x="1646" y="229"/>
                    <a:pt x="1606" y="222"/>
                    <a:pt x="1593" y="268"/>
                  </a:cubicBezTo>
                  <a:cubicBezTo>
                    <a:pt x="1586" y="307"/>
                    <a:pt x="1573" y="321"/>
                    <a:pt x="1593" y="354"/>
                  </a:cubicBezTo>
                  <a:cubicBezTo>
                    <a:pt x="1603" y="360"/>
                    <a:pt x="1606" y="362"/>
                    <a:pt x="1607" y="362"/>
                  </a:cubicBezTo>
                  <a:cubicBezTo>
                    <a:pt x="1608" y="362"/>
                    <a:pt x="1606" y="360"/>
                    <a:pt x="1606" y="360"/>
                  </a:cubicBezTo>
                  <a:lnTo>
                    <a:pt x="1606" y="360"/>
                  </a:lnTo>
                  <a:cubicBezTo>
                    <a:pt x="1606" y="360"/>
                    <a:pt x="1613" y="367"/>
                    <a:pt x="1619" y="380"/>
                  </a:cubicBezTo>
                  <a:cubicBezTo>
                    <a:pt x="1646" y="419"/>
                    <a:pt x="1659" y="433"/>
                    <a:pt x="1646" y="452"/>
                  </a:cubicBezTo>
                  <a:cubicBezTo>
                    <a:pt x="1639" y="472"/>
                    <a:pt x="1613" y="479"/>
                    <a:pt x="1606" y="498"/>
                  </a:cubicBezTo>
                  <a:cubicBezTo>
                    <a:pt x="1606" y="518"/>
                    <a:pt x="1626" y="577"/>
                    <a:pt x="1632" y="584"/>
                  </a:cubicBezTo>
                  <a:cubicBezTo>
                    <a:pt x="1639" y="590"/>
                    <a:pt x="1659" y="610"/>
                    <a:pt x="1639" y="630"/>
                  </a:cubicBezTo>
                  <a:cubicBezTo>
                    <a:pt x="1626" y="650"/>
                    <a:pt x="1593" y="656"/>
                    <a:pt x="1580" y="676"/>
                  </a:cubicBezTo>
                  <a:cubicBezTo>
                    <a:pt x="1573" y="696"/>
                    <a:pt x="1534" y="735"/>
                    <a:pt x="1514" y="735"/>
                  </a:cubicBezTo>
                  <a:cubicBezTo>
                    <a:pt x="1501" y="735"/>
                    <a:pt x="1448" y="722"/>
                    <a:pt x="1442" y="696"/>
                  </a:cubicBezTo>
                  <a:cubicBezTo>
                    <a:pt x="1435" y="663"/>
                    <a:pt x="1448" y="584"/>
                    <a:pt x="1422" y="571"/>
                  </a:cubicBezTo>
                  <a:cubicBezTo>
                    <a:pt x="1401" y="560"/>
                    <a:pt x="1388" y="532"/>
                    <a:pt x="1367" y="532"/>
                  </a:cubicBezTo>
                  <a:cubicBezTo>
                    <a:pt x="1361" y="532"/>
                    <a:pt x="1356" y="534"/>
                    <a:pt x="1349" y="538"/>
                  </a:cubicBezTo>
                  <a:cubicBezTo>
                    <a:pt x="1310" y="564"/>
                    <a:pt x="1297" y="597"/>
                    <a:pt x="1277" y="597"/>
                  </a:cubicBezTo>
                  <a:cubicBezTo>
                    <a:pt x="1275" y="597"/>
                    <a:pt x="1274" y="598"/>
                    <a:pt x="1272" y="598"/>
                  </a:cubicBezTo>
                  <a:cubicBezTo>
                    <a:pt x="1243" y="598"/>
                    <a:pt x="1184" y="551"/>
                    <a:pt x="1172" y="551"/>
                  </a:cubicBezTo>
                  <a:cubicBezTo>
                    <a:pt x="1159" y="551"/>
                    <a:pt x="1066" y="584"/>
                    <a:pt x="1066" y="584"/>
                  </a:cubicBezTo>
                  <a:cubicBezTo>
                    <a:pt x="1066" y="584"/>
                    <a:pt x="1055" y="590"/>
                    <a:pt x="1041" y="590"/>
                  </a:cubicBezTo>
                  <a:cubicBezTo>
                    <a:pt x="1034" y="590"/>
                    <a:pt x="1027" y="588"/>
                    <a:pt x="1020" y="584"/>
                  </a:cubicBezTo>
                  <a:cubicBezTo>
                    <a:pt x="1007" y="571"/>
                    <a:pt x="974" y="485"/>
                    <a:pt x="968" y="479"/>
                  </a:cubicBezTo>
                  <a:cubicBezTo>
                    <a:pt x="955" y="472"/>
                    <a:pt x="948" y="393"/>
                    <a:pt x="948" y="373"/>
                  </a:cubicBezTo>
                  <a:cubicBezTo>
                    <a:pt x="948" y="354"/>
                    <a:pt x="935" y="360"/>
                    <a:pt x="974" y="314"/>
                  </a:cubicBezTo>
                  <a:cubicBezTo>
                    <a:pt x="1014" y="261"/>
                    <a:pt x="994" y="229"/>
                    <a:pt x="1020" y="222"/>
                  </a:cubicBezTo>
                  <a:cubicBezTo>
                    <a:pt x="1047" y="209"/>
                    <a:pt x="1126" y="215"/>
                    <a:pt x="1126" y="196"/>
                  </a:cubicBezTo>
                  <a:cubicBezTo>
                    <a:pt x="1126" y="169"/>
                    <a:pt x="1145" y="103"/>
                    <a:pt x="1145" y="97"/>
                  </a:cubicBezTo>
                  <a:cubicBezTo>
                    <a:pt x="1145" y="85"/>
                    <a:pt x="1197" y="1"/>
                    <a:pt x="1149" y="1"/>
                  </a:cubicBezTo>
                  <a:close/>
                </a:path>
              </a:pathLst>
            </a:custGeom>
            <a:solidFill>
              <a:srgbClr val="C00000"/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0" name="Google Shape;1582;p19">
              <a:extLst>
                <a:ext uri="{FF2B5EF4-FFF2-40B4-BE49-F238E27FC236}">
                  <a16:creationId xmlns:a16="http://schemas.microsoft.com/office/drawing/2014/main" id="{A4D958C0-23DF-D325-1805-5395869692D8}"/>
                </a:ext>
              </a:extLst>
            </p:cNvPr>
            <p:cNvSpPr/>
            <p:nvPr/>
          </p:nvSpPr>
          <p:spPr>
            <a:xfrm>
              <a:off x="3648695" y="4007743"/>
              <a:ext cx="640471" cy="385671"/>
            </a:xfrm>
            <a:custGeom>
              <a:avLst/>
              <a:gdLst/>
              <a:ahLst/>
              <a:cxnLst/>
              <a:rect l="l" t="t" r="r" b="b"/>
              <a:pathLst>
                <a:path w="2601" h="1580" extrusionOk="0">
                  <a:moveTo>
                    <a:pt x="1021" y="0"/>
                  </a:moveTo>
                  <a:cubicBezTo>
                    <a:pt x="1021" y="0"/>
                    <a:pt x="882" y="27"/>
                    <a:pt x="817" y="33"/>
                  </a:cubicBezTo>
                  <a:cubicBezTo>
                    <a:pt x="780" y="33"/>
                    <a:pt x="759" y="27"/>
                    <a:pt x="743" y="27"/>
                  </a:cubicBezTo>
                  <a:cubicBezTo>
                    <a:pt x="728" y="27"/>
                    <a:pt x="718" y="33"/>
                    <a:pt x="705" y="60"/>
                  </a:cubicBezTo>
                  <a:cubicBezTo>
                    <a:pt x="678" y="106"/>
                    <a:pt x="645" y="191"/>
                    <a:pt x="632" y="244"/>
                  </a:cubicBezTo>
                  <a:cubicBezTo>
                    <a:pt x="619" y="303"/>
                    <a:pt x="586" y="329"/>
                    <a:pt x="520" y="435"/>
                  </a:cubicBezTo>
                  <a:cubicBezTo>
                    <a:pt x="461" y="533"/>
                    <a:pt x="435" y="606"/>
                    <a:pt x="402" y="665"/>
                  </a:cubicBezTo>
                  <a:cubicBezTo>
                    <a:pt x="362" y="724"/>
                    <a:pt x="369" y="764"/>
                    <a:pt x="303" y="803"/>
                  </a:cubicBezTo>
                  <a:cubicBezTo>
                    <a:pt x="237" y="849"/>
                    <a:pt x="244" y="836"/>
                    <a:pt x="139" y="915"/>
                  </a:cubicBezTo>
                  <a:cubicBezTo>
                    <a:pt x="33" y="988"/>
                    <a:pt x="1" y="1047"/>
                    <a:pt x="7" y="1086"/>
                  </a:cubicBezTo>
                  <a:cubicBezTo>
                    <a:pt x="14" y="1086"/>
                    <a:pt x="27" y="1086"/>
                    <a:pt x="47" y="1080"/>
                  </a:cubicBezTo>
                  <a:cubicBezTo>
                    <a:pt x="53" y="1077"/>
                    <a:pt x="59" y="1077"/>
                    <a:pt x="64" y="1077"/>
                  </a:cubicBezTo>
                  <a:cubicBezTo>
                    <a:pt x="90" y="1077"/>
                    <a:pt x="99" y="1099"/>
                    <a:pt x="99" y="1099"/>
                  </a:cubicBezTo>
                  <a:cubicBezTo>
                    <a:pt x="99" y="1099"/>
                    <a:pt x="205" y="1198"/>
                    <a:pt x="211" y="1205"/>
                  </a:cubicBezTo>
                  <a:cubicBezTo>
                    <a:pt x="218" y="1218"/>
                    <a:pt x="323" y="1238"/>
                    <a:pt x="336" y="1238"/>
                  </a:cubicBezTo>
                  <a:cubicBezTo>
                    <a:pt x="356" y="1238"/>
                    <a:pt x="415" y="1211"/>
                    <a:pt x="488" y="1165"/>
                  </a:cubicBezTo>
                  <a:cubicBezTo>
                    <a:pt x="553" y="1119"/>
                    <a:pt x="520" y="1132"/>
                    <a:pt x="547" y="1086"/>
                  </a:cubicBezTo>
                  <a:cubicBezTo>
                    <a:pt x="580" y="1040"/>
                    <a:pt x="593" y="1020"/>
                    <a:pt x="626" y="1001"/>
                  </a:cubicBezTo>
                  <a:cubicBezTo>
                    <a:pt x="659" y="988"/>
                    <a:pt x="718" y="988"/>
                    <a:pt x="751" y="968"/>
                  </a:cubicBezTo>
                  <a:cubicBezTo>
                    <a:pt x="784" y="948"/>
                    <a:pt x="810" y="948"/>
                    <a:pt x="836" y="909"/>
                  </a:cubicBezTo>
                  <a:cubicBezTo>
                    <a:pt x="863" y="876"/>
                    <a:pt x="935" y="869"/>
                    <a:pt x="1021" y="843"/>
                  </a:cubicBezTo>
                  <a:cubicBezTo>
                    <a:pt x="1029" y="840"/>
                    <a:pt x="1036" y="839"/>
                    <a:pt x="1042" y="839"/>
                  </a:cubicBezTo>
                  <a:cubicBezTo>
                    <a:pt x="1087" y="839"/>
                    <a:pt x="1040" y="923"/>
                    <a:pt x="1040" y="935"/>
                  </a:cubicBezTo>
                  <a:cubicBezTo>
                    <a:pt x="1040" y="941"/>
                    <a:pt x="1021" y="1007"/>
                    <a:pt x="1021" y="1034"/>
                  </a:cubicBezTo>
                  <a:cubicBezTo>
                    <a:pt x="1021" y="1053"/>
                    <a:pt x="942" y="1047"/>
                    <a:pt x="915" y="1060"/>
                  </a:cubicBezTo>
                  <a:cubicBezTo>
                    <a:pt x="882" y="1067"/>
                    <a:pt x="902" y="1099"/>
                    <a:pt x="869" y="1152"/>
                  </a:cubicBezTo>
                  <a:cubicBezTo>
                    <a:pt x="830" y="1198"/>
                    <a:pt x="836" y="1192"/>
                    <a:pt x="836" y="1211"/>
                  </a:cubicBezTo>
                  <a:cubicBezTo>
                    <a:pt x="836" y="1231"/>
                    <a:pt x="843" y="1310"/>
                    <a:pt x="856" y="1317"/>
                  </a:cubicBezTo>
                  <a:cubicBezTo>
                    <a:pt x="869" y="1323"/>
                    <a:pt x="896" y="1409"/>
                    <a:pt x="915" y="1422"/>
                  </a:cubicBezTo>
                  <a:cubicBezTo>
                    <a:pt x="922" y="1426"/>
                    <a:pt x="929" y="1428"/>
                    <a:pt x="936" y="1428"/>
                  </a:cubicBezTo>
                  <a:cubicBezTo>
                    <a:pt x="950" y="1428"/>
                    <a:pt x="961" y="1422"/>
                    <a:pt x="961" y="1422"/>
                  </a:cubicBezTo>
                  <a:cubicBezTo>
                    <a:pt x="961" y="1422"/>
                    <a:pt x="1054" y="1389"/>
                    <a:pt x="1067" y="1389"/>
                  </a:cubicBezTo>
                  <a:cubicBezTo>
                    <a:pt x="1079" y="1389"/>
                    <a:pt x="1132" y="1436"/>
                    <a:pt x="1160" y="1436"/>
                  </a:cubicBezTo>
                  <a:cubicBezTo>
                    <a:pt x="1162" y="1436"/>
                    <a:pt x="1164" y="1435"/>
                    <a:pt x="1165" y="1435"/>
                  </a:cubicBezTo>
                  <a:cubicBezTo>
                    <a:pt x="1192" y="1435"/>
                    <a:pt x="1205" y="1402"/>
                    <a:pt x="1238" y="1376"/>
                  </a:cubicBezTo>
                  <a:cubicBezTo>
                    <a:pt x="1245" y="1372"/>
                    <a:pt x="1252" y="1370"/>
                    <a:pt x="1258" y="1370"/>
                  </a:cubicBezTo>
                  <a:cubicBezTo>
                    <a:pt x="1283" y="1370"/>
                    <a:pt x="1296" y="1398"/>
                    <a:pt x="1317" y="1409"/>
                  </a:cubicBezTo>
                  <a:cubicBezTo>
                    <a:pt x="1343" y="1422"/>
                    <a:pt x="1330" y="1501"/>
                    <a:pt x="1337" y="1534"/>
                  </a:cubicBezTo>
                  <a:cubicBezTo>
                    <a:pt x="1343" y="1560"/>
                    <a:pt x="1389" y="1580"/>
                    <a:pt x="1409" y="1580"/>
                  </a:cubicBezTo>
                  <a:cubicBezTo>
                    <a:pt x="1429" y="1580"/>
                    <a:pt x="1462" y="1534"/>
                    <a:pt x="1475" y="1514"/>
                  </a:cubicBezTo>
                  <a:cubicBezTo>
                    <a:pt x="1488" y="1494"/>
                    <a:pt x="1521" y="1488"/>
                    <a:pt x="1534" y="1468"/>
                  </a:cubicBezTo>
                  <a:cubicBezTo>
                    <a:pt x="1547" y="1448"/>
                    <a:pt x="1534" y="1428"/>
                    <a:pt x="1527" y="1422"/>
                  </a:cubicBezTo>
                  <a:cubicBezTo>
                    <a:pt x="1514" y="1415"/>
                    <a:pt x="1494" y="1356"/>
                    <a:pt x="1501" y="1336"/>
                  </a:cubicBezTo>
                  <a:cubicBezTo>
                    <a:pt x="1501" y="1317"/>
                    <a:pt x="1527" y="1310"/>
                    <a:pt x="1541" y="1290"/>
                  </a:cubicBezTo>
                  <a:cubicBezTo>
                    <a:pt x="1547" y="1271"/>
                    <a:pt x="1541" y="1257"/>
                    <a:pt x="1514" y="1218"/>
                  </a:cubicBezTo>
                  <a:cubicBezTo>
                    <a:pt x="1501" y="1205"/>
                    <a:pt x="1501" y="1198"/>
                    <a:pt x="1501" y="1198"/>
                  </a:cubicBezTo>
                  <a:cubicBezTo>
                    <a:pt x="1501" y="1198"/>
                    <a:pt x="1501" y="1200"/>
                    <a:pt x="1499" y="1200"/>
                  </a:cubicBezTo>
                  <a:cubicBezTo>
                    <a:pt x="1498" y="1200"/>
                    <a:pt x="1494" y="1198"/>
                    <a:pt x="1488" y="1192"/>
                  </a:cubicBezTo>
                  <a:cubicBezTo>
                    <a:pt x="1462" y="1165"/>
                    <a:pt x="1481" y="1145"/>
                    <a:pt x="1488" y="1106"/>
                  </a:cubicBezTo>
                  <a:cubicBezTo>
                    <a:pt x="1494" y="1060"/>
                    <a:pt x="1541" y="1067"/>
                    <a:pt x="1567" y="1060"/>
                  </a:cubicBezTo>
                  <a:cubicBezTo>
                    <a:pt x="1568" y="1060"/>
                    <a:pt x="1570" y="1059"/>
                    <a:pt x="1572" y="1059"/>
                  </a:cubicBezTo>
                  <a:cubicBezTo>
                    <a:pt x="1598" y="1059"/>
                    <a:pt x="1634" y="1107"/>
                    <a:pt x="1652" y="1126"/>
                  </a:cubicBezTo>
                  <a:cubicBezTo>
                    <a:pt x="1679" y="1145"/>
                    <a:pt x="1699" y="1159"/>
                    <a:pt x="1699" y="1159"/>
                  </a:cubicBezTo>
                  <a:cubicBezTo>
                    <a:pt x="1699" y="1159"/>
                    <a:pt x="1722" y="1156"/>
                    <a:pt x="1749" y="1156"/>
                  </a:cubicBezTo>
                  <a:cubicBezTo>
                    <a:pt x="1763" y="1156"/>
                    <a:pt x="1777" y="1156"/>
                    <a:pt x="1791" y="1159"/>
                  </a:cubicBezTo>
                  <a:cubicBezTo>
                    <a:pt x="1804" y="1161"/>
                    <a:pt x="1813" y="1162"/>
                    <a:pt x="1820" y="1162"/>
                  </a:cubicBezTo>
                  <a:cubicBezTo>
                    <a:pt x="1834" y="1162"/>
                    <a:pt x="1837" y="1159"/>
                    <a:pt x="1837" y="1159"/>
                  </a:cubicBezTo>
                  <a:cubicBezTo>
                    <a:pt x="1837" y="1159"/>
                    <a:pt x="1929" y="1205"/>
                    <a:pt x="1942" y="1205"/>
                  </a:cubicBezTo>
                  <a:cubicBezTo>
                    <a:pt x="1955" y="1205"/>
                    <a:pt x="2100" y="1205"/>
                    <a:pt x="2107" y="1192"/>
                  </a:cubicBezTo>
                  <a:cubicBezTo>
                    <a:pt x="2110" y="1188"/>
                    <a:pt x="2117" y="1187"/>
                    <a:pt x="2126" y="1187"/>
                  </a:cubicBezTo>
                  <a:cubicBezTo>
                    <a:pt x="2146" y="1187"/>
                    <a:pt x="2174" y="1193"/>
                    <a:pt x="2190" y="1193"/>
                  </a:cubicBezTo>
                  <a:cubicBezTo>
                    <a:pt x="2194" y="1193"/>
                    <a:pt x="2197" y="1193"/>
                    <a:pt x="2199" y="1192"/>
                  </a:cubicBezTo>
                  <a:cubicBezTo>
                    <a:pt x="2199" y="1191"/>
                    <a:pt x="2199" y="1191"/>
                    <a:pt x="2200" y="1191"/>
                  </a:cubicBezTo>
                  <a:cubicBezTo>
                    <a:pt x="2212" y="1191"/>
                    <a:pt x="2304" y="1271"/>
                    <a:pt x="2304" y="1271"/>
                  </a:cubicBezTo>
                  <a:cubicBezTo>
                    <a:pt x="2304" y="1271"/>
                    <a:pt x="2383" y="1264"/>
                    <a:pt x="2462" y="1257"/>
                  </a:cubicBezTo>
                  <a:cubicBezTo>
                    <a:pt x="2501" y="1257"/>
                    <a:pt x="2561" y="1244"/>
                    <a:pt x="2600" y="1224"/>
                  </a:cubicBezTo>
                  <a:cubicBezTo>
                    <a:pt x="2561" y="1067"/>
                    <a:pt x="2508" y="902"/>
                    <a:pt x="2488" y="836"/>
                  </a:cubicBezTo>
                  <a:cubicBezTo>
                    <a:pt x="2449" y="724"/>
                    <a:pt x="2376" y="448"/>
                    <a:pt x="2343" y="395"/>
                  </a:cubicBezTo>
                  <a:cubicBezTo>
                    <a:pt x="2304" y="336"/>
                    <a:pt x="2179" y="158"/>
                    <a:pt x="2120" y="152"/>
                  </a:cubicBezTo>
                  <a:cubicBezTo>
                    <a:pt x="2077" y="142"/>
                    <a:pt x="1977" y="122"/>
                    <a:pt x="1884" y="122"/>
                  </a:cubicBezTo>
                  <a:cubicBezTo>
                    <a:pt x="1849" y="122"/>
                    <a:pt x="1814" y="125"/>
                    <a:pt x="1784" y="132"/>
                  </a:cubicBezTo>
                  <a:cubicBezTo>
                    <a:pt x="1705" y="146"/>
                    <a:pt x="1669" y="160"/>
                    <a:pt x="1610" y="160"/>
                  </a:cubicBezTo>
                  <a:cubicBezTo>
                    <a:pt x="1586" y="160"/>
                    <a:pt x="1557" y="157"/>
                    <a:pt x="1521" y="152"/>
                  </a:cubicBezTo>
                  <a:cubicBezTo>
                    <a:pt x="1389" y="139"/>
                    <a:pt x="1310" y="152"/>
                    <a:pt x="1271" y="112"/>
                  </a:cubicBezTo>
                  <a:cubicBezTo>
                    <a:pt x="1225" y="66"/>
                    <a:pt x="1133" y="60"/>
                    <a:pt x="1093" y="40"/>
                  </a:cubicBezTo>
                  <a:cubicBezTo>
                    <a:pt x="1073" y="33"/>
                    <a:pt x="1047" y="20"/>
                    <a:pt x="1021" y="0"/>
                  </a:cubicBezTo>
                  <a:close/>
                </a:path>
              </a:pathLst>
            </a:custGeom>
            <a:solidFill>
              <a:srgbClr val="C00000"/>
            </a:solidFill>
            <a:ln w="14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16" name="Agrupar 315">
            <a:extLst>
              <a:ext uri="{FF2B5EF4-FFF2-40B4-BE49-F238E27FC236}">
                <a16:creationId xmlns:a16="http://schemas.microsoft.com/office/drawing/2014/main" id="{8B8BB82F-3ECA-4D94-35D0-4A207B169ED0}"/>
              </a:ext>
            </a:extLst>
          </p:cNvPr>
          <p:cNvGrpSpPr/>
          <p:nvPr/>
        </p:nvGrpSpPr>
        <p:grpSpPr>
          <a:xfrm>
            <a:off x="1218249" y="6306491"/>
            <a:ext cx="3568822" cy="991679"/>
            <a:chOff x="932512" y="6638286"/>
            <a:chExt cx="3981621" cy="1106385"/>
          </a:xfrm>
        </p:grpSpPr>
        <p:grpSp>
          <p:nvGrpSpPr>
            <p:cNvPr id="315" name="Agrupar 314">
              <a:extLst>
                <a:ext uri="{FF2B5EF4-FFF2-40B4-BE49-F238E27FC236}">
                  <a16:creationId xmlns:a16="http://schemas.microsoft.com/office/drawing/2014/main" id="{14942152-37B4-05E8-2BD8-52209D0AED83}"/>
                </a:ext>
              </a:extLst>
            </p:cNvPr>
            <p:cNvGrpSpPr/>
            <p:nvPr/>
          </p:nvGrpSpPr>
          <p:grpSpPr>
            <a:xfrm>
              <a:off x="932512" y="6638286"/>
              <a:ext cx="1031923" cy="1094487"/>
              <a:chOff x="5022313" y="3089534"/>
              <a:chExt cx="1031923" cy="1094487"/>
            </a:xfrm>
          </p:grpSpPr>
          <p:pic>
            <p:nvPicPr>
              <p:cNvPr id="302" name="Gráfico 301" descr="Homem estrutura de tópicos">
                <a:extLst>
                  <a:ext uri="{FF2B5EF4-FFF2-40B4-BE49-F238E27FC236}">
                    <a16:creationId xmlns:a16="http://schemas.microsoft.com/office/drawing/2014/main" id="{92C961A3-29D6-3BF8-B1C9-C5A41F9FEA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444069" y="3573854"/>
                <a:ext cx="610167" cy="610167"/>
              </a:xfrm>
              <a:prstGeom prst="rect">
                <a:avLst/>
              </a:prstGeom>
            </p:spPr>
          </p:pic>
          <p:pic>
            <p:nvPicPr>
              <p:cNvPr id="303" name="Gráfico 302" descr="Homem estrutura de tópicos">
                <a:extLst>
                  <a:ext uri="{FF2B5EF4-FFF2-40B4-BE49-F238E27FC236}">
                    <a16:creationId xmlns:a16="http://schemas.microsoft.com/office/drawing/2014/main" id="{213CF4A5-DCD4-2D05-EC4C-ADBFAD12B9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022313" y="3573854"/>
                <a:ext cx="610167" cy="610167"/>
              </a:xfrm>
              <a:prstGeom prst="rect">
                <a:avLst/>
              </a:prstGeom>
            </p:spPr>
          </p:pic>
          <p:sp>
            <p:nvSpPr>
              <p:cNvPr id="308" name="Rectangle 50">
                <a:extLst>
                  <a:ext uri="{FF2B5EF4-FFF2-40B4-BE49-F238E27FC236}">
                    <a16:creationId xmlns:a16="http://schemas.microsoft.com/office/drawing/2014/main" id="{E098F7AE-A796-FC87-B8AC-FCAB4BEA95C1}"/>
                  </a:ext>
                </a:extLst>
              </p:cNvPr>
              <p:cNvSpPr/>
              <p:nvPr/>
            </p:nvSpPr>
            <p:spPr>
              <a:xfrm>
                <a:off x="5328629" y="3089534"/>
                <a:ext cx="511519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6000" tIns="0" rIns="96000" bIns="0" rtlCol="0" anchor="t" anchorCtr="0">
                <a:spAutoFit/>
              </a:bodyPr>
              <a:lstStyle/>
              <a:p>
                <a:pPr>
                  <a:spcAft>
                    <a:spcPts val="800"/>
                  </a:spcAft>
                  <a:buClr>
                    <a:srgbClr val="3DD969"/>
                  </a:buClr>
                </a:pPr>
                <a:r>
                  <a:rPr lang="pt-BR">
                    <a:solidFill>
                      <a:srgbClr val="0E284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AL</a:t>
                </a:r>
                <a:endParaRPr lang="pt-BR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 Light" panose="00000400000000000000" pitchFamily="2" charset="0"/>
                  <a:cs typeface="Poppins Light" panose="00000400000000000000" pitchFamily="2" charset="0"/>
                </a:endParaRPr>
              </a:p>
            </p:txBody>
          </p:sp>
        </p:grpSp>
        <p:grpSp>
          <p:nvGrpSpPr>
            <p:cNvPr id="312" name="Agrupar 311">
              <a:extLst>
                <a:ext uri="{FF2B5EF4-FFF2-40B4-BE49-F238E27FC236}">
                  <a16:creationId xmlns:a16="http://schemas.microsoft.com/office/drawing/2014/main" id="{C8C3F0E1-2142-AE16-1A51-AF472096A928}"/>
                </a:ext>
              </a:extLst>
            </p:cNvPr>
            <p:cNvGrpSpPr/>
            <p:nvPr/>
          </p:nvGrpSpPr>
          <p:grpSpPr>
            <a:xfrm>
              <a:off x="1984904" y="6668904"/>
              <a:ext cx="1875436" cy="1075767"/>
              <a:chOff x="4610812" y="3994295"/>
              <a:chExt cx="1875436" cy="1075767"/>
            </a:xfrm>
          </p:grpSpPr>
          <p:grpSp>
            <p:nvGrpSpPr>
              <p:cNvPr id="309" name="Agrupar 308">
                <a:extLst>
                  <a:ext uri="{FF2B5EF4-FFF2-40B4-BE49-F238E27FC236}">
                    <a16:creationId xmlns:a16="http://schemas.microsoft.com/office/drawing/2014/main" id="{07327515-B290-7632-BCE1-76AA23469505}"/>
                  </a:ext>
                </a:extLst>
              </p:cNvPr>
              <p:cNvGrpSpPr/>
              <p:nvPr/>
            </p:nvGrpSpPr>
            <p:grpSpPr>
              <a:xfrm>
                <a:off x="4610812" y="4459883"/>
                <a:ext cx="1875436" cy="610179"/>
                <a:chOff x="4610812" y="4248748"/>
                <a:chExt cx="1875436" cy="610179"/>
              </a:xfrm>
            </p:grpSpPr>
            <p:pic>
              <p:nvPicPr>
                <p:cNvPr id="295" name="Gráfico 294" descr="Homem estrutura de tópicos">
                  <a:extLst>
                    <a:ext uri="{FF2B5EF4-FFF2-40B4-BE49-F238E27FC236}">
                      <a16:creationId xmlns:a16="http://schemas.microsoft.com/office/drawing/2014/main" id="{6C7788FB-4886-EA72-5157-7B12479D94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2568" y="4248756"/>
                  <a:ext cx="610167" cy="610167"/>
                </a:xfrm>
                <a:prstGeom prst="rect">
                  <a:avLst/>
                </a:prstGeom>
              </p:spPr>
            </p:pic>
            <p:pic>
              <p:nvPicPr>
                <p:cNvPr id="298" name="Gráfico 297" descr="Homem estrutura de tópicos">
                  <a:extLst>
                    <a:ext uri="{FF2B5EF4-FFF2-40B4-BE49-F238E27FC236}">
                      <a16:creationId xmlns:a16="http://schemas.microsoft.com/office/drawing/2014/main" id="{B866C74D-F556-E9D5-EF1F-B35EEE9EA3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10812" y="4248748"/>
                  <a:ext cx="610167" cy="610167"/>
                </a:xfrm>
                <a:prstGeom prst="rect">
                  <a:avLst/>
                </a:prstGeom>
              </p:spPr>
            </p:pic>
            <p:pic>
              <p:nvPicPr>
                <p:cNvPr id="299" name="Gráfico 298" descr="Homem estrutura de tópicos">
                  <a:extLst>
                    <a:ext uri="{FF2B5EF4-FFF2-40B4-BE49-F238E27FC236}">
                      <a16:creationId xmlns:a16="http://schemas.microsoft.com/office/drawing/2014/main" id="{3E3593D6-E7E7-5F65-FE2A-9D3786B9E4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54324" y="4248760"/>
                  <a:ext cx="610167" cy="610167"/>
                </a:xfrm>
                <a:prstGeom prst="rect">
                  <a:avLst/>
                </a:prstGeom>
              </p:spPr>
            </p:pic>
            <p:pic>
              <p:nvPicPr>
                <p:cNvPr id="300" name="Gráfico 299" descr="Homem estrutura de tópicos">
                  <a:extLst>
                    <a:ext uri="{FF2B5EF4-FFF2-40B4-BE49-F238E27FC236}">
                      <a16:creationId xmlns:a16="http://schemas.microsoft.com/office/drawing/2014/main" id="{A216DD3A-296C-0D98-2150-1A81C44B83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76081" y="4248756"/>
                  <a:ext cx="610167" cy="610167"/>
                </a:xfrm>
                <a:prstGeom prst="rect">
                  <a:avLst/>
                </a:prstGeom>
              </p:spPr>
            </p:pic>
          </p:grpSp>
          <p:sp>
            <p:nvSpPr>
              <p:cNvPr id="311" name="Rectangle 50">
                <a:extLst>
                  <a:ext uri="{FF2B5EF4-FFF2-40B4-BE49-F238E27FC236}">
                    <a16:creationId xmlns:a16="http://schemas.microsoft.com/office/drawing/2014/main" id="{AF16CCC6-5384-40E2-2CE5-06C829D4F7F6}"/>
                  </a:ext>
                </a:extLst>
              </p:cNvPr>
              <p:cNvSpPr/>
              <p:nvPr/>
            </p:nvSpPr>
            <p:spPr>
              <a:xfrm>
                <a:off x="5313297" y="3994295"/>
                <a:ext cx="511519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6000" tIns="0" rIns="96000" bIns="0" rtlCol="0" anchor="t" anchorCtr="0">
                <a:spAutoFit/>
              </a:bodyPr>
              <a:lstStyle/>
              <a:p>
                <a:pPr>
                  <a:spcAft>
                    <a:spcPts val="800"/>
                  </a:spcAft>
                  <a:buClr>
                    <a:srgbClr val="3DD969"/>
                  </a:buClr>
                </a:pPr>
                <a:r>
                  <a:rPr lang="pt-BR">
                    <a:solidFill>
                      <a:srgbClr val="0E284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PE</a:t>
                </a:r>
                <a:endParaRPr lang="pt-BR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 Light" panose="00000400000000000000" pitchFamily="2" charset="0"/>
                  <a:cs typeface="Poppins Light" panose="00000400000000000000" pitchFamily="2" charset="0"/>
                </a:endParaRPr>
              </a:p>
            </p:txBody>
          </p:sp>
        </p:grpSp>
        <p:grpSp>
          <p:nvGrpSpPr>
            <p:cNvPr id="314" name="Agrupar 313">
              <a:extLst>
                <a:ext uri="{FF2B5EF4-FFF2-40B4-BE49-F238E27FC236}">
                  <a16:creationId xmlns:a16="http://schemas.microsoft.com/office/drawing/2014/main" id="{5309E2BB-140E-A9B1-B1A1-973027E0873E}"/>
                </a:ext>
              </a:extLst>
            </p:cNvPr>
            <p:cNvGrpSpPr/>
            <p:nvPr/>
          </p:nvGrpSpPr>
          <p:grpSpPr>
            <a:xfrm>
              <a:off x="3877355" y="6715961"/>
              <a:ext cx="1036778" cy="1016812"/>
              <a:chOff x="5044446" y="5915048"/>
              <a:chExt cx="1036778" cy="1016812"/>
            </a:xfrm>
          </p:grpSpPr>
          <p:grpSp>
            <p:nvGrpSpPr>
              <p:cNvPr id="310" name="Agrupar 309">
                <a:extLst>
                  <a:ext uri="{FF2B5EF4-FFF2-40B4-BE49-F238E27FC236}">
                    <a16:creationId xmlns:a16="http://schemas.microsoft.com/office/drawing/2014/main" id="{D2ED86EC-7FFB-B822-1957-791427ED5057}"/>
                  </a:ext>
                </a:extLst>
              </p:cNvPr>
              <p:cNvGrpSpPr/>
              <p:nvPr/>
            </p:nvGrpSpPr>
            <p:grpSpPr>
              <a:xfrm>
                <a:off x="5044446" y="6319411"/>
                <a:ext cx="1036778" cy="612449"/>
                <a:chOff x="5029114" y="4933071"/>
                <a:chExt cx="1036778" cy="612449"/>
              </a:xfrm>
            </p:grpSpPr>
            <p:pic>
              <p:nvPicPr>
                <p:cNvPr id="304" name="Gráfico 303" descr="Homem estrutura de tópicos">
                  <a:extLst>
                    <a:ext uri="{FF2B5EF4-FFF2-40B4-BE49-F238E27FC236}">
                      <a16:creationId xmlns:a16="http://schemas.microsoft.com/office/drawing/2014/main" id="{A154C3F7-3F4C-DCA6-48DA-DA536AF0AC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55725" y="4933071"/>
                  <a:ext cx="610167" cy="610166"/>
                </a:xfrm>
                <a:prstGeom prst="rect">
                  <a:avLst/>
                </a:prstGeom>
              </p:spPr>
            </p:pic>
            <p:pic>
              <p:nvPicPr>
                <p:cNvPr id="305" name="Gráfico 304" descr="Homem estrutura de tópicos">
                  <a:extLst>
                    <a:ext uri="{FF2B5EF4-FFF2-40B4-BE49-F238E27FC236}">
                      <a16:creationId xmlns:a16="http://schemas.microsoft.com/office/drawing/2014/main" id="{80684BC3-CA46-3992-E4E9-BFB9C6D35B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29114" y="4935353"/>
                  <a:ext cx="610167" cy="610167"/>
                </a:xfrm>
                <a:prstGeom prst="rect">
                  <a:avLst/>
                </a:prstGeom>
              </p:spPr>
            </p:pic>
          </p:grpSp>
          <p:sp>
            <p:nvSpPr>
              <p:cNvPr id="313" name="Rectangle 50">
                <a:extLst>
                  <a:ext uri="{FF2B5EF4-FFF2-40B4-BE49-F238E27FC236}">
                    <a16:creationId xmlns:a16="http://schemas.microsoft.com/office/drawing/2014/main" id="{BD6E8A18-2574-ECE6-2571-5A493684F863}"/>
                  </a:ext>
                </a:extLst>
              </p:cNvPr>
              <p:cNvSpPr/>
              <p:nvPr/>
            </p:nvSpPr>
            <p:spPr>
              <a:xfrm>
                <a:off x="5332457" y="5915048"/>
                <a:ext cx="723985" cy="3090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6000" tIns="0" rIns="96000" bIns="0" rtlCol="0" anchor="t" anchorCtr="0">
                <a:spAutoFit/>
              </a:bodyPr>
              <a:lstStyle/>
              <a:p>
                <a:pPr>
                  <a:spcAft>
                    <a:spcPts val="800"/>
                  </a:spcAft>
                  <a:buClr>
                    <a:srgbClr val="3DD969"/>
                  </a:buClr>
                </a:pPr>
                <a:r>
                  <a:rPr lang="pt-BR">
                    <a:solidFill>
                      <a:srgbClr val="0E284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PB</a:t>
                </a:r>
                <a:endParaRPr lang="pt-BR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 Light" panose="00000400000000000000" pitchFamily="2" charset="0"/>
                  <a:cs typeface="Poppins Light" panose="00000400000000000000" pitchFamily="2" charset="0"/>
                </a:endParaRPr>
              </a:p>
            </p:txBody>
          </p:sp>
        </p:grpSp>
      </p:grpSp>
      <p:sp>
        <p:nvSpPr>
          <p:cNvPr id="323" name="Freeform: Shape 54">
            <a:extLst>
              <a:ext uri="{FF2B5EF4-FFF2-40B4-BE49-F238E27FC236}">
                <a16:creationId xmlns:a16="http://schemas.microsoft.com/office/drawing/2014/main" id="{A0B95915-946F-CAD3-4215-EB37DC873E69}"/>
              </a:ext>
            </a:extLst>
          </p:cNvPr>
          <p:cNvSpPr/>
          <p:nvPr/>
        </p:nvSpPr>
        <p:spPr>
          <a:xfrm flipH="1">
            <a:off x="5258088" y="2159697"/>
            <a:ext cx="195832" cy="5582911"/>
          </a:xfrm>
          <a:custGeom>
            <a:avLst/>
            <a:gdLst>
              <a:gd name="connsiteX0" fmla="*/ 0 w 0"/>
              <a:gd name="connsiteY0" fmla="*/ 0 h 2905125"/>
              <a:gd name="connsiteX1" fmla="*/ 0 w 0"/>
              <a:gd name="connsiteY1" fmla="*/ 2905125 h 290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905125">
                <a:moveTo>
                  <a:pt x="0" y="0"/>
                </a:moveTo>
                <a:lnTo>
                  <a:pt x="0" y="2905125"/>
                </a:lnTo>
              </a:path>
            </a:pathLst>
          </a:custGeom>
          <a:noFill/>
          <a:ln w="19050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24" name="Rectangle 50">
            <a:extLst>
              <a:ext uri="{FF2B5EF4-FFF2-40B4-BE49-F238E27FC236}">
                <a16:creationId xmlns:a16="http://schemas.microsoft.com/office/drawing/2014/main" id="{D6F704E6-7D48-5690-5E22-1A79CE6412C5}"/>
              </a:ext>
            </a:extLst>
          </p:cNvPr>
          <p:cNvSpPr/>
          <p:nvPr/>
        </p:nvSpPr>
        <p:spPr>
          <a:xfrm>
            <a:off x="972319" y="2409461"/>
            <a:ext cx="4243985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pPr algn="ctr">
              <a:spcAft>
                <a:spcPts val="800"/>
              </a:spcAft>
              <a:buClr>
                <a:srgbClr val="3DD969"/>
              </a:buClr>
            </a:pPr>
            <a:r>
              <a:rPr lang="pt-BR" sz="1600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Montagem de </a:t>
            </a:r>
            <a:r>
              <a:rPr lang="pt-BR" sz="1600" b="1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time comercial ativo de 8 vendedores </a:t>
            </a:r>
            <a:r>
              <a:rPr lang="pt-BR" sz="1600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para venda/ locação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grpSp>
        <p:nvGrpSpPr>
          <p:cNvPr id="349" name="Agrupar 348">
            <a:extLst>
              <a:ext uri="{FF2B5EF4-FFF2-40B4-BE49-F238E27FC236}">
                <a16:creationId xmlns:a16="http://schemas.microsoft.com/office/drawing/2014/main" id="{CD61656D-7621-A301-EF52-99DA1BA330FA}"/>
              </a:ext>
            </a:extLst>
          </p:cNvPr>
          <p:cNvGrpSpPr/>
          <p:nvPr/>
        </p:nvGrpSpPr>
        <p:grpSpPr>
          <a:xfrm>
            <a:off x="6055021" y="2655492"/>
            <a:ext cx="3057495" cy="4339377"/>
            <a:chOff x="5590093" y="3003386"/>
            <a:chExt cx="3213458" cy="4652400"/>
          </a:xfrm>
        </p:grpSpPr>
        <p:pic>
          <p:nvPicPr>
            <p:cNvPr id="330" name="Gráfico 329" descr="Crescimento Comercial estrutura de tópicos">
              <a:extLst>
                <a:ext uri="{FF2B5EF4-FFF2-40B4-BE49-F238E27FC236}">
                  <a16:creationId xmlns:a16="http://schemas.microsoft.com/office/drawing/2014/main" id="{B0559A9A-F1E2-FAA9-BBA9-B2D60CC566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90093" y="6741386"/>
              <a:ext cx="914400" cy="914400"/>
            </a:xfrm>
            <a:prstGeom prst="rect">
              <a:avLst/>
            </a:prstGeom>
          </p:spPr>
        </p:pic>
        <p:pic>
          <p:nvPicPr>
            <p:cNvPr id="326" name="Gráfico 325" descr="Homem estrutura de tópicos">
              <a:extLst>
                <a:ext uri="{FF2B5EF4-FFF2-40B4-BE49-F238E27FC236}">
                  <a16:creationId xmlns:a16="http://schemas.microsoft.com/office/drawing/2014/main" id="{7CD22F04-55B3-5D96-DB9D-D4D99DEE50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27822" y="3003386"/>
              <a:ext cx="838943" cy="838943"/>
            </a:xfrm>
            <a:prstGeom prst="rect">
              <a:avLst/>
            </a:prstGeom>
          </p:spPr>
        </p:pic>
        <p:pic>
          <p:nvPicPr>
            <p:cNvPr id="328" name="Gráfico 327" descr="Laptop com preenchimento sólido">
              <a:extLst>
                <a:ext uri="{FF2B5EF4-FFF2-40B4-BE49-F238E27FC236}">
                  <a16:creationId xmlns:a16="http://schemas.microsoft.com/office/drawing/2014/main" id="{E7DB9152-8516-9E46-4911-08E632BBEB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45569" y="3942338"/>
              <a:ext cx="803449" cy="803449"/>
            </a:xfrm>
            <a:prstGeom prst="rect">
              <a:avLst/>
            </a:prstGeom>
          </p:spPr>
        </p:pic>
        <p:sp>
          <p:nvSpPr>
            <p:cNvPr id="331" name="Rectangle 50">
              <a:extLst>
                <a:ext uri="{FF2B5EF4-FFF2-40B4-BE49-F238E27FC236}">
                  <a16:creationId xmlns:a16="http://schemas.microsoft.com/office/drawing/2014/main" id="{F6AF88D9-285F-4D5E-334E-F79255E454FB}"/>
                </a:ext>
              </a:extLst>
            </p:cNvPr>
            <p:cNvSpPr/>
            <p:nvPr/>
          </p:nvSpPr>
          <p:spPr>
            <a:xfrm>
              <a:off x="6594819" y="3284358"/>
              <a:ext cx="1600479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>
                <a:spcAft>
                  <a:spcPts val="800"/>
                </a:spcAft>
                <a:buClr>
                  <a:srgbClr val="3DD969"/>
                </a:buClr>
              </a:pPr>
              <a:r>
                <a:rPr lang="pt-BR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SDR interno</a:t>
              </a:r>
              <a:endParaRPr lang="pt-BR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sp>
          <p:nvSpPr>
            <p:cNvPr id="332" name="Rectangle 50">
              <a:extLst>
                <a:ext uri="{FF2B5EF4-FFF2-40B4-BE49-F238E27FC236}">
                  <a16:creationId xmlns:a16="http://schemas.microsoft.com/office/drawing/2014/main" id="{E57366DC-2A94-513D-F8DE-35CF2A86FD10}"/>
                </a:ext>
              </a:extLst>
            </p:cNvPr>
            <p:cNvSpPr/>
            <p:nvPr/>
          </p:nvSpPr>
          <p:spPr>
            <a:xfrm>
              <a:off x="6460499" y="4072126"/>
              <a:ext cx="2101718" cy="553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 algn="ctr">
                <a:spcAft>
                  <a:spcPts val="800"/>
                </a:spcAft>
                <a:buClr>
                  <a:srgbClr val="3DD969"/>
                </a:buClr>
              </a:pPr>
              <a:r>
                <a:rPr lang="pt-BR" dirty="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Google </a:t>
              </a:r>
              <a:r>
                <a:rPr lang="pt-BR" dirty="0" err="1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adds</a:t>
              </a:r>
              <a:r>
                <a:rPr lang="pt-BR" dirty="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e tráfego pago</a:t>
              </a:r>
              <a:endPara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sp>
          <p:nvSpPr>
            <p:cNvPr id="333" name="Rectangle 50">
              <a:extLst>
                <a:ext uri="{FF2B5EF4-FFF2-40B4-BE49-F238E27FC236}">
                  <a16:creationId xmlns:a16="http://schemas.microsoft.com/office/drawing/2014/main" id="{1678FDB2-752A-9EF9-780C-F13A93DC4DB4}"/>
                </a:ext>
              </a:extLst>
            </p:cNvPr>
            <p:cNvSpPr/>
            <p:nvPr/>
          </p:nvSpPr>
          <p:spPr>
            <a:xfrm>
              <a:off x="6445133" y="5102176"/>
              <a:ext cx="2101718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 algn="ctr">
                <a:spcAft>
                  <a:spcPts val="800"/>
                </a:spcAft>
                <a:buClr>
                  <a:srgbClr val="3DD969"/>
                </a:buClr>
              </a:pPr>
              <a:r>
                <a:rPr lang="pt-BR" dirty="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Parcerias </a:t>
              </a:r>
              <a:endPara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pic>
          <p:nvPicPr>
            <p:cNvPr id="335" name="Gráfico 334" descr="Aperto de mão estrutura de tópicos">
              <a:extLst>
                <a:ext uri="{FF2B5EF4-FFF2-40B4-BE49-F238E27FC236}">
                  <a16:creationId xmlns:a16="http://schemas.microsoft.com/office/drawing/2014/main" id="{E41B9B44-564A-C547-9D87-D75BED15E8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45569" y="4845796"/>
              <a:ext cx="803449" cy="803449"/>
            </a:xfrm>
            <a:prstGeom prst="rect">
              <a:avLst/>
            </a:prstGeom>
          </p:spPr>
        </p:pic>
        <p:pic>
          <p:nvPicPr>
            <p:cNvPr id="337" name="Gráfico 336" descr="Transferência estrutura de tópicos">
              <a:extLst>
                <a:ext uri="{FF2B5EF4-FFF2-40B4-BE49-F238E27FC236}">
                  <a16:creationId xmlns:a16="http://schemas.microsoft.com/office/drawing/2014/main" id="{1E21BEAE-314E-5E3B-5DE1-E456772F2C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01232" y="5749254"/>
              <a:ext cx="892122" cy="892122"/>
            </a:xfrm>
            <a:prstGeom prst="rect">
              <a:avLst/>
            </a:prstGeom>
          </p:spPr>
        </p:pic>
        <p:sp>
          <p:nvSpPr>
            <p:cNvPr id="338" name="Rectangle 50">
              <a:extLst>
                <a:ext uri="{FF2B5EF4-FFF2-40B4-BE49-F238E27FC236}">
                  <a16:creationId xmlns:a16="http://schemas.microsoft.com/office/drawing/2014/main" id="{14A3BE61-E98E-A9CC-F4CC-4818EE732302}"/>
                </a:ext>
              </a:extLst>
            </p:cNvPr>
            <p:cNvSpPr/>
            <p:nvPr/>
          </p:nvSpPr>
          <p:spPr>
            <a:xfrm>
              <a:off x="6599621" y="6055406"/>
              <a:ext cx="1582224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 algn="ctr">
                <a:spcAft>
                  <a:spcPts val="800"/>
                </a:spcAft>
                <a:buClr>
                  <a:srgbClr val="3DD969"/>
                </a:buClr>
              </a:pPr>
              <a:r>
                <a:rPr lang="pt-BR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Trade In</a:t>
              </a:r>
              <a:endParaRPr lang="pt-BR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sp>
          <p:nvSpPr>
            <p:cNvPr id="341" name="Rectangle 50">
              <a:extLst>
                <a:ext uri="{FF2B5EF4-FFF2-40B4-BE49-F238E27FC236}">
                  <a16:creationId xmlns:a16="http://schemas.microsoft.com/office/drawing/2014/main" id="{6EC520B8-59AE-28B6-FFED-0C5200ED9100}"/>
                </a:ext>
              </a:extLst>
            </p:cNvPr>
            <p:cNvSpPr/>
            <p:nvPr/>
          </p:nvSpPr>
          <p:spPr>
            <a:xfrm>
              <a:off x="6562869" y="7030671"/>
              <a:ext cx="2240682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 algn="ctr">
                <a:spcAft>
                  <a:spcPts val="800"/>
                </a:spcAft>
                <a:buClr>
                  <a:srgbClr val="3DD969"/>
                </a:buClr>
              </a:pPr>
              <a:r>
                <a:rPr lang="pt-BR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Eventos e show</a:t>
              </a:r>
              <a:endParaRPr lang="pt-BR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A4FFF9B-5C36-BE7F-9ED1-AF850BC5719F}"/>
              </a:ext>
            </a:extLst>
          </p:cNvPr>
          <p:cNvGrpSpPr/>
          <p:nvPr/>
        </p:nvGrpSpPr>
        <p:grpSpPr>
          <a:xfrm>
            <a:off x="10006409" y="2678559"/>
            <a:ext cx="4236672" cy="5087510"/>
            <a:chOff x="9737752" y="2479095"/>
            <a:chExt cx="4773987" cy="5732734"/>
          </a:xfrm>
        </p:grpSpPr>
        <p:grpSp>
          <p:nvGrpSpPr>
            <p:cNvPr id="356" name="Agrupar 355">
              <a:extLst>
                <a:ext uri="{FF2B5EF4-FFF2-40B4-BE49-F238E27FC236}">
                  <a16:creationId xmlns:a16="http://schemas.microsoft.com/office/drawing/2014/main" id="{8CF77E27-1409-388A-36D3-036FB4170457}"/>
                </a:ext>
              </a:extLst>
            </p:cNvPr>
            <p:cNvGrpSpPr/>
            <p:nvPr/>
          </p:nvGrpSpPr>
          <p:grpSpPr>
            <a:xfrm>
              <a:off x="11352281" y="3074895"/>
              <a:ext cx="1436158" cy="867441"/>
              <a:chOff x="11426933" y="2516464"/>
              <a:chExt cx="1436158" cy="867441"/>
            </a:xfrm>
          </p:grpSpPr>
          <p:pic>
            <p:nvPicPr>
              <p:cNvPr id="348" name="Gráfico 347" descr="Público-alvo estrutura de tópicos">
                <a:extLst>
                  <a:ext uri="{FF2B5EF4-FFF2-40B4-BE49-F238E27FC236}">
                    <a16:creationId xmlns:a16="http://schemas.microsoft.com/office/drawing/2014/main" id="{E34C7945-89E6-2B62-6D1A-AA842897C1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786841" y="2595505"/>
                <a:ext cx="720150" cy="720150"/>
              </a:xfrm>
              <a:prstGeom prst="rect">
                <a:avLst/>
              </a:prstGeom>
            </p:spPr>
          </p:pic>
          <p:sp>
            <p:nvSpPr>
              <p:cNvPr id="354" name="Retângulo 353">
                <a:extLst>
                  <a:ext uri="{FF2B5EF4-FFF2-40B4-BE49-F238E27FC236}">
                    <a16:creationId xmlns:a16="http://schemas.microsoft.com/office/drawing/2014/main" id="{2AB3BA51-59CC-66F4-D235-F98C365C33FE}"/>
                  </a:ext>
                </a:extLst>
              </p:cNvPr>
              <p:cNvSpPr/>
              <p:nvPr/>
            </p:nvSpPr>
            <p:spPr>
              <a:xfrm>
                <a:off x="11426933" y="2516464"/>
                <a:ext cx="1436158" cy="86744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5" name="Rectangle 50">
              <a:extLst>
                <a:ext uri="{FF2B5EF4-FFF2-40B4-BE49-F238E27FC236}">
                  <a16:creationId xmlns:a16="http://schemas.microsoft.com/office/drawing/2014/main" id="{1C216D17-EB5D-C85B-26DC-F25142A9E80E}"/>
                </a:ext>
              </a:extLst>
            </p:cNvPr>
            <p:cNvSpPr/>
            <p:nvPr/>
          </p:nvSpPr>
          <p:spPr>
            <a:xfrm>
              <a:off x="11259895" y="2479095"/>
              <a:ext cx="1600479" cy="4924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 algn="ctr">
                <a:spcAft>
                  <a:spcPts val="800"/>
                </a:spcAft>
                <a:buClr>
                  <a:srgbClr val="3DD969"/>
                </a:buClr>
              </a:pPr>
              <a:r>
                <a:rPr lang="pt-BR" sz="160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Originação de leads</a:t>
              </a:r>
              <a:endParaRPr lang="pt-BR" sz="16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grpSp>
          <p:nvGrpSpPr>
            <p:cNvPr id="360" name="Agrupar 359">
              <a:extLst>
                <a:ext uri="{FF2B5EF4-FFF2-40B4-BE49-F238E27FC236}">
                  <a16:creationId xmlns:a16="http://schemas.microsoft.com/office/drawing/2014/main" id="{00E474A2-9EB5-90BD-13B6-50465D21459C}"/>
                </a:ext>
              </a:extLst>
            </p:cNvPr>
            <p:cNvGrpSpPr/>
            <p:nvPr/>
          </p:nvGrpSpPr>
          <p:grpSpPr>
            <a:xfrm>
              <a:off x="9960919" y="4170531"/>
              <a:ext cx="1011961" cy="944762"/>
              <a:chOff x="10093933" y="4131102"/>
              <a:chExt cx="1011961" cy="944762"/>
            </a:xfrm>
          </p:grpSpPr>
          <p:pic>
            <p:nvPicPr>
              <p:cNvPr id="344" name="Picture 10" descr="Generated image">
                <a:extLst>
                  <a:ext uri="{FF2B5EF4-FFF2-40B4-BE49-F238E27FC236}">
                    <a16:creationId xmlns:a16="http://schemas.microsoft.com/office/drawing/2014/main" id="{FD6ED354-3589-4D62-2462-4847A78942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93933" y="4131102"/>
                <a:ext cx="1011961" cy="9447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57" name="Retângulo 356">
                <a:extLst>
                  <a:ext uri="{FF2B5EF4-FFF2-40B4-BE49-F238E27FC236}">
                    <a16:creationId xmlns:a16="http://schemas.microsoft.com/office/drawing/2014/main" id="{10DD0F69-ED3A-7BF8-DD93-77AC15CD977F}"/>
                  </a:ext>
                </a:extLst>
              </p:cNvPr>
              <p:cNvSpPr/>
              <p:nvPr/>
            </p:nvSpPr>
            <p:spPr>
              <a:xfrm>
                <a:off x="10093933" y="4211378"/>
                <a:ext cx="989527" cy="80492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9" name="Agrupar 358">
              <a:extLst>
                <a:ext uri="{FF2B5EF4-FFF2-40B4-BE49-F238E27FC236}">
                  <a16:creationId xmlns:a16="http://schemas.microsoft.com/office/drawing/2014/main" id="{054B4252-B967-B117-9EA5-FB8CCCD349BE}"/>
                </a:ext>
              </a:extLst>
            </p:cNvPr>
            <p:cNvGrpSpPr/>
            <p:nvPr/>
          </p:nvGrpSpPr>
          <p:grpSpPr>
            <a:xfrm>
              <a:off x="13127077" y="4246272"/>
              <a:ext cx="989527" cy="843201"/>
              <a:chOff x="13042279" y="4138125"/>
              <a:chExt cx="989527" cy="843201"/>
            </a:xfrm>
          </p:grpSpPr>
          <p:pic>
            <p:nvPicPr>
              <p:cNvPr id="343" name="Picture 8" descr="Generated image">
                <a:extLst>
                  <a:ext uri="{FF2B5EF4-FFF2-40B4-BE49-F238E27FC236}">
                    <a16:creationId xmlns:a16="http://schemas.microsoft.com/office/drawing/2014/main" id="{17B884A0-5F29-D653-EBEE-A8DDBB72EE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127077" y="4138125"/>
                <a:ext cx="903172" cy="843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58" name="Retângulo 357">
                <a:extLst>
                  <a:ext uri="{FF2B5EF4-FFF2-40B4-BE49-F238E27FC236}">
                    <a16:creationId xmlns:a16="http://schemas.microsoft.com/office/drawing/2014/main" id="{46997A45-C178-7CAD-47DC-2436AD04A083}"/>
                  </a:ext>
                </a:extLst>
              </p:cNvPr>
              <p:cNvSpPr/>
              <p:nvPr/>
            </p:nvSpPr>
            <p:spPr>
              <a:xfrm>
                <a:off x="13042279" y="4169283"/>
                <a:ext cx="989527" cy="80492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62" name="Conector reto 361">
              <a:extLst>
                <a:ext uri="{FF2B5EF4-FFF2-40B4-BE49-F238E27FC236}">
                  <a16:creationId xmlns:a16="http://schemas.microsoft.com/office/drawing/2014/main" id="{C41AAE32-A515-01BC-68B4-67DCFFC6ACD8}"/>
                </a:ext>
              </a:extLst>
            </p:cNvPr>
            <p:cNvCxnSpPr>
              <a:cxnSpLocks/>
              <a:stCxn id="354" idx="2"/>
            </p:cNvCxnSpPr>
            <p:nvPr/>
          </p:nvCxnSpPr>
          <p:spPr>
            <a:xfrm flipH="1">
              <a:off x="12060134" y="3942336"/>
              <a:ext cx="10226" cy="714169"/>
            </a:xfrm>
            <a:prstGeom prst="line">
              <a:avLst/>
            </a:prstGeom>
            <a:ln>
              <a:solidFill>
                <a:srgbClr val="172C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Conector reto 367">
              <a:extLst>
                <a:ext uri="{FF2B5EF4-FFF2-40B4-BE49-F238E27FC236}">
                  <a16:creationId xmlns:a16="http://schemas.microsoft.com/office/drawing/2014/main" id="{60AC400E-5F60-D9C3-4BAA-2C56BD299F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9601" y="4657452"/>
              <a:ext cx="1087476" cy="0"/>
            </a:xfrm>
            <a:prstGeom prst="line">
              <a:avLst/>
            </a:prstGeom>
            <a:ln>
              <a:solidFill>
                <a:srgbClr val="172C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ector reto 374">
              <a:extLst>
                <a:ext uri="{FF2B5EF4-FFF2-40B4-BE49-F238E27FC236}">
                  <a16:creationId xmlns:a16="http://schemas.microsoft.com/office/drawing/2014/main" id="{BEAB9B35-8721-422D-1FF1-6C1F10F40E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52125" y="4656505"/>
              <a:ext cx="1087476" cy="0"/>
            </a:xfrm>
            <a:prstGeom prst="line">
              <a:avLst/>
            </a:prstGeom>
            <a:ln>
              <a:solidFill>
                <a:srgbClr val="172C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ector reto 375">
              <a:extLst>
                <a:ext uri="{FF2B5EF4-FFF2-40B4-BE49-F238E27FC236}">
                  <a16:creationId xmlns:a16="http://schemas.microsoft.com/office/drawing/2014/main" id="{80A352C6-7B6C-65A8-C04D-F9B1BEB82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73569" y="5089473"/>
              <a:ext cx="0" cy="433554"/>
            </a:xfrm>
            <a:prstGeom prst="line">
              <a:avLst/>
            </a:prstGeom>
            <a:ln>
              <a:solidFill>
                <a:srgbClr val="172C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7" name="Agrupar 396">
              <a:extLst>
                <a:ext uri="{FF2B5EF4-FFF2-40B4-BE49-F238E27FC236}">
                  <a16:creationId xmlns:a16="http://schemas.microsoft.com/office/drawing/2014/main" id="{EEC607AF-9CDD-C6B5-AC1A-34ABAFD3D433}"/>
                </a:ext>
              </a:extLst>
            </p:cNvPr>
            <p:cNvGrpSpPr/>
            <p:nvPr/>
          </p:nvGrpSpPr>
          <p:grpSpPr>
            <a:xfrm>
              <a:off x="12430939" y="5523027"/>
              <a:ext cx="2080800" cy="1048065"/>
              <a:chOff x="12583339" y="5270108"/>
              <a:chExt cx="1853730" cy="1669172"/>
            </a:xfrm>
          </p:grpSpPr>
          <p:cxnSp>
            <p:nvCxnSpPr>
              <p:cNvPr id="379" name="Conector reto 378">
                <a:extLst>
                  <a:ext uri="{FF2B5EF4-FFF2-40B4-BE49-F238E27FC236}">
                    <a16:creationId xmlns:a16="http://schemas.microsoft.com/office/drawing/2014/main" id="{D33B0443-2C8E-408F-8682-641732D451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83339" y="5270108"/>
                <a:ext cx="990230" cy="0"/>
              </a:xfrm>
              <a:prstGeom prst="line">
                <a:avLst/>
              </a:prstGeom>
              <a:ln>
                <a:solidFill>
                  <a:srgbClr val="172C5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Conector reto 381">
                <a:extLst>
                  <a:ext uri="{FF2B5EF4-FFF2-40B4-BE49-F238E27FC236}">
                    <a16:creationId xmlns:a16="http://schemas.microsoft.com/office/drawing/2014/main" id="{D328C605-E94C-941B-6A3C-9DDBBB4A9D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83339" y="5284415"/>
                <a:ext cx="0" cy="1654865"/>
              </a:xfrm>
              <a:prstGeom prst="line">
                <a:avLst/>
              </a:prstGeom>
              <a:ln>
                <a:solidFill>
                  <a:srgbClr val="172C5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Conector reto 386">
                <a:extLst>
                  <a:ext uri="{FF2B5EF4-FFF2-40B4-BE49-F238E27FC236}">
                    <a16:creationId xmlns:a16="http://schemas.microsoft.com/office/drawing/2014/main" id="{ECC2DD50-9FE1-51CC-B7AC-D673A02A50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583339" y="6939280"/>
                <a:ext cx="1853730" cy="0"/>
              </a:xfrm>
              <a:prstGeom prst="line">
                <a:avLst/>
              </a:prstGeom>
              <a:ln>
                <a:solidFill>
                  <a:srgbClr val="172C5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Conector reto 389">
                <a:extLst>
                  <a:ext uri="{FF2B5EF4-FFF2-40B4-BE49-F238E27FC236}">
                    <a16:creationId xmlns:a16="http://schemas.microsoft.com/office/drawing/2014/main" id="{92801EF2-B8BE-713D-55C5-3F865A20B4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437069" y="5270108"/>
                <a:ext cx="0" cy="1669171"/>
              </a:xfrm>
              <a:prstGeom prst="line">
                <a:avLst/>
              </a:prstGeom>
              <a:ln>
                <a:solidFill>
                  <a:srgbClr val="172C5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Conector reto 390">
                <a:extLst>
                  <a:ext uri="{FF2B5EF4-FFF2-40B4-BE49-F238E27FC236}">
                    <a16:creationId xmlns:a16="http://schemas.microsoft.com/office/drawing/2014/main" id="{7C584CEB-535C-8B8A-4D8F-10A448A058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571309" y="5270108"/>
                <a:ext cx="865760" cy="0"/>
              </a:xfrm>
              <a:prstGeom prst="line">
                <a:avLst/>
              </a:prstGeom>
              <a:ln>
                <a:solidFill>
                  <a:srgbClr val="172C5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9" name="Agrupar 398">
              <a:extLst>
                <a:ext uri="{FF2B5EF4-FFF2-40B4-BE49-F238E27FC236}">
                  <a16:creationId xmlns:a16="http://schemas.microsoft.com/office/drawing/2014/main" id="{5F01A508-53DB-3331-1443-81E360399FFF}"/>
                </a:ext>
              </a:extLst>
            </p:cNvPr>
            <p:cNvGrpSpPr/>
            <p:nvPr/>
          </p:nvGrpSpPr>
          <p:grpSpPr>
            <a:xfrm>
              <a:off x="12949789" y="5671851"/>
              <a:ext cx="1168617" cy="709927"/>
              <a:chOff x="12973840" y="5313182"/>
              <a:chExt cx="1168617" cy="709927"/>
            </a:xfrm>
          </p:grpSpPr>
          <p:pic>
            <p:nvPicPr>
              <p:cNvPr id="353" name="Gráfico 352" descr="Transferência estrutura de tópicos">
                <a:extLst>
                  <a:ext uri="{FF2B5EF4-FFF2-40B4-BE49-F238E27FC236}">
                    <a16:creationId xmlns:a16="http://schemas.microsoft.com/office/drawing/2014/main" id="{3E684ED2-96DD-4E8F-C4A4-F1B229E67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3305068" y="5313182"/>
                <a:ext cx="498188" cy="498188"/>
              </a:xfrm>
              <a:prstGeom prst="rect">
                <a:avLst/>
              </a:prstGeom>
            </p:spPr>
          </p:pic>
          <p:sp>
            <p:nvSpPr>
              <p:cNvPr id="398" name="Rectangle 50">
                <a:extLst>
                  <a:ext uri="{FF2B5EF4-FFF2-40B4-BE49-F238E27FC236}">
                    <a16:creationId xmlns:a16="http://schemas.microsoft.com/office/drawing/2014/main" id="{8358CA0C-78EB-D1F9-D69D-22383451C773}"/>
                  </a:ext>
                </a:extLst>
              </p:cNvPr>
              <p:cNvSpPr/>
              <p:nvPr/>
            </p:nvSpPr>
            <p:spPr>
              <a:xfrm>
                <a:off x="12973840" y="5780341"/>
                <a:ext cx="1168617" cy="2427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6000" tIns="0" rIns="96000" bIns="0" rtlCol="0" anchor="t" anchorCtr="0">
                <a:spAutoFit/>
              </a:bodyPr>
              <a:lstStyle/>
              <a:p>
                <a:pPr algn="ctr">
                  <a:spcAft>
                    <a:spcPts val="800"/>
                  </a:spcAft>
                  <a:buClr>
                    <a:srgbClr val="3DD969"/>
                  </a:buClr>
                </a:pPr>
                <a:r>
                  <a:rPr lang="pt-BR" sz="1400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Trade In</a:t>
                </a:r>
                <a:endParaRPr lang="pt-BR" sz="1400" dirty="0">
                  <a:solidFill>
                    <a:schemeClr val="tx1"/>
                  </a:solidFill>
                  <a:latin typeface="Poppins Light" panose="00000400000000000000" pitchFamily="2" charset="0"/>
                  <a:cs typeface="Poppins Light" panose="00000400000000000000" pitchFamily="2" charset="0"/>
                </a:endParaRPr>
              </a:p>
            </p:txBody>
          </p:sp>
        </p:grpSp>
        <p:grpSp>
          <p:nvGrpSpPr>
            <p:cNvPr id="403" name="Agrupar 402">
              <a:extLst>
                <a:ext uri="{FF2B5EF4-FFF2-40B4-BE49-F238E27FC236}">
                  <a16:creationId xmlns:a16="http://schemas.microsoft.com/office/drawing/2014/main" id="{4237E7D0-93CE-A873-2F4C-948C39405177}"/>
                </a:ext>
              </a:extLst>
            </p:cNvPr>
            <p:cNvGrpSpPr/>
            <p:nvPr/>
          </p:nvGrpSpPr>
          <p:grpSpPr>
            <a:xfrm>
              <a:off x="9874914" y="5055728"/>
              <a:ext cx="2082136" cy="1474626"/>
              <a:chOff x="12583339" y="4335362"/>
              <a:chExt cx="1870559" cy="2972308"/>
            </a:xfrm>
          </p:grpSpPr>
          <p:cxnSp>
            <p:nvCxnSpPr>
              <p:cNvPr id="406" name="Conector reto 405">
                <a:extLst>
                  <a:ext uri="{FF2B5EF4-FFF2-40B4-BE49-F238E27FC236}">
                    <a16:creationId xmlns:a16="http://schemas.microsoft.com/office/drawing/2014/main" id="{079CE6D6-F7F3-12BA-74FE-8F2AB73DCB0F}"/>
                  </a:ext>
                </a:extLst>
              </p:cNvPr>
              <p:cNvCxnSpPr>
                <a:cxnSpLocks/>
                <a:endCxn id="357" idx="2"/>
              </p:cNvCxnSpPr>
              <p:nvPr/>
            </p:nvCxnSpPr>
            <p:spPr>
              <a:xfrm flipV="1">
                <a:off x="13105093" y="4335362"/>
                <a:ext cx="0" cy="941904"/>
              </a:xfrm>
              <a:prstGeom prst="line">
                <a:avLst/>
              </a:prstGeom>
              <a:ln>
                <a:solidFill>
                  <a:srgbClr val="172C5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7" name="Agrupar 406">
                <a:extLst>
                  <a:ext uri="{FF2B5EF4-FFF2-40B4-BE49-F238E27FC236}">
                    <a16:creationId xmlns:a16="http://schemas.microsoft.com/office/drawing/2014/main" id="{2B4BBAE6-9FB9-B482-C7C2-CBC016C653B4}"/>
                  </a:ext>
                </a:extLst>
              </p:cNvPr>
              <p:cNvGrpSpPr/>
              <p:nvPr/>
            </p:nvGrpSpPr>
            <p:grpSpPr>
              <a:xfrm>
                <a:off x="12583339" y="5270108"/>
                <a:ext cx="1853730" cy="2037562"/>
                <a:chOff x="12583339" y="5270108"/>
                <a:chExt cx="1853730" cy="1669172"/>
              </a:xfrm>
            </p:grpSpPr>
            <p:cxnSp>
              <p:nvCxnSpPr>
                <p:cNvPr id="413" name="Conector reto 412">
                  <a:extLst>
                    <a:ext uri="{FF2B5EF4-FFF2-40B4-BE49-F238E27FC236}">
                      <a16:creationId xmlns:a16="http://schemas.microsoft.com/office/drawing/2014/main" id="{85DA59A8-0398-DE3C-B1FC-6CF9C805A6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83339" y="5270108"/>
                  <a:ext cx="990230" cy="0"/>
                </a:xfrm>
                <a:prstGeom prst="line">
                  <a:avLst/>
                </a:prstGeom>
                <a:ln>
                  <a:solidFill>
                    <a:srgbClr val="172C5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Conector reto 413">
                  <a:extLst>
                    <a:ext uri="{FF2B5EF4-FFF2-40B4-BE49-F238E27FC236}">
                      <a16:creationId xmlns:a16="http://schemas.microsoft.com/office/drawing/2014/main" id="{6B284D54-0CB0-72A1-E016-BDB226088A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83339" y="5284415"/>
                  <a:ext cx="0" cy="1654865"/>
                </a:xfrm>
                <a:prstGeom prst="line">
                  <a:avLst/>
                </a:prstGeom>
                <a:ln>
                  <a:solidFill>
                    <a:srgbClr val="172C5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Conector reto 414">
                  <a:extLst>
                    <a:ext uri="{FF2B5EF4-FFF2-40B4-BE49-F238E27FC236}">
                      <a16:creationId xmlns:a16="http://schemas.microsoft.com/office/drawing/2014/main" id="{07B7AE44-F578-8352-2BD3-61DF231029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583339" y="6939280"/>
                  <a:ext cx="1853730" cy="0"/>
                </a:xfrm>
                <a:prstGeom prst="line">
                  <a:avLst/>
                </a:prstGeom>
                <a:ln>
                  <a:solidFill>
                    <a:srgbClr val="172C5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Conector reto 415">
                  <a:extLst>
                    <a:ext uri="{FF2B5EF4-FFF2-40B4-BE49-F238E27FC236}">
                      <a16:creationId xmlns:a16="http://schemas.microsoft.com/office/drawing/2014/main" id="{505885F6-DE9E-80E4-662A-60ACE2F744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437069" y="5270108"/>
                  <a:ext cx="0" cy="1669171"/>
                </a:xfrm>
                <a:prstGeom prst="line">
                  <a:avLst/>
                </a:prstGeom>
                <a:ln>
                  <a:solidFill>
                    <a:srgbClr val="172C5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Conector reto 416">
                  <a:extLst>
                    <a:ext uri="{FF2B5EF4-FFF2-40B4-BE49-F238E27FC236}">
                      <a16:creationId xmlns:a16="http://schemas.microsoft.com/office/drawing/2014/main" id="{714310E7-C37D-52D2-C7D5-E091E4C000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571309" y="5270108"/>
                  <a:ext cx="865760" cy="0"/>
                </a:xfrm>
                <a:prstGeom prst="line">
                  <a:avLst/>
                </a:prstGeom>
                <a:ln>
                  <a:solidFill>
                    <a:srgbClr val="172C5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8" name="Rectangle 50">
                <a:extLst>
                  <a:ext uri="{FF2B5EF4-FFF2-40B4-BE49-F238E27FC236}">
                    <a16:creationId xmlns:a16="http://schemas.microsoft.com/office/drawing/2014/main" id="{7D164474-7505-0584-39EA-E4A7A778C245}"/>
                  </a:ext>
                </a:extLst>
              </p:cNvPr>
              <p:cNvSpPr/>
              <p:nvPr/>
            </p:nvSpPr>
            <p:spPr>
              <a:xfrm>
                <a:off x="12613771" y="6425884"/>
                <a:ext cx="852776" cy="434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6000" tIns="0" rIns="96000" bIns="0" rtlCol="0" anchor="t" anchorCtr="0">
                <a:spAutoFit/>
              </a:bodyPr>
              <a:lstStyle/>
              <a:p>
                <a:pPr algn="ctr">
                  <a:spcAft>
                    <a:spcPts val="800"/>
                  </a:spcAft>
                  <a:buClr>
                    <a:srgbClr val="3DD969"/>
                  </a:buClr>
                </a:pPr>
                <a:r>
                  <a:rPr lang="pt-BR" sz="140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Peças</a:t>
                </a:r>
                <a:endParaRPr lang="pt-BR" sz="1400">
                  <a:solidFill>
                    <a:schemeClr val="tx1"/>
                  </a:solidFill>
                  <a:latin typeface="Poppins Light" panose="00000400000000000000" pitchFamily="2" charset="0"/>
                  <a:cs typeface="Poppins Light" panose="00000400000000000000" pitchFamily="2" charset="0"/>
                </a:endParaRPr>
              </a:p>
            </p:txBody>
          </p:sp>
          <p:sp>
            <p:nvSpPr>
              <p:cNvPr id="409" name="Rectangle 50">
                <a:extLst>
                  <a:ext uri="{FF2B5EF4-FFF2-40B4-BE49-F238E27FC236}">
                    <a16:creationId xmlns:a16="http://schemas.microsoft.com/office/drawing/2014/main" id="{F70A4CD7-DA2C-075B-A532-5A56BFE1E78D}"/>
                  </a:ext>
                </a:extLst>
              </p:cNvPr>
              <p:cNvSpPr/>
              <p:nvPr/>
            </p:nvSpPr>
            <p:spPr>
              <a:xfrm>
                <a:off x="13363536" y="6425884"/>
                <a:ext cx="1090362" cy="434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6000" tIns="0" rIns="96000" bIns="0" rtlCol="0" anchor="t" anchorCtr="0">
                <a:spAutoFit/>
              </a:bodyPr>
              <a:lstStyle/>
              <a:p>
                <a:pPr algn="ctr">
                  <a:spcAft>
                    <a:spcPts val="800"/>
                  </a:spcAft>
                  <a:buClr>
                    <a:srgbClr val="3DD969"/>
                  </a:buClr>
                </a:pPr>
                <a:r>
                  <a:rPr lang="pt-BR" sz="140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Serviços</a:t>
                </a:r>
                <a:endParaRPr lang="pt-BR" sz="1400">
                  <a:solidFill>
                    <a:schemeClr val="tx1"/>
                  </a:solidFill>
                  <a:latin typeface="Poppins Light" panose="00000400000000000000" pitchFamily="2" charset="0"/>
                  <a:cs typeface="Poppins Light" panose="00000400000000000000" pitchFamily="2" charset="0"/>
                </a:endParaRPr>
              </a:p>
            </p:txBody>
          </p:sp>
        </p:grpSp>
        <p:pic>
          <p:nvPicPr>
            <p:cNvPr id="418" name="Picture 12" descr="Generated image">
              <a:extLst>
                <a:ext uri="{FF2B5EF4-FFF2-40B4-BE49-F238E27FC236}">
                  <a16:creationId xmlns:a16="http://schemas.microsoft.com/office/drawing/2014/main" id="{480736E7-0EB1-AE11-2401-190AC0759B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3485" y="5643555"/>
              <a:ext cx="591399" cy="5521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9" name="Picture 4" descr="Generated image">
              <a:extLst>
                <a:ext uri="{FF2B5EF4-FFF2-40B4-BE49-F238E27FC236}">
                  <a16:creationId xmlns:a16="http://schemas.microsoft.com/office/drawing/2014/main" id="{2C73CA98-3595-A356-DC07-485ADB566F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51" t="35667" r="51139" b="36499"/>
            <a:stretch>
              <a:fillRect/>
            </a:stretch>
          </p:blipFill>
          <p:spPr bwMode="auto">
            <a:xfrm>
              <a:off x="10205525" y="5671851"/>
              <a:ext cx="454894" cy="406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8" name="Rectangle 50">
              <a:extLst>
                <a:ext uri="{FF2B5EF4-FFF2-40B4-BE49-F238E27FC236}">
                  <a16:creationId xmlns:a16="http://schemas.microsoft.com/office/drawing/2014/main" id="{58319C2A-51FB-4BE2-4170-FDD5E32309C0}"/>
                </a:ext>
              </a:extLst>
            </p:cNvPr>
            <p:cNvSpPr/>
            <p:nvPr/>
          </p:nvSpPr>
          <p:spPr>
            <a:xfrm>
              <a:off x="9737752" y="3670034"/>
              <a:ext cx="1390440" cy="4924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 algn="ctr">
                <a:spcAft>
                  <a:spcPts val="800"/>
                </a:spcAft>
                <a:buClr>
                  <a:srgbClr val="3DD969"/>
                </a:buClr>
              </a:pPr>
              <a:r>
                <a:rPr lang="pt-BR" sz="160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Venda direta</a:t>
              </a:r>
              <a:endParaRPr lang="pt-BR" sz="16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sp>
          <p:nvSpPr>
            <p:cNvPr id="429" name="Rectangle 50">
              <a:extLst>
                <a:ext uri="{FF2B5EF4-FFF2-40B4-BE49-F238E27FC236}">
                  <a16:creationId xmlns:a16="http://schemas.microsoft.com/office/drawing/2014/main" id="{A983362C-B6B3-823C-6290-82B82D0B8571}"/>
                </a:ext>
              </a:extLst>
            </p:cNvPr>
            <p:cNvSpPr/>
            <p:nvPr/>
          </p:nvSpPr>
          <p:spPr>
            <a:xfrm>
              <a:off x="12949790" y="3846984"/>
              <a:ext cx="1390440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 algn="ctr">
                <a:spcAft>
                  <a:spcPts val="800"/>
                </a:spcAft>
                <a:buClr>
                  <a:srgbClr val="3DD969"/>
                </a:buClr>
              </a:pPr>
              <a:r>
                <a:rPr lang="pt-BR" sz="160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Locação</a:t>
              </a:r>
              <a:endParaRPr lang="pt-BR" sz="16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sp>
          <p:nvSpPr>
            <p:cNvPr id="438" name="Rectangle 50">
              <a:extLst>
                <a:ext uri="{FF2B5EF4-FFF2-40B4-BE49-F238E27FC236}">
                  <a16:creationId xmlns:a16="http://schemas.microsoft.com/office/drawing/2014/main" id="{1BCCA6A2-0742-75B7-65D3-D1177245BE5F}"/>
                </a:ext>
              </a:extLst>
            </p:cNvPr>
            <p:cNvSpPr/>
            <p:nvPr/>
          </p:nvSpPr>
          <p:spPr>
            <a:xfrm>
              <a:off x="10659758" y="7044234"/>
              <a:ext cx="3058042" cy="11675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 algn="ctr">
                <a:spcAft>
                  <a:spcPts val="800"/>
                </a:spcAft>
                <a:buClr>
                  <a:srgbClr val="3DD969"/>
                </a:buClr>
              </a:pPr>
              <a:r>
                <a:rPr lang="pt-BR" dirty="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Forte Cross-</a:t>
              </a:r>
              <a:r>
                <a:rPr lang="pt-BR" dirty="0" err="1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Selling</a:t>
              </a:r>
              <a:endParaRPr lang="pt-BR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>
                <a:spcAft>
                  <a:spcPts val="800"/>
                </a:spcAft>
                <a:buClr>
                  <a:srgbClr val="3DD969"/>
                </a:buClr>
              </a:pPr>
              <a:endParaRPr lang="pt-BR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>
                <a:spcAft>
                  <a:spcPts val="800"/>
                </a:spcAft>
                <a:buClr>
                  <a:srgbClr val="3DD969"/>
                </a:buClr>
              </a:pPr>
              <a:r>
                <a:rPr lang="pt-BR" dirty="0" err="1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One</a:t>
              </a:r>
              <a:r>
                <a:rPr lang="pt-BR" dirty="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stop Shop  </a:t>
              </a:r>
              <a:endPara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629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B713B-5999-4C2A-F480-502BBA5FA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ixaDeTexto 20">
            <a:extLst>
              <a:ext uri="{FF2B5EF4-FFF2-40B4-BE49-F238E27FC236}">
                <a16:creationId xmlns:a16="http://schemas.microsoft.com/office/drawing/2014/main" id="{465778A4-3E50-2E9B-DC6A-E2E965343C21}"/>
              </a:ext>
            </a:extLst>
          </p:cNvPr>
          <p:cNvSpPr txBox="1"/>
          <p:nvPr/>
        </p:nvSpPr>
        <p:spPr>
          <a:xfrm>
            <a:off x="1018885" y="437086"/>
            <a:ext cx="9097397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Plano de Expansão Operacional</a:t>
            </a:r>
            <a:endParaRPr lang="pt-BR"/>
          </a:p>
        </p:txBody>
      </p:sp>
      <p:sp>
        <p:nvSpPr>
          <p:cNvPr id="25" name="Rectangle 57">
            <a:extLst>
              <a:ext uri="{FF2B5EF4-FFF2-40B4-BE49-F238E27FC236}">
                <a16:creationId xmlns:a16="http://schemas.microsoft.com/office/drawing/2014/main" id="{70E2CEDF-A34B-B304-1247-29FA49111532}"/>
              </a:ext>
            </a:extLst>
          </p:cNvPr>
          <p:cNvSpPr/>
          <p:nvPr/>
        </p:nvSpPr>
        <p:spPr>
          <a:xfrm>
            <a:off x="1817642" y="1594308"/>
            <a:ext cx="494761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 anchorCtr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pt-BR" sz="2400" b="1" dirty="0">
                <a:solidFill>
                  <a:srgbClr val="C0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Infraestrutura Operacional meta</a:t>
            </a:r>
          </a:p>
        </p:txBody>
      </p:sp>
      <p:sp>
        <p:nvSpPr>
          <p:cNvPr id="23" name="Rectangle 50">
            <a:extLst>
              <a:ext uri="{FF2B5EF4-FFF2-40B4-BE49-F238E27FC236}">
                <a16:creationId xmlns:a16="http://schemas.microsoft.com/office/drawing/2014/main" id="{C526B9C8-D3D0-F17F-0703-A2593C3609AC}"/>
              </a:ext>
            </a:extLst>
          </p:cNvPr>
          <p:cNvSpPr/>
          <p:nvPr/>
        </p:nvSpPr>
        <p:spPr>
          <a:xfrm>
            <a:off x="4808806" y="-3384590"/>
            <a:ext cx="2880000" cy="656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00" tIns="0" rIns="96000" bIns="0" rtlCol="0" anchor="t" anchorCtr="0">
            <a:spAutoFit/>
          </a:bodyPr>
          <a:lstStyle/>
          <a:p>
            <a:pPr algn="ctr">
              <a:spcAft>
                <a:spcPts val="800"/>
              </a:spcAft>
              <a:buClr>
                <a:srgbClr val="3DD969"/>
              </a:buClr>
            </a:pPr>
            <a:endParaRPr lang="pt-BR">
              <a:solidFill>
                <a:srgbClr val="1DA04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spcAft>
                <a:spcPts val="800"/>
              </a:spcAft>
              <a:buClr>
                <a:srgbClr val="3DD969"/>
              </a:buClr>
            </a:pPr>
            <a:endParaRPr lang="pt-BR">
              <a:solidFill>
                <a:srgbClr val="1DA04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F6D767B3-FCA9-C654-8905-1E805ED0DA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1096284" y="-4558968"/>
            <a:ext cx="598687" cy="418063"/>
          </a:xfrm>
          <a:prstGeom prst="rect">
            <a:avLst/>
          </a:prstGeom>
        </p:spPr>
      </p:pic>
      <p:pic>
        <p:nvPicPr>
          <p:cNvPr id="28" name="Imagem 27" descr="Ícone&#10;&#10;O conteúdo gerado por IA pode estar incorreto.">
            <a:extLst>
              <a:ext uri="{FF2B5EF4-FFF2-40B4-BE49-F238E27FC236}">
                <a16:creationId xmlns:a16="http://schemas.microsoft.com/office/drawing/2014/main" id="{313C1375-8E00-F9CB-6075-64B8C3397B7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4025" t="3609" r="3313" b="3609"/>
          <a:stretch>
            <a:fillRect/>
          </a:stretch>
        </p:blipFill>
        <p:spPr>
          <a:xfrm>
            <a:off x="1137393" y="-3939562"/>
            <a:ext cx="543088" cy="543785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</p:spPr>
      </p:pic>
      <p:sp>
        <p:nvSpPr>
          <p:cNvPr id="29" name="Rectangle 50">
            <a:extLst>
              <a:ext uri="{FF2B5EF4-FFF2-40B4-BE49-F238E27FC236}">
                <a16:creationId xmlns:a16="http://schemas.microsoft.com/office/drawing/2014/main" id="{CE78CC63-7EA6-61F6-216A-5AA4D9563E84}"/>
              </a:ext>
            </a:extLst>
          </p:cNvPr>
          <p:cNvSpPr/>
          <p:nvPr/>
        </p:nvSpPr>
        <p:spPr>
          <a:xfrm>
            <a:off x="1711808" y="-5379028"/>
            <a:ext cx="3810753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pt-BR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Nova Sede com Expansão Prevista.</a:t>
            </a:r>
          </a:p>
        </p:txBody>
      </p:sp>
      <p:pic>
        <p:nvPicPr>
          <p:cNvPr id="30" name="Gráfico 29">
            <a:extLst>
              <a:ext uri="{FF2B5EF4-FFF2-40B4-BE49-F238E27FC236}">
                <a16:creationId xmlns:a16="http://schemas.microsoft.com/office/drawing/2014/main" id="{1B6B5394-CBB2-3464-841E-E6DC00B837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13288" t="13451" r="11189" b="13274"/>
          <a:stretch>
            <a:fillRect/>
          </a:stretch>
        </p:blipFill>
        <p:spPr>
          <a:xfrm>
            <a:off x="1002338" y="-5457758"/>
            <a:ext cx="653936" cy="634468"/>
          </a:xfrm>
          <a:prstGeom prst="ellipse">
            <a:avLst/>
          </a:prstGeom>
        </p:spPr>
      </p:pic>
      <p:sp>
        <p:nvSpPr>
          <p:cNvPr id="32" name="Rectangle 50">
            <a:extLst>
              <a:ext uri="{FF2B5EF4-FFF2-40B4-BE49-F238E27FC236}">
                <a16:creationId xmlns:a16="http://schemas.microsoft.com/office/drawing/2014/main" id="{3D8F4C5C-07D7-C01D-7CF8-54B4E1B8846A}"/>
              </a:ext>
            </a:extLst>
          </p:cNvPr>
          <p:cNvSpPr/>
          <p:nvPr/>
        </p:nvSpPr>
        <p:spPr>
          <a:xfrm>
            <a:off x="1817642" y="-4561470"/>
            <a:ext cx="4047565" cy="376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pPr algn="just">
              <a:lnSpc>
                <a:spcPct val="150000"/>
              </a:lnSpc>
              <a:buClr>
                <a:schemeClr val="tx1"/>
              </a:buClr>
            </a:pPr>
            <a:r>
              <a:rPr lang="pt-BR">
                <a:solidFill>
                  <a:srgbClr val="0E2841"/>
                </a:solidFill>
                <a:latin typeface="Poppins"/>
                <a:cs typeface="Poppins"/>
              </a:rPr>
              <a:t>12 boxes </a:t>
            </a:r>
          </a:p>
        </p:txBody>
      </p:sp>
      <p:sp>
        <p:nvSpPr>
          <p:cNvPr id="33" name="Rectangle 50">
            <a:extLst>
              <a:ext uri="{FF2B5EF4-FFF2-40B4-BE49-F238E27FC236}">
                <a16:creationId xmlns:a16="http://schemas.microsoft.com/office/drawing/2014/main" id="{8A10D868-12EA-BB99-2F49-4F047748F541}"/>
              </a:ext>
            </a:extLst>
          </p:cNvPr>
          <p:cNvSpPr/>
          <p:nvPr/>
        </p:nvSpPr>
        <p:spPr>
          <a:xfrm>
            <a:off x="1865132" y="-3865184"/>
            <a:ext cx="3757259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pt-BR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Almoxarifado verticalizado integrado com ERP.</a:t>
            </a:r>
          </a:p>
        </p:txBody>
      </p:sp>
      <p:sp>
        <p:nvSpPr>
          <p:cNvPr id="34" name="Rectangle 50">
            <a:extLst>
              <a:ext uri="{FF2B5EF4-FFF2-40B4-BE49-F238E27FC236}">
                <a16:creationId xmlns:a16="http://schemas.microsoft.com/office/drawing/2014/main" id="{0E112D6D-C3C6-650D-B523-6F28702B8BC4}"/>
              </a:ext>
            </a:extLst>
          </p:cNvPr>
          <p:cNvSpPr/>
          <p:nvPr/>
        </p:nvSpPr>
        <p:spPr>
          <a:xfrm>
            <a:off x="1669594" y="-2160670"/>
            <a:ext cx="3757259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pt-BR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Sala de treinamentos e showroom.</a:t>
            </a:r>
          </a:p>
        </p:txBody>
      </p:sp>
      <p:pic>
        <p:nvPicPr>
          <p:cNvPr id="35" name="Imagem 34" descr="Ícone&#10;&#10;O conteúdo gerado por IA pode estar incorreto.">
            <a:extLst>
              <a:ext uri="{FF2B5EF4-FFF2-40B4-BE49-F238E27FC236}">
                <a16:creationId xmlns:a16="http://schemas.microsoft.com/office/drawing/2014/main" id="{CE2A59C9-CE40-AD40-7FC4-9A13A29E7A9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38567" y="-2358009"/>
            <a:ext cx="856705" cy="856705"/>
          </a:xfrm>
          <a:prstGeom prst="rect">
            <a:avLst/>
          </a:prstGeom>
          <a:solidFill>
            <a:schemeClr val="bg1">
              <a:lumMod val="65000"/>
            </a:schemeClr>
          </a:solidFill>
          <a:ln w="461" cap="flat">
            <a:noFill/>
            <a:prstDash val="solid"/>
            <a:miter/>
          </a:ln>
        </p:spPr>
      </p:pic>
      <p:grpSp>
        <p:nvGrpSpPr>
          <p:cNvPr id="6263" name="Agrupar 6262">
            <a:extLst>
              <a:ext uri="{FF2B5EF4-FFF2-40B4-BE49-F238E27FC236}">
                <a16:creationId xmlns:a16="http://schemas.microsoft.com/office/drawing/2014/main" id="{B5CDCAAF-2008-8DBC-6786-0B67EC1D6D4F}"/>
              </a:ext>
            </a:extLst>
          </p:cNvPr>
          <p:cNvGrpSpPr/>
          <p:nvPr/>
        </p:nvGrpSpPr>
        <p:grpSpPr>
          <a:xfrm>
            <a:off x="4812627" y="3789634"/>
            <a:ext cx="2552890" cy="574402"/>
            <a:chOff x="4798158" y="3607289"/>
            <a:chExt cx="2552890" cy="574402"/>
          </a:xfrm>
        </p:grpSpPr>
        <p:sp>
          <p:nvSpPr>
            <p:cNvPr id="36" name="Rectangle 50">
              <a:extLst>
                <a:ext uri="{FF2B5EF4-FFF2-40B4-BE49-F238E27FC236}">
                  <a16:creationId xmlns:a16="http://schemas.microsoft.com/office/drawing/2014/main" id="{653326C5-A417-57BF-B08B-1114A6A49B84}"/>
                </a:ext>
              </a:extLst>
            </p:cNvPr>
            <p:cNvSpPr/>
            <p:nvPr/>
          </p:nvSpPr>
          <p:spPr>
            <a:xfrm>
              <a:off x="5494255" y="3627693"/>
              <a:ext cx="1856793" cy="553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>
                <a:buClr>
                  <a:schemeClr val="tx1"/>
                </a:buClr>
              </a:pPr>
              <a:r>
                <a:rPr lang="pt-BR" dirty="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14 Oficinas Móveis.</a:t>
              </a:r>
            </a:p>
          </p:txBody>
        </p:sp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CA7DE8B7-7A8C-A713-DB94-B3D0CA6305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  <a:ext uri="{837473B0-CC2E-450A-ABE3-18F120FF3D39}">
                  <a1611:picAttrSrcUrl xmlns:a1611="http://schemas.microsoft.com/office/drawing/2016/11/main" r:id="rId11"/>
                </a:ext>
              </a:extLst>
            </a:blip>
            <a:stretch>
              <a:fillRect/>
            </a:stretch>
          </p:blipFill>
          <p:spPr>
            <a:xfrm>
              <a:off x="4798158" y="3607289"/>
              <a:ext cx="601548" cy="364735"/>
            </a:xfrm>
            <a:prstGeom prst="rect">
              <a:avLst/>
            </a:prstGeom>
          </p:spPr>
        </p:pic>
      </p:grpSp>
      <p:sp>
        <p:nvSpPr>
          <p:cNvPr id="39" name="Rectangle 50">
            <a:extLst>
              <a:ext uri="{FF2B5EF4-FFF2-40B4-BE49-F238E27FC236}">
                <a16:creationId xmlns:a16="http://schemas.microsoft.com/office/drawing/2014/main" id="{66C3A598-279E-C7E8-AC24-E43C5F713DE5}"/>
              </a:ext>
            </a:extLst>
          </p:cNvPr>
          <p:cNvSpPr/>
          <p:nvPr/>
        </p:nvSpPr>
        <p:spPr>
          <a:xfrm>
            <a:off x="6623206" y="-5461931"/>
            <a:ext cx="3194769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r>
              <a:rPr lang="en-US">
                <a:solidFill>
                  <a:srgbClr val="0E2841"/>
                </a:solidFill>
                <a:latin typeface="Poppins"/>
                <a:cs typeface="Poppins"/>
              </a:rPr>
              <a:t>ERP e CRM </a:t>
            </a:r>
            <a:r>
              <a:rPr lang="en-US" err="1">
                <a:solidFill>
                  <a:srgbClr val="0E2841"/>
                </a:solidFill>
                <a:latin typeface="Poppins"/>
                <a:cs typeface="Poppins"/>
              </a:rPr>
              <a:t>integrados</a:t>
            </a:r>
            <a:r>
              <a:rPr lang="en-US">
                <a:solidFill>
                  <a:srgbClr val="0E2841"/>
                </a:solidFill>
                <a:latin typeface="Poppins"/>
                <a:cs typeface="Poppins"/>
              </a:rPr>
              <a:t>;</a:t>
            </a:r>
            <a:endParaRPr lang="pt-BR">
              <a:solidFill>
                <a:srgbClr val="0E2841"/>
              </a:solidFill>
              <a:latin typeface="Poppins"/>
              <a:cs typeface="Poppins"/>
            </a:endParaRPr>
          </a:p>
        </p:txBody>
      </p:sp>
      <p:sp>
        <p:nvSpPr>
          <p:cNvPr id="40" name="Rectangle 50">
            <a:extLst>
              <a:ext uri="{FF2B5EF4-FFF2-40B4-BE49-F238E27FC236}">
                <a16:creationId xmlns:a16="http://schemas.microsoft.com/office/drawing/2014/main" id="{194DCFE0-7AB0-62FD-6667-596DA4CF8996}"/>
              </a:ext>
            </a:extLst>
          </p:cNvPr>
          <p:cNvSpPr/>
          <p:nvPr/>
        </p:nvSpPr>
        <p:spPr>
          <a:xfrm>
            <a:off x="6683998" y="-4537290"/>
            <a:ext cx="3194769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r>
              <a:rPr lang="en-US" err="1">
                <a:solidFill>
                  <a:srgbClr val="0E2841"/>
                </a:solidFill>
                <a:latin typeface="Poppins"/>
                <a:cs typeface="Poppins"/>
              </a:rPr>
              <a:t>Aplicações</a:t>
            </a:r>
            <a:r>
              <a:rPr lang="en-US">
                <a:solidFill>
                  <a:srgbClr val="0E2841"/>
                </a:solidFill>
                <a:latin typeface="Poppins"/>
                <a:cs typeface="Poppins"/>
              </a:rPr>
              <a:t> </a:t>
            </a:r>
            <a:r>
              <a:rPr lang="en-US" err="1">
                <a:solidFill>
                  <a:srgbClr val="0E2841"/>
                </a:solidFill>
                <a:latin typeface="Poppins"/>
                <a:cs typeface="Poppins"/>
              </a:rPr>
              <a:t>Digitais</a:t>
            </a:r>
            <a:r>
              <a:rPr lang="en-US">
                <a:solidFill>
                  <a:srgbClr val="0E2841"/>
                </a:solidFill>
                <a:latin typeface="Poppins"/>
                <a:cs typeface="Poppins"/>
              </a:rPr>
              <a:t> Pós-Venda.</a:t>
            </a:r>
            <a:endParaRPr lang="pt-BR">
              <a:solidFill>
                <a:srgbClr val="0E2841"/>
              </a:solidFill>
              <a:latin typeface="Poppins"/>
              <a:cs typeface="Poppins"/>
            </a:endParaRPr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A4D60442-6D75-410B-2467-1DB302178AC2}"/>
              </a:ext>
            </a:extLst>
          </p:cNvPr>
          <p:cNvSpPr/>
          <p:nvPr/>
        </p:nvSpPr>
        <p:spPr>
          <a:xfrm>
            <a:off x="6677758" y="-3511020"/>
            <a:ext cx="3194769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r>
              <a:rPr lang="en-US" err="1">
                <a:solidFill>
                  <a:srgbClr val="0E2841"/>
                </a:solidFill>
                <a:latin typeface="Poppins"/>
                <a:cs typeface="Poppins"/>
              </a:rPr>
              <a:t>Monitoramento</a:t>
            </a:r>
            <a:r>
              <a:rPr lang="en-US">
                <a:solidFill>
                  <a:srgbClr val="0E2841"/>
                </a:solidFill>
                <a:latin typeface="Poppins"/>
                <a:cs typeface="Poppins"/>
              </a:rPr>
              <a:t> de </a:t>
            </a:r>
            <a:r>
              <a:rPr lang="en-US" err="1">
                <a:solidFill>
                  <a:srgbClr val="0E2841"/>
                </a:solidFill>
                <a:latin typeface="Poppins"/>
                <a:cs typeface="Poppins"/>
              </a:rPr>
              <a:t>Frotas</a:t>
            </a:r>
            <a:r>
              <a:rPr lang="en-US">
                <a:solidFill>
                  <a:srgbClr val="0E2841"/>
                </a:solidFill>
                <a:latin typeface="Poppins"/>
                <a:cs typeface="Poppins"/>
              </a:rPr>
              <a:t>.</a:t>
            </a:r>
            <a:endParaRPr lang="pt-BR">
              <a:solidFill>
                <a:srgbClr val="0E284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Rectangle 50">
            <a:extLst>
              <a:ext uri="{FF2B5EF4-FFF2-40B4-BE49-F238E27FC236}">
                <a16:creationId xmlns:a16="http://schemas.microsoft.com/office/drawing/2014/main" id="{7AA29EAD-99B0-F04E-9C17-C3598460AA89}"/>
              </a:ext>
            </a:extLst>
          </p:cNvPr>
          <p:cNvSpPr/>
          <p:nvPr/>
        </p:nvSpPr>
        <p:spPr>
          <a:xfrm>
            <a:off x="6654899" y="-2586303"/>
            <a:ext cx="3194769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r>
              <a:rPr lang="pt-BR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Integração com o Sistema </a:t>
            </a:r>
            <a:r>
              <a:rPr lang="pt-BR" dirty="0" err="1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Kion</a:t>
            </a:r>
            <a:r>
              <a:rPr lang="pt-BR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garantia</a:t>
            </a:r>
            <a:r>
              <a:rPr lang="en-US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pt-BR" dirty="0">
              <a:solidFill>
                <a:srgbClr val="0E284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3" name="Gráfico 42">
            <a:extLst>
              <a:ext uri="{FF2B5EF4-FFF2-40B4-BE49-F238E27FC236}">
                <a16:creationId xmlns:a16="http://schemas.microsoft.com/office/drawing/2014/main" id="{08C9BFEC-542A-C84F-2A8F-688D396600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5890728" y="-5408669"/>
            <a:ext cx="601548" cy="621575"/>
          </a:xfrm>
          <a:prstGeom prst="rect">
            <a:avLst/>
          </a:prstGeom>
        </p:spPr>
      </p:pic>
      <p:pic>
        <p:nvPicPr>
          <p:cNvPr id="44" name="Imagem 43" descr="Uma imagem contendo objeto, placa, luz, tráfego&#10;&#10;O conteúdo gerado por IA pode estar incorreto.">
            <a:extLst>
              <a:ext uri="{FF2B5EF4-FFF2-40B4-BE49-F238E27FC236}">
                <a16:creationId xmlns:a16="http://schemas.microsoft.com/office/drawing/2014/main" id="{63864683-7FE2-9521-6A13-5266088A0F7E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5890728" y="-4564240"/>
            <a:ext cx="722545" cy="722545"/>
          </a:xfrm>
          <a:prstGeom prst="rect">
            <a:avLst/>
          </a:prstGeom>
        </p:spPr>
      </p:pic>
      <p:pic>
        <p:nvPicPr>
          <p:cNvPr id="45" name="Imagem 44" descr="Ícone&#10;&#10;O conteúdo gerado por IA pode estar incorreto.">
            <a:extLst>
              <a:ext uri="{FF2B5EF4-FFF2-40B4-BE49-F238E27FC236}">
                <a16:creationId xmlns:a16="http://schemas.microsoft.com/office/drawing/2014/main" id="{A5B900BE-307A-ADF4-8AEC-6B1E753FCF9E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5890728" y="-3509050"/>
            <a:ext cx="655137" cy="655137"/>
          </a:xfrm>
          <a:prstGeom prst="rect">
            <a:avLst/>
          </a:prstGeom>
        </p:spPr>
      </p:pic>
      <p:pic>
        <p:nvPicPr>
          <p:cNvPr id="46" name="Gráfico 45">
            <a:extLst>
              <a:ext uri="{FF2B5EF4-FFF2-40B4-BE49-F238E27FC236}">
                <a16:creationId xmlns:a16="http://schemas.microsoft.com/office/drawing/2014/main" id="{142794EB-43B4-45E1-E1CA-A9A3332A86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5924902" y="-2544488"/>
            <a:ext cx="654195" cy="654195"/>
          </a:xfrm>
          <a:prstGeom prst="rect">
            <a:avLst/>
          </a:prstGeom>
        </p:spPr>
      </p:pic>
      <p:sp>
        <p:nvSpPr>
          <p:cNvPr id="47" name="Rectangle 50">
            <a:extLst>
              <a:ext uri="{FF2B5EF4-FFF2-40B4-BE49-F238E27FC236}">
                <a16:creationId xmlns:a16="http://schemas.microsoft.com/office/drawing/2014/main" id="{B1CB245D-0086-9F5C-B74B-DBC7E2DDC79C}"/>
              </a:ext>
            </a:extLst>
          </p:cNvPr>
          <p:cNvSpPr/>
          <p:nvPr/>
        </p:nvSpPr>
        <p:spPr>
          <a:xfrm>
            <a:off x="10818179" y="-5408669"/>
            <a:ext cx="364075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r>
              <a:rPr lang="pt-BR">
                <a:solidFill>
                  <a:srgbClr val="0E2841"/>
                </a:solidFill>
                <a:latin typeface="Poppins"/>
                <a:cs typeface="Poppins"/>
              </a:rPr>
              <a:t>Controladoria</a:t>
            </a:r>
            <a:endParaRPr lang="pt-BR">
              <a:solidFill>
                <a:srgbClr val="0E284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Rectangle 50">
            <a:extLst>
              <a:ext uri="{FF2B5EF4-FFF2-40B4-BE49-F238E27FC236}">
                <a16:creationId xmlns:a16="http://schemas.microsoft.com/office/drawing/2014/main" id="{78727D92-F55C-990B-57D0-CBA424ADED15}"/>
              </a:ext>
            </a:extLst>
          </p:cNvPr>
          <p:cNvSpPr/>
          <p:nvPr/>
        </p:nvSpPr>
        <p:spPr>
          <a:xfrm>
            <a:off x="10818179" y="-4856462"/>
            <a:ext cx="3272792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r>
              <a:rPr lang="pt-BR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Facilidade de Acesso a Crédito bancário.</a:t>
            </a:r>
          </a:p>
        </p:txBody>
      </p:sp>
      <p:sp>
        <p:nvSpPr>
          <p:cNvPr id="49" name="Rectangle 50">
            <a:extLst>
              <a:ext uri="{FF2B5EF4-FFF2-40B4-BE49-F238E27FC236}">
                <a16:creationId xmlns:a16="http://schemas.microsoft.com/office/drawing/2014/main" id="{80008434-C21F-B877-DA2B-229071D79565}"/>
              </a:ext>
            </a:extLst>
          </p:cNvPr>
          <p:cNvSpPr/>
          <p:nvPr/>
        </p:nvSpPr>
        <p:spPr>
          <a:xfrm>
            <a:off x="10818179" y="-3997041"/>
            <a:ext cx="327279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r>
              <a:rPr lang="pt-BR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Definição de KPIs por Área.</a:t>
            </a:r>
          </a:p>
        </p:txBody>
      </p:sp>
      <p:pic>
        <p:nvPicPr>
          <p:cNvPr id="50" name="Imagem 49" descr="Forma&#10;&#10;O conteúdo gerado por IA pode estar incorreto.">
            <a:extLst>
              <a:ext uri="{FF2B5EF4-FFF2-40B4-BE49-F238E27FC236}">
                <a16:creationId xmlns:a16="http://schemas.microsoft.com/office/drawing/2014/main" id="{F17AF4DE-EC24-4712-A727-4919A2980FA4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9948905" y="-5612307"/>
            <a:ext cx="869274" cy="615553"/>
          </a:xfrm>
          <a:prstGeom prst="rect">
            <a:avLst/>
          </a:prstGeom>
        </p:spPr>
      </p:pic>
      <p:pic>
        <p:nvPicPr>
          <p:cNvPr id="51" name="Imagem 50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61F84A79-0A3F-C2EB-BFB3-367AF8CCA076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23"/>
              </a:ext>
            </a:extLst>
          </a:blip>
          <a:srcRect l="14403" t="22616" r="13222" b="21363"/>
          <a:stretch>
            <a:fillRect/>
          </a:stretch>
        </p:blipFill>
        <p:spPr>
          <a:xfrm>
            <a:off x="9986863" y="-4914674"/>
            <a:ext cx="831316" cy="643471"/>
          </a:xfrm>
          <a:prstGeom prst="rect">
            <a:avLst/>
          </a:prstGeom>
        </p:spPr>
      </p:pic>
      <p:pic>
        <p:nvPicPr>
          <p:cNvPr id="52" name="Imagem 51" descr="Forma&#10;&#10;O conteúdo gerado por IA pode estar incorreto.">
            <a:extLst>
              <a:ext uri="{FF2B5EF4-FFF2-40B4-BE49-F238E27FC236}">
                <a16:creationId xmlns:a16="http://schemas.microsoft.com/office/drawing/2014/main" id="{04E88E1F-63E1-EB88-8A41-D27845BFDE6C}"/>
              </a:ext>
            </a:extLst>
          </p:cNvPr>
          <p:cNvPicPr>
            <a:picLocks noChangeAspect="1"/>
          </p:cNvPicPr>
          <p:nvPr/>
        </p:nvPicPr>
        <p:blipFill>
          <a:blip r:embed="rId2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25"/>
              </a:ext>
            </a:extLst>
          </a:blip>
          <a:stretch>
            <a:fillRect/>
          </a:stretch>
        </p:blipFill>
        <p:spPr>
          <a:xfrm>
            <a:off x="10007603" y="-4162123"/>
            <a:ext cx="738318" cy="738318"/>
          </a:xfrm>
          <a:prstGeom prst="rect">
            <a:avLst/>
          </a:prstGeom>
        </p:spPr>
      </p:pic>
      <p:sp>
        <p:nvSpPr>
          <p:cNvPr id="53" name="Rectangle 58">
            <a:extLst>
              <a:ext uri="{FF2B5EF4-FFF2-40B4-BE49-F238E27FC236}">
                <a16:creationId xmlns:a16="http://schemas.microsoft.com/office/drawing/2014/main" id="{80FD783C-62A6-21F6-DF94-B7851577323D}"/>
              </a:ext>
            </a:extLst>
          </p:cNvPr>
          <p:cNvSpPr/>
          <p:nvPr/>
        </p:nvSpPr>
        <p:spPr>
          <a:xfrm>
            <a:off x="9948905" y="-2946246"/>
            <a:ext cx="4286405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 anchorCtr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pt-BR" b="1">
                <a:solidFill>
                  <a:srgbClr val="C0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Pessoas e Cultura</a:t>
            </a:r>
          </a:p>
        </p:txBody>
      </p:sp>
      <p:sp>
        <p:nvSpPr>
          <p:cNvPr id="54" name="Rectangle 50">
            <a:extLst>
              <a:ext uri="{FF2B5EF4-FFF2-40B4-BE49-F238E27FC236}">
                <a16:creationId xmlns:a16="http://schemas.microsoft.com/office/drawing/2014/main" id="{8FC212D3-C291-BC35-33EE-3BF0DD9489D1}"/>
              </a:ext>
            </a:extLst>
          </p:cNvPr>
          <p:cNvSpPr/>
          <p:nvPr/>
        </p:nvSpPr>
        <p:spPr>
          <a:xfrm>
            <a:off x="10711745" y="-2468447"/>
            <a:ext cx="327279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r>
              <a:rPr lang="pt-BR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Cargos e salários.</a:t>
            </a:r>
          </a:p>
        </p:txBody>
      </p:sp>
      <p:sp>
        <p:nvSpPr>
          <p:cNvPr id="55" name="Rectangle 50">
            <a:extLst>
              <a:ext uri="{FF2B5EF4-FFF2-40B4-BE49-F238E27FC236}">
                <a16:creationId xmlns:a16="http://schemas.microsoft.com/office/drawing/2014/main" id="{AE7B8B81-4C2D-9FCD-35E5-09F605B5B33E}"/>
              </a:ext>
            </a:extLst>
          </p:cNvPr>
          <p:cNvSpPr/>
          <p:nvPr/>
        </p:nvSpPr>
        <p:spPr>
          <a:xfrm>
            <a:off x="10745921" y="-1929657"/>
            <a:ext cx="327279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r>
              <a:rPr lang="pt-BR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Treinamentos</a:t>
            </a:r>
          </a:p>
        </p:txBody>
      </p:sp>
      <p:sp>
        <p:nvSpPr>
          <p:cNvPr id="56" name="Rectangle 50">
            <a:extLst>
              <a:ext uri="{FF2B5EF4-FFF2-40B4-BE49-F238E27FC236}">
                <a16:creationId xmlns:a16="http://schemas.microsoft.com/office/drawing/2014/main" id="{12B7C9C9-4303-C83F-6C6F-B9691EAD8B9F}"/>
              </a:ext>
            </a:extLst>
          </p:cNvPr>
          <p:cNvSpPr/>
          <p:nvPr/>
        </p:nvSpPr>
        <p:spPr>
          <a:xfrm>
            <a:off x="10768194" y="-1303399"/>
            <a:ext cx="327279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r>
              <a:rPr lang="pt-BR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Manual de Cultura</a:t>
            </a:r>
          </a:p>
        </p:txBody>
      </p:sp>
      <p:pic>
        <p:nvPicPr>
          <p:cNvPr id="57" name="Imagem 56" descr="Ícone">
            <a:extLst>
              <a:ext uri="{FF2B5EF4-FFF2-40B4-BE49-F238E27FC236}">
                <a16:creationId xmlns:a16="http://schemas.microsoft.com/office/drawing/2014/main" id="{21771D55-639D-7B5B-C174-8E54ED61234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837473B0-CC2E-450A-ABE3-18F120FF3D39}">
                <a1611:picAttrSrcUrl xmlns:a1611="http://schemas.microsoft.com/office/drawing/2016/11/main" r:id="rId27"/>
              </a:ext>
            </a:extLst>
          </a:blip>
          <a:srcRect l="3115" t="3002" r="2778" b="6168"/>
          <a:stretch>
            <a:fillRect/>
          </a:stretch>
        </p:blipFill>
        <p:spPr>
          <a:xfrm>
            <a:off x="10057376" y="-2682747"/>
            <a:ext cx="603142" cy="582152"/>
          </a:xfrm>
          <a:prstGeom prst="rect">
            <a:avLst/>
          </a:prstGeom>
        </p:spPr>
      </p:pic>
      <p:sp>
        <p:nvSpPr>
          <p:cNvPr id="58" name="Freeform: Shape 55">
            <a:extLst>
              <a:ext uri="{FF2B5EF4-FFF2-40B4-BE49-F238E27FC236}">
                <a16:creationId xmlns:a16="http://schemas.microsoft.com/office/drawing/2014/main" id="{63A2831F-6609-EC11-8A6B-5473578C474F}"/>
              </a:ext>
            </a:extLst>
          </p:cNvPr>
          <p:cNvSpPr/>
          <p:nvPr/>
        </p:nvSpPr>
        <p:spPr>
          <a:xfrm rot="5400000">
            <a:off x="11968985" y="-5108164"/>
            <a:ext cx="105020" cy="4034149"/>
          </a:xfrm>
          <a:custGeom>
            <a:avLst/>
            <a:gdLst>
              <a:gd name="connsiteX0" fmla="*/ 0 w 0"/>
              <a:gd name="connsiteY0" fmla="*/ 0 h 2905125"/>
              <a:gd name="connsiteX1" fmla="*/ 0 w 0"/>
              <a:gd name="connsiteY1" fmla="*/ 2905125 h 290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905125">
                <a:moveTo>
                  <a:pt x="0" y="0"/>
                </a:moveTo>
                <a:lnTo>
                  <a:pt x="0" y="2905125"/>
                </a:lnTo>
              </a:path>
            </a:pathLst>
          </a:custGeom>
          <a:noFill/>
          <a:ln w="12700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Imagem 58" descr="Forma">
            <a:extLst>
              <a:ext uri="{FF2B5EF4-FFF2-40B4-BE49-F238E27FC236}">
                <a16:creationId xmlns:a16="http://schemas.microsoft.com/office/drawing/2014/main" id="{F05379B8-3082-0A1C-C8E2-943C87866798}"/>
              </a:ext>
            </a:extLst>
          </p:cNvPr>
          <p:cNvPicPr>
            <a:picLocks noChangeAspect="1"/>
          </p:cNvPicPr>
          <p:nvPr/>
        </p:nvPicPr>
        <p:blipFill>
          <a:blip r:embed="rId2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29"/>
              </a:ext>
            </a:extLst>
          </a:blip>
          <a:stretch>
            <a:fillRect/>
          </a:stretch>
        </p:blipFill>
        <p:spPr>
          <a:xfrm>
            <a:off x="10039714" y="-2109003"/>
            <a:ext cx="728480" cy="728480"/>
          </a:xfrm>
          <a:prstGeom prst="rect">
            <a:avLst/>
          </a:prstGeom>
        </p:spPr>
      </p:pic>
      <p:pic>
        <p:nvPicPr>
          <p:cNvPr id="60" name="Gráfico 59">
            <a:extLst>
              <a:ext uri="{FF2B5EF4-FFF2-40B4-BE49-F238E27FC236}">
                <a16:creationId xmlns:a16="http://schemas.microsoft.com/office/drawing/2014/main" id="{70E3B3F5-4951-28FB-0871-BE5B64002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  <a:ext uri="{837473B0-CC2E-450A-ABE3-18F120FF3D39}">
                <a1611:picAttrSrcUrl xmlns:a1611="http://schemas.microsoft.com/office/drawing/2016/11/main" r:id="rId31"/>
              </a:ext>
            </a:extLst>
          </a:blip>
          <a:srcRect l="11481" t="18509" r="10367" b="13651"/>
          <a:stretch>
            <a:fillRect/>
          </a:stretch>
        </p:blipFill>
        <p:spPr>
          <a:xfrm>
            <a:off x="10081356" y="-1367519"/>
            <a:ext cx="736823" cy="639600"/>
          </a:xfrm>
          <a:prstGeom prst="rect">
            <a:avLst/>
          </a:prstGeom>
        </p:spPr>
      </p:pic>
      <p:sp>
        <p:nvSpPr>
          <p:cNvPr id="62" name="Freeform: Shape 54">
            <a:extLst>
              <a:ext uri="{FF2B5EF4-FFF2-40B4-BE49-F238E27FC236}">
                <a16:creationId xmlns:a16="http://schemas.microsoft.com/office/drawing/2014/main" id="{4A431DCE-B829-A617-7512-0599A5D9A5F2}"/>
              </a:ext>
            </a:extLst>
          </p:cNvPr>
          <p:cNvSpPr/>
          <p:nvPr/>
        </p:nvSpPr>
        <p:spPr>
          <a:xfrm flipH="1">
            <a:off x="5098932" y="-5464153"/>
            <a:ext cx="195832" cy="5582911"/>
          </a:xfrm>
          <a:custGeom>
            <a:avLst/>
            <a:gdLst>
              <a:gd name="connsiteX0" fmla="*/ 0 w 0"/>
              <a:gd name="connsiteY0" fmla="*/ 0 h 2905125"/>
              <a:gd name="connsiteX1" fmla="*/ 0 w 0"/>
              <a:gd name="connsiteY1" fmla="*/ 2905125 h 290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905125">
                <a:moveTo>
                  <a:pt x="0" y="0"/>
                </a:moveTo>
                <a:lnTo>
                  <a:pt x="0" y="2905125"/>
                </a:lnTo>
              </a:path>
            </a:pathLst>
          </a:custGeom>
          <a:noFill/>
          <a:ln w="19050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10" name="Agrupar 6209">
            <a:extLst>
              <a:ext uri="{FF2B5EF4-FFF2-40B4-BE49-F238E27FC236}">
                <a16:creationId xmlns:a16="http://schemas.microsoft.com/office/drawing/2014/main" id="{00E3D194-9B6F-FF86-04F7-59500FE26E0A}"/>
              </a:ext>
            </a:extLst>
          </p:cNvPr>
          <p:cNvGrpSpPr/>
          <p:nvPr/>
        </p:nvGrpSpPr>
        <p:grpSpPr>
          <a:xfrm>
            <a:off x="1234033" y="2553370"/>
            <a:ext cx="3469576" cy="4796853"/>
            <a:chOff x="1002338" y="2391324"/>
            <a:chExt cx="4275879" cy="5320975"/>
          </a:xfrm>
        </p:grpSpPr>
        <p:sp>
          <p:nvSpPr>
            <p:cNvPr id="6145" name="Retângulo 6144">
              <a:extLst>
                <a:ext uri="{FF2B5EF4-FFF2-40B4-BE49-F238E27FC236}">
                  <a16:creationId xmlns:a16="http://schemas.microsoft.com/office/drawing/2014/main" id="{01F5FD9C-83F5-55C4-4105-25A21A3E0A09}"/>
                </a:ext>
              </a:extLst>
            </p:cNvPr>
            <p:cNvSpPr/>
            <p:nvPr/>
          </p:nvSpPr>
          <p:spPr>
            <a:xfrm>
              <a:off x="1002338" y="2391324"/>
              <a:ext cx="4275879" cy="53209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47" name="Rectangle 50">
              <a:extLst>
                <a:ext uri="{FF2B5EF4-FFF2-40B4-BE49-F238E27FC236}">
                  <a16:creationId xmlns:a16="http://schemas.microsoft.com/office/drawing/2014/main" id="{7CD28216-0631-3D28-1902-42ACC1801D05}"/>
                </a:ext>
              </a:extLst>
            </p:cNvPr>
            <p:cNvSpPr/>
            <p:nvPr/>
          </p:nvSpPr>
          <p:spPr>
            <a:xfrm>
              <a:off x="1488610" y="2465718"/>
              <a:ext cx="3337855" cy="3072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>
                <a:spcAft>
                  <a:spcPts val="800"/>
                </a:spcAft>
                <a:buClr>
                  <a:srgbClr val="3DD969"/>
                </a:buClr>
              </a:pPr>
              <a:r>
                <a:rPr lang="pt-BR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Novo galpão 2.000M2</a:t>
              </a:r>
              <a:endParaRPr lang="pt-BR" dirty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sp>
          <p:nvSpPr>
            <p:cNvPr id="6204" name="Retângulo 6203">
              <a:extLst>
                <a:ext uri="{FF2B5EF4-FFF2-40B4-BE49-F238E27FC236}">
                  <a16:creationId xmlns:a16="http://schemas.microsoft.com/office/drawing/2014/main" id="{33E04A43-CFAC-7A02-4494-819B0BA9E344}"/>
                </a:ext>
              </a:extLst>
            </p:cNvPr>
            <p:cNvSpPr/>
            <p:nvPr/>
          </p:nvSpPr>
          <p:spPr>
            <a:xfrm>
              <a:off x="1002338" y="6041168"/>
              <a:ext cx="4275878" cy="1645101"/>
            </a:xfrm>
            <a:prstGeom prst="rect">
              <a:avLst/>
            </a:prstGeom>
            <a:solidFill>
              <a:srgbClr val="5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Escritório</a:t>
              </a:r>
              <a:endParaRPr lang="en-US" dirty="0"/>
            </a:p>
          </p:txBody>
        </p:sp>
        <p:grpSp>
          <p:nvGrpSpPr>
            <p:cNvPr id="6208" name="Agrupar 6207">
              <a:extLst>
                <a:ext uri="{FF2B5EF4-FFF2-40B4-BE49-F238E27FC236}">
                  <a16:creationId xmlns:a16="http://schemas.microsoft.com/office/drawing/2014/main" id="{F1D02590-AAD8-6EF8-E24C-C2A89878D99F}"/>
                </a:ext>
              </a:extLst>
            </p:cNvPr>
            <p:cNvGrpSpPr/>
            <p:nvPr/>
          </p:nvGrpSpPr>
          <p:grpSpPr>
            <a:xfrm>
              <a:off x="1325068" y="3140259"/>
              <a:ext cx="2422701" cy="1805099"/>
              <a:chOff x="1303333" y="3465849"/>
              <a:chExt cx="3466326" cy="2582681"/>
            </a:xfrm>
          </p:grpSpPr>
          <p:sp>
            <p:nvSpPr>
              <p:cNvPr id="6150" name="Retângulo 6149">
                <a:extLst>
                  <a:ext uri="{FF2B5EF4-FFF2-40B4-BE49-F238E27FC236}">
                    <a16:creationId xmlns:a16="http://schemas.microsoft.com/office/drawing/2014/main" id="{758EA535-1FBD-3AD5-FCB1-40BC6FC731C9}"/>
                  </a:ext>
                </a:extLst>
              </p:cNvPr>
              <p:cNvSpPr/>
              <p:nvPr/>
            </p:nvSpPr>
            <p:spPr>
              <a:xfrm>
                <a:off x="1303333" y="3465849"/>
                <a:ext cx="640998" cy="33735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54" name="Retângulo 6153">
                <a:extLst>
                  <a:ext uri="{FF2B5EF4-FFF2-40B4-BE49-F238E27FC236}">
                    <a16:creationId xmlns:a16="http://schemas.microsoft.com/office/drawing/2014/main" id="{F9E29754-3993-746E-9FE8-6B54EC4B9836}"/>
                  </a:ext>
                </a:extLst>
              </p:cNvPr>
              <p:cNvSpPr/>
              <p:nvPr/>
            </p:nvSpPr>
            <p:spPr>
              <a:xfrm>
                <a:off x="2730595" y="3465849"/>
                <a:ext cx="626400" cy="3384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63" name="Retângulo 6162">
                <a:extLst>
                  <a:ext uri="{FF2B5EF4-FFF2-40B4-BE49-F238E27FC236}">
                    <a16:creationId xmlns:a16="http://schemas.microsoft.com/office/drawing/2014/main" id="{487418F8-311E-E97B-5696-6FF406145B21}"/>
                  </a:ext>
                </a:extLst>
              </p:cNvPr>
              <p:cNvSpPr/>
              <p:nvPr/>
            </p:nvSpPr>
            <p:spPr>
              <a:xfrm>
                <a:off x="4143259" y="3476640"/>
                <a:ext cx="626400" cy="3384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92" name="Retângulo 6191">
                <a:extLst>
                  <a:ext uri="{FF2B5EF4-FFF2-40B4-BE49-F238E27FC236}">
                    <a16:creationId xmlns:a16="http://schemas.microsoft.com/office/drawing/2014/main" id="{0FA0B59F-9042-BBCF-2F70-16A968D6DAFF}"/>
                  </a:ext>
                </a:extLst>
              </p:cNvPr>
              <p:cNvSpPr/>
              <p:nvPr/>
            </p:nvSpPr>
            <p:spPr>
              <a:xfrm>
                <a:off x="1303333" y="4187209"/>
                <a:ext cx="626400" cy="3384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93" name="Retângulo 6192">
                <a:extLst>
                  <a:ext uri="{FF2B5EF4-FFF2-40B4-BE49-F238E27FC236}">
                    <a16:creationId xmlns:a16="http://schemas.microsoft.com/office/drawing/2014/main" id="{7F45C63A-731F-DC13-7580-34FEE1BE8F03}"/>
                  </a:ext>
                </a:extLst>
              </p:cNvPr>
              <p:cNvSpPr/>
              <p:nvPr/>
            </p:nvSpPr>
            <p:spPr>
              <a:xfrm>
                <a:off x="2730595" y="4187209"/>
                <a:ext cx="626400" cy="3384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96" name="Retângulo 6195">
                <a:extLst>
                  <a:ext uri="{FF2B5EF4-FFF2-40B4-BE49-F238E27FC236}">
                    <a16:creationId xmlns:a16="http://schemas.microsoft.com/office/drawing/2014/main" id="{7C3B7AB9-FBEE-47DA-31E3-7C0EE740732E}"/>
                  </a:ext>
                </a:extLst>
              </p:cNvPr>
              <p:cNvSpPr/>
              <p:nvPr/>
            </p:nvSpPr>
            <p:spPr>
              <a:xfrm>
                <a:off x="4143259" y="4198000"/>
                <a:ext cx="626400" cy="3384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97" name="Retângulo 6196">
                <a:extLst>
                  <a:ext uri="{FF2B5EF4-FFF2-40B4-BE49-F238E27FC236}">
                    <a16:creationId xmlns:a16="http://schemas.microsoft.com/office/drawing/2014/main" id="{3BB015D1-1552-9CCA-A9C1-4E1A990515E5}"/>
                  </a:ext>
                </a:extLst>
              </p:cNvPr>
              <p:cNvSpPr/>
              <p:nvPr/>
            </p:nvSpPr>
            <p:spPr>
              <a:xfrm>
                <a:off x="1303333" y="4961909"/>
                <a:ext cx="626400" cy="3384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98" name="Retângulo 6197">
                <a:extLst>
                  <a:ext uri="{FF2B5EF4-FFF2-40B4-BE49-F238E27FC236}">
                    <a16:creationId xmlns:a16="http://schemas.microsoft.com/office/drawing/2014/main" id="{EA258B69-E031-6DDC-8C0F-60F752CBB264}"/>
                  </a:ext>
                </a:extLst>
              </p:cNvPr>
              <p:cNvSpPr/>
              <p:nvPr/>
            </p:nvSpPr>
            <p:spPr>
              <a:xfrm>
                <a:off x="2730595" y="4961909"/>
                <a:ext cx="626400" cy="3384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0" name="Retângulo 6199">
                <a:extLst>
                  <a:ext uri="{FF2B5EF4-FFF2-40B4-BE49-F238E27FC236}">
                    <a16:creationId xmlns:a16="http://schemas.microsoft.com/office/drawing/2014/main" id="{C5520BA9-DFEB-F84B-0036-46C4692C9589}"/>
                  </a:ext>
                </a:extLst>
              </p:cNvPr>
              <p:cNvSpPr/>
              <p:nvPr/>
            </p:nvSpPr>
            <p:spPr>
              <a:xfrm>
                <a:off x="4143259" y="4972700"/>
                <a:ext cx="626400" cy="3384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5" name="Retângulo 6204">
                <a:extLst>
                  <a:ext uri="{FF2B5EF4-FFF2-40B4-BE49-F238E27FC236}">
                    <a16:creationId xmlns:a16="http://schemas.microsoft.com/office/drawing/2014/main" id="{D27391E9-81EB-8A92-702D-684FE8EBD370}"/>
                  </a:ext>
                </a:extLst>
              </p:cNvPr>
              <p:cNvSpPr/>
              <p:nvPr/>
            </p:nvSpPr>
            <p:spPr>
              <a:xfrm>
                <a:off x="1303333" y="5699339"/>
                <a:ext cx="626400" cy="3384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6" name="Retângulo 6205">
                <a:extLst>
                  <a:ext uri="{FF2B5EF4-FFF2-40B4-BE49-F238E27FC236}">
                    <a16:creationId xmlns:a16="http://schemas.microsoft.com/office/drawing/2014/main" id="{C9968F07-107C-7F70-7179-3E5CA10909BC}"/>
                  </a:ext>
                </a:extLst>
              </p:cNvPr>
              <p:cNvSpPr/>
              <p:nvPr/>
            </p:nvSpPr>
            <p:spPr>
              <a:xfrm>
                <a:off x="2730595" y="5699339"/>
                <a:ext cx="626400" cy="3384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7" name="Retângulo 6206">
                <a:extLst>
                  <a:ext uri="{FF2B5EF4-FFF2-40B4-BE49-F238E27FC236}">
                    <a16:creationId xmlns:a16="http://schemas.microsoft.com/office/drawing/2014/main" id="{A6393D5B-3C2A-FE36-28C6-BF5F69A0D5E8}"/>
                  </a:ext>
                </a:extLst>
              </p:cNvPr>
              <p:cNvSpPr/>
              <p:nvPr/>
            </p:nvSpPr>
            <p:spPr>
              <a:xfrm>
                <a:off x="4143259" y="5710130"/>
                <a:ext cx="626400" cy="3384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264" name="Agrupar 6263">
            <a:extLst>
              <a:ext uri="{FF2B5EF4-FFF2-40B4-BE49-F238E27FC236}">
                <a16:creationId xmlns:a16="http://schemas.microsoft.com/office/drawing/2014/main" id="{54378244-C8F1-BB37-FF90-EAE2436341A0}"/>
              </a:ext>
            </a:extLst>
          </p:cNvPr>
          <p:cNvGrpSpPr/>
          <p:nvPr/>
        </p:nvGrpSpPr>
        <p:grpSpPr>
          <a:xfrm>
            <a:off x="4849733" y="2777915"/>
            <a:ext cx="2588285" cy="576435"/>
            <a:chOff x="4847761" y="2736380"/>
            <a:chExt cx="2588285" cy="576435"/>
          </a:xfrm>
        </p:grpSpPr>
        <p:sp>
          <p:nvSpPr>
            <p:cNvPr id="6209" name="Rectangle 50">
              <a:extLst>
                <a:ext uri="{FF2B5EF4-FFF2-40B4-BE49-F238E27FC236}">
                  <a16:creationId xmlns:a16="http://schemas.microsoft.com/office/drawing/2014/main" id="{D136BB24-F3E0-3210-7C7E-D15800922911}"/>
                </a:ext>
              </a:extLst>
            </p:cNvPr>
            <p:cNvSpPr/>
            <p:nvPr/>
          </p:nvSpPr>
          <p:spPr>
            <a:xfrm>
              <a:off x="5579253" y="2758817"/>
              <a:ext cx="1856793" cy="553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>
                <a:spcAft>
                  <a:spcPts val="800"/>
                </a:spcAft>
                <a:buClr>
                  <a:srgbClr val="3DD969"/>
                </a:buClr>
              </a:pPr>
              <a:r>
                <a:rPr lang="pt-BR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12 boxes de manutenção</a:t>
              </a:r>
              <a:endParaRPr lang="pt-BR" dirty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pic>
          <p:nvPicPr>
            <p:cNvPr id="6211" name="Gráfico 6210">
              <a:extLst>
                <a:ext uri="{FF2B5EF4-FFF2-40B4-BE49-F238E27FC236}">
                  <a16:creationId xmlns:a16="http://schemas.microsoft.com/office/drawing/2014/main" id="{23ECC4B1-64DC-C3C9-CB43-6EFBEC9B09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flipH="1">
              <a:off x="4847761" y="2736380"/>
              <a:ext cx="598687" cy="418063"/>
            </a:xfrm>
            <a:prstGeom prst="rect">
              <a:avLst/>
            </a:prstGeom>
          </p:spPr>
        </p:pic>
      </p:grpSp>
      <p:sp>
        <p:nvSpPr>
          <p:cNvPr id="6217" name="Rectangle 50">
            <a:extLst>
              <a:ext uri="{FF2B5EF4-FFF2-40B4-BE49-F238E27FC236}">
                <a16:creationId xmlns:a16="http://schemas.microsoft.com/office/drawing/2014/main" id="{E51E70C4-B52D-A831-9F11-72FB89DE0CC6}"/>
              </a:ext>
            </a:extLst>
          </p:cNvPr>
          <p:cNvSpPr/>
          <p:nvPr/>
        </p:nvSpPr>
        <p:spPr>
          <a:xfrm>
            <a:off x="1821994" y="-2008270"/>
            <a:ext cx="3757259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pt-BR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Sala de treinamentos e showroom.</a:t>
            </a:r>
          </a:p>
        </p:txBody>
      </p:sp>
      <p:pic>
        <p:nvPicPr>
          <p:cNvPr id="6218" name="Imagem 6217" descr="Ícone&#10;&#10;O conteúdo gerado por IA pode estar incorreto.">
            <a:extLst>
              <a:ext uri="{FF2B5EF4-FFF2-40B4-BE49-F238E27FC236}">
                <a16:creationId xmlns:a16="http://schemas.microsoft.com/office/drawing/2014/main" id="{6C7B182E-4546-4A8F-32F1-6082BA49337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90967" y="-2205609"/>
            <a:ext cx="856705" cy="856705"/>
          </a:xfrm>
          <a:prstGeom prst="rect">
            <a:avLst/>
          </a:prstGeom>
          <a:solidFill>
            <a:schemeClr val="bg1">
              <a:lumMod val="65000"/>
            </a:schemeClr>
          </a:solidFill>
          <a:ln w="461" cap="flat">
            <a:noFill/>
            <a:prstDash val="solid"/>
            <a:miter/>
          </a:ln>
        </p:spPr>
      </p:pic>
      <p:sp>
        <p:nvSpPr>
          <p:cNvPr id="6224" name="Rectangle 58">
            <a:extLst>
              <a:ext uri="{FF2B5EF4-FFF2-40B4-BE49-F238E27FC236}">
                <a16:creationId xmlns:a16="http://schemas.microsoft.com/office/drawing/2014/main" id="{14AF8256-C4EC-6F08-EAA6-6309687A7CE7}"/>
              </a:ext>
            </a:extLst>
          </p:cNvPr>
          <p:cNvSpPr/>
          <p:nvPr/>
        </p:nvSpPr>
        <p:spPr>
          <a:xfrm>
            <a:off x="9973354" y="1594308"/>
            <a:ext cx="283628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 anchorCtr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pt-BR" sz="2400" b="1" dirty="0">
                <a:solidFill>
                  <a:srgbClr val="C0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Pessoas e Cultura</a:t>
            </a:r>
          </a:p>
        </p:txBody>
      </p:sp>
      <p:grpSp>
        <p:nvGrpSpPr>
          <p:cNvPr id="6261" name="Agrupar 6260">
            <a:extLst>
              <a:ext uri="{FF2B5EF4-FFF2-40B4-BE49-F238E27FC236}">
                <a16:creationId xmlns:a16="http://schemas.microsoft.com/office/drawing/2014/main" id="{67C369F2-D89C-3817-833F-00CD2D575344}"/>
              </a:ext>
            </a:extLst>
          </p:cNvPr>
          <p:cNvGrpSpPr/>
          <p:nvPr/>
        </p:nvGrpSpPr>
        <p:grpSpPr>
          <a:xfrm>
            <a:off x="4808806" y="6089458"/>
            <a:ext cx="3072806" cy="655811"/>
            <a:chOff x="4818915" y="5248450"/>
            <a:chExt cx="3072806" cy="655811"/>
          </a:xfrm>
        </p:grpSpPr>
        <p:sp>
          <p:nvSpPr>
            <p:cNvPr id="6225" name="Rectangle 50">
              <a:extLst>
                <a:ext uri="{FF2B5EF4-FFF2-40B4-BE49-F238E27FC236}">
                  <a16:creationId xmlns:a16="http://schemas.microsoft.com/office/drawing/2014/main" id="{0AEBFCE4-2979-776B-7253-BE65BBFC993A}"/>
                </a:ext>
              </a:extLst>
            </p:cNvPr>
            <p:cNvSpPr/>
            <p:nvPr/>
          </p:nvSpPr>
          <p:spPr>
            <a:xfrm>
              <a:off x="5529628" y="5350263"/>
              <a:ext cx="2362093" cy="553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>
                <a:buClr>
                  <a:schemeClr val="tx1"/>
                </a:buClr>
              </a:pPr>
              <a:r>
                <a:rPr lang="en-US" dirty="0" err="1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Implantação</a:t>
              </a:r>
              <a:r>
                <a:rPr lang="en-US" dirty="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de ERP e CRM</a:t>
              </a:r>
              <a:endParaRPr lang="pt-BR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226" name="Gráfico 6225">
              <a:extLst>
                <a:ext uri="{FF2B5EF4-FFF2-40B4-BE49-F238E27FC236}">
                  <a16:creationId xmlns:a16="http://schemas.microsoft.com/office/drawing/2014/main" id="{6B785F54-A544-2B05-F8AE-A324F1AA6C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  <a:ext uri="{837473B0-CC2E-450A-ABE3-18F120FF3D39}">
                  <a1611:picAttrSrcUrl xmlns:a1611="http://schemas.microsoft.com/office/drawing/2016/11/main" r:id="rId13"/>
                </a:ext>
              </a:extLst>
            </a:blip>
            <a:stretch>
              <a:fillRect/>
            </a:stretch>
          </p:blipFill>
          <p:spPr>
            <a:xfrm>
              <a:off x="4818915" y="5248450"/>
              <a:ext cx="601548" cy="621575"/>
            </a:xfrm>
            <a:prstGeom prst="rect">
              <a:avLst/>
            </a:prstGeom>
          </p:spPr>
        </p:pic>
      </p:grpSp>
      <p:sp>
        <p:nvSpPr>
          <p:cNvPr id="6230" name="Freeform: Shape 54">
            <a:extLst>
              <a:ext uri="{FF2B5EF4-FFF2-40B4-BE49-F238E27FC236}">
                <a16:creationId xmlns:a16="http://schemas.microsoft.com/office/drawing/2014/main" id="{D4A58BD0-E3FE-1F03-B14C-25424CA30D11}"/>
              </a:ext>
            </a:extLst>
          </p:cNvPr>
          <p:cNvSpPr/>
          <p:nvPr/>
        </p:nvSpPr>
        <p:spPr>
          <a:xfrm flipH="1">
            <a:off x="8313496" y="2096672"/>
            <a:ext cx="195832" cy="5582911"/>
          </a:xfrm>
          <a:custGeom>
            <a:avLst/>
            <a:gdLst>
              <a:gd name="connsiteX0" fmla="*/ 0 w 0"/>
              <a:gd name="connsiteY0" fmla="*/ 0 h 2905125"/>
              <a:gd name="connsiteX1" fmla="*/ 0 w 0"/>
              <a:gd name="connsiteY1" fmla="*/ 2905125 h 290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905125">
                <a:moveTo>
                  <a:pt x="0" y="0"/>
                </a:moveTo>
                <a:lnTo>
                  <a:pt x="0" y="2905125"/>
                </a:lnTo>
              </a:path>
            </a:pathLst>
          </a:custGeom>
          <a:noFill/>
          <a:ln w="19050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6262" name="Agrupar 6261">
            <a:extLst>
              <a:ext uri="{FF2B5EF4-FFF2-40B4-BE49-F238E27FC236}">
                <a16:creationId xmlns:a16="http://schemas.microsoft.com/office/drawing/2014/main" id="{A01A880B-3517-5C8F-AB3A-510A55D8B48F}"/>
              </a:ext>
            </a:extLst>
          </p:cNvPr>
          <p:cNvGrpSpPr/>
          <p:nvPr/>
        </p:nvGrpSpPr>
        <p:grpSpPr>
          <a:xfrm>
            <a:off x="4622771" y="4709796"/>
            <a:ext cx="3652371" cy="902843"/>
            <a:chOff x="4585940" y="4213885"/>
            <a:chExt cx="3652371" cy="902843"/>
          </a:xfrm>
        </p:grpSpPr>
        <p:sp>
          <p:nvSpPr>
            <p:cNvPr id="6219" name="Rectangle 50">
              <a:extLst>
                <a:ext uri="{FF2B5EF4-FFF2-40B4-BE49-F238E27FC236}">
                  <a16:creationId xmlns:a16="http://schemas.microsoft.com/office/drawing/2014/main" id="{8D8CC4C3-409C-DA5C-ABEB-3C749D85C9A7}"/>
                </a:ext>
              </a:extLst>
            </p:cNvPr>
            <p:cNvSpPr/>
            <p:nvPr/>
          </p:nvSpPr>
          <p:spPr>
            <a:xfrm>
              <a:off x="5437834" y="4417474"/>
              <a:ext cx="2800477" cy="553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pPr>
                <a:buClr>
                  <a:schemeClr val="tx1"/>
                </a:buClr>
              </a:pPr>
              <a:r>
                <a:rPr lang="pt-BR" dirty="0">
                  <a:solidFill>
                    <a:srgbClr val="0E2841"/>
                  </a:solidFill>
                  <a:latin typeface="Poppins"/>
                  <a:cs typeface="Poppins"/>
                </a:rPr>
                <a:t>Sala  treinamentos e showroom</a:t>
              </a:r>
            </a:p>
          </p:txBody>
        </p:sp>
        <p:pic>
          <p:nvPicPr>
            <p:cNvPr id="6240" name="Picture 53" descr="Generated image">
              <a:extLst>
                <a:ext uri="{FF2B5EF4-FFF2-40B4-BE49-F238E27FC236}">
                  <a16:creationId xmlns:a16="http://schemas.microsoft.com/office/drawing/2014/main" id="{F188FCA8-DA01-65F4-5413-CD0553643D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5940" y="4213885"/>
              <a:ext cx="902843" cy="9028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251" name="Agrupar 6250">
            <a:extLst>
              <a:ext uri="{FF2B5EF4-FFF2-40B4-BE49-F238E27FC236}">
                <a16:creationId xmlns:a16="http://schemas.microsoft.com/office/drawing/2014/main" id="{DEA998CF-DBB3-EB21-56E7-14B1FAFA6188}"/>
              </a:ext>
            </a:extLst>
          </p:cNvPr>
          <p:cNvGrpSpPr/>
          <p:nvPr/>
        </p:nvGrpSpPr>
        <p:grpSpPr>
          <a:xfrm>
            <a:off x="10097580" y="2142187"/>
            <a:ext cx="2685628" cy="556428"/>
            <a:chOff x="8696773" y="2582217"/>
            <a:chExt cx="3087060" cy="639600"/>
          </a:xfrm>
        </p:grpSpPr>
        <p:sp>
          <p:nvSpPr>
            <p:cNvPr id="6232" name="Rectangle 50">
              <a:extLst>
                <a:ext uri="{FF2B5EF4-FFF2-40B4-BE49-F238E27FC236}">
                  <a16:creationId xmlns:a16="http://schemas.microsoft.com/office/drawing/2014/main" id="{0B0149C1-9CA9-A204-AB5B-E82DB3268706}"/>
                </a:ext>
              </a:extLst>
            </p:cNvPr>
            <p:cNvSpPr/>
            <p:nvPr/>
          </p:nvSpPr>
          <p:spPr>
            <a:xfrm>
              <a:off x="9483108" y="2606264"/>
              <a:ext cx="2300725" cy="553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r>
                <a:rPr lang="pt-BR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Manual de Cultura</a:t>
              </a:r>
            </a:p>
          </p:txBody>
        </p:sp>
        <p:pic>
          <p:nvPicPr>
            <p:cNvPr id="6233" name="Gráfico 6232">
              <a:extLst>
                <a:ext uri="{FF2B5EF4-FFF2-40B4-BE49-F238E27FC236}">
                  <a16:creationId xmlns:a16="http://schemas.microsoft.com/office/drawing/2014/main" id="{89C43438-29EC-DDCF-092A-B2EF927A1E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  <a:ext uri="{837473B0-CC2E-450A-ABE3-18F120FF3D39}">
                  <a1611:picAttrSrcUrl xmlns:a1611="http://schemas.microsoft.com/office/drawing/2016/11/main" r:id="rId31"/>
                </a:ext>
              </a:extLst>
            </a:blip>
            <a:srcRect l="11481" t="18509" r="10367" b="13651"/>
            <a:stretch>
              <a:fillRect/>
            </a:stretch>
          </p:blipFill>
          <p:spPr>
            <a:xfrm>
              <a:off x="8696773" y="2582217"/>
              <a:ext cx="736823" cy="639600"/>
            </a:xfrm>
            <a:prstGeom prst="rect">
              <a:avLst/>
            </a:prstGeom>
          </p:spPr>
        </p:pic>
      </p:grpSp>
      <p:grpSp>
        <p:nvGrpSpPr>
          <p:cNvPr id="6250" name="Agrupar 6249">
            <a:extLst>
              <a:ext uri="{FF2B5EF4-FFF2-40B4-BE49-F238E27FC236}">
                <a16:creationId xmlns:a16="http://schemas.microsoft.com/office/drawing/2014/main" id="{FBACE218-C816-77E5-FC69-35BD7AEB6092}"/>
              </a:ext>
            </a:extLst>
          </p:cNvPr>
          <p:cNvGrpSpPr/>
          <p:nvPr/>
        </p:nvGrpSpPr>
        <p:grpSpPr>
          <a:xfrm>
            <a:off x="10085974" y="2868488"/>
            <a:ext cx="2409012" cy="614374"/>
            <a:chOff x="8705841" y="3481988"/>
            <a:chExt cx="2769096" cy="706207"/>
          </a:xfrm>
        </p:grpSpPr>
        <p:sp>
          <p:nvSpPr>
            <p:cNvPr id="6234" name="Rectangle 50">
              <a:extLst>
                <a:ext uri="{FF2B5EF4-FFF2-40B4-BE49-F238E27FC236}">
                  <a16:creationId xmlns:a16="http://schemas.microsoft.com/office/drawing/2014/main" id="{7535B528-360D-136A-B9AB-8EC80DAFD63B}"/>
                </a:ext>
              </a:extLst>
            </p:cNvPr>
            <p:cNvSpPr/>
            <p:nvPr/>
          </p:nvSpPr>
          <p:spPr>
            <a:xfrm>
              <a:off x="9433596" y="3759335"/>
              <a:ext cx="204134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r>
                <a:rPr lang="pt-BR" dirty="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Treinamentos</a:t>
              </a:r>
            </a:p>
          </p:txBody>
        </p:sp>
        <p:pic>
          <p:nvPicPr>
            <p:cNvPr id="6235" name="Imagem 6234" descr="Forma">
              <a:extLst>
                <a:ext uri="{FF2B5EF4-FFF2-40B4-BE49-F238E27FC236}">
                  <a16:creationId xmlns:a16="http://schemas.microsoft.com/office/drawing/2014/main" id="{A347850E-AED4-65F4-DDD4-C4BB57DDC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837473B0-CC2E-450A-ABE3-18F120FF3D39}">
                  <a1611:picAttrSrcUrl xmlns:a1611="http://schemas.microsoft.com/office/drawing/2016/11/main" r:id="rId29"/>
                </a:ext>
              </a:extLst>
            </a:blip>
            <a:stretch>
              <a:fillRect/>
            </a:stretch>
          </p:blipFill>
          <p:spPr>
            <a:xfrm>
              <a:off x="8705841" y="3481988"/>
              <a:ext cx="706207" cy="706207"/>
            </a:xfrm>
            <a:prstGeom prst="rect">
              <a:avLst/>
            </a:prstGeom>
          </p:spPr>
        </p:pic>
      </p:grpSp>
      <p:grpSp>
        <p:nvGrpSpPr>
          <p:cNvPr id="6248" name="Agrupar 6247">
            <a:extLst>
              <a:ext uri="{FF2B5EF4-FFF2-40B4-BE49-F238E27FC236}">
                <a16:creationId xmlns:a16="http://schemas.microsoft.com/office/drawing/2014/main" id="{2F5ECAB6-7833-A606-5230-0F636F39AC5A}"/>
              </a:ext>
            </a:extLst>
          </p:cNvPr>
          <p:cNvGrpSpPr/>
          <p:nvPr/>
        </p:nvGrpSpPr>
        <p:grpSpPr>
          <a:xfrm>
            <a:off x="10106681" y="3780694"/>
            <a:ext cx="2817259" cy="506059"/>
            <a:chOff x="8696035" y="4605488"/>
            <a:chExt cx="3238368" cy="581702"/>
          </a:xfrm>
        </p:grpSpPr>
        <p:sp>
          <p:nvSpPr>
            <p:cNvPr id="6236" name="Rectangle 50">
              <a:extLst>
                <a:ext uri="{FF2B5EF4-FFF2-40B4-BE49-F238E27FC236}">
                  <a16:creationId xmlns:a16="http://schemas.microsoft.com/office/drawing/2014/main" id="{D846F1CD-A765-6017-515B-3CDAE5ECDCDE}"/>
                </a:ext>
              </a:extLst>
            </p:cNvPr>
            <p:cNvSpPr/>
            <p:nvPr/>
          </p:nvSpPr>
          <p:spPr>
            <a:xfrm>
              <a:off x="9360210" y="4725713"/>
              <a:ext cx="257419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r>
                <a:rPr lang="pt-BR" dirty="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Cargos e salários</a:t>
              </a:r>
            </a:p>
          </p:txBody>
        </p:sp>
        <p:pic>
          <p:nvPicPr>
            <p:cNvPr id="6237" name="Imagem 6236" descr="Ícone">
              <a:extLst>
                <a:ext uri="{FF2B5EF4-FFF2-40B4-BE49-F238E27FC236}">
                  <a16:creationId xmlns:a16="http://schemas.microsoft.com/office/drawing/2014/main" id="{32CAD3E3-6A1F-BB9D-C782-4726E2EA2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837473B0-CC2E-450A-ABE3-18F120FF3D39}">
                  <a1611:picAttrSrcUrl xmlns:a1611="http://schemas.microsoft.com/office/drawing/2016/11/main" r:id="rId27"/>
                </a:ext>
              </a:extLst>
            </a:blip>
            <a:srcRect l="3115" t="3002" r="2778" b="6168"/>
            <a:stretch>
              <a:fillRect/>
            </a:stretch>
          </p:blipFill>
          <p:spPr>
            <a:xfrm>
              <a:off x="8696035" y="4605488"/>
              <a:ext cx="602675" cy="581702"/>
            </a:xfrm>
            <a:prstGeom prst="rect">
              <a:avLst/>
            </a:prstGeom>
          </p:spPr>
        </p:pic>
      </p:grpSp>
      <p:grpSp>
        <p:nvGrpSpPr>
          <p:cNvPr id="6247" name="Agrupar 6246">
            <a:extLst>
              <a:ext uri="{FF2B5EF4-FFF2-40B4-BE49-F238E27FC236}">
                <a16:creationId xmlns:a16="http://schemas.microsoft.com/office/drawing/2014/main" id="{489712EB-60BC-CD10-199D-39F61B6EBDC4}"/>
              </a:ext>
            </a:extLst>
          </p:cNvPr>
          <p:cNvGrpSpPr/>
          <p:nvPr/>
        </p:nvGrpSpPr>
        <p:grpSpPr>
          <a:xfrm>
            <a:off x="9966418" y="4476453"/>
            <a:ext cx="2648177" cy="795754"/>
            <a:chOff x="8568409" y="5533597"/>
            <a:chExt cx="3044012" cy="914699"/>
          </a:xfrm>
        </p:grpSpPr>
        <p:sp>
          <p:nvSpPr>
            <p:cNvPr id="6238" name="Rectangle 50">
              <a:extLst>
                <a:ext uri="{FF2B5EF4-FFF2-40B4-BE49-F238E27FC236}">
                  <a16:creationId xmlns:a16="http://schemas.microsoft.com/office/drawing/2014/main" id="{07CBABAF-EE22-C90C-0170-CFB7D8507517}"/>
                </a:ext>
              </a:extLst>
            </p:cNvPr>
            <p:cNvSpPr/>
            <p:nvPr/>
          </p:nvSpPr>
          <p:spPr>
            <a:xfrm>
              <a:off x="9516293" y="5789496"/>
              <a:ext cx="2096128" cy="553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r>
                <a:rPr lang="pt-BR" dirty="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Projeto Parafusinho</a:t>
              </a:r>
            </a:p>
          </p:txBody>
        </p:sp>
        <p:pic>
          <p:nvPicPr>
            <p:cNvPr id="6242" name="Picture 55" descr="Generated image">
              <a:extLst>
                <a:ext uri="{FF2B5EF4-FFF2-40B4-BE49-F238E27FC236}">
                  <a16:creationId xmlns:a16="http://schemas.microsoft.com/office/drawing/2014/main" id="{06DF9144-CB3D-2EDC-18FD-4D5629FFFB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8409" y="5533597"/>
              <a:ext cx="914699" cy="9146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254" name="Rectangle 58">
            <a:extLst>
              <a:ext uri="{FF2B5EF4-FFF2-40B4-BE49-F238E27FC236}">
                <a16:creationId xmlns:a16="http://schemas.microsoft.com/office/drawing/2014/main" id="{2D5525A6-C8C7-3A66-002E-99AE208A643D}"/>
              </a:ext>
            </a:extLst>
          </p:cNvPr>
          <p:cNvSpPr/>
          <p:nvPr/>
        </p:nvSpPr>
        <p:spPr>
          <a:xfrm>
            <a:off x="9705094" y="5650509"/>
            <a:ext cx="3678337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 anchorCtr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pt-BR" sz="2400" b="1" dirty="0">
                <a:solidFill>
                  <a:srgbClr val="C0000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Governança e finanças</a:t>
            </a:r>
          </a:p>
        </p:txBody>
      </p:sp>
      <p:grpSp>
        <p:nvGrpSpPr>
          <p:cNvPr id="6265" name="Agrupar 6264">
            <a:extLst>
              <a:ext uri="{FF2B5EF4-FFF2-40B4-BE49-F238E27FC236}">
                <a16:creationId xmlns:a16="http://schemas.microsoft.com/office/drawing/2014/main" id="{07717148-47C4-2076-9E6A-38F25EC5A8AC}"/>
              </a:ext>
            </a:extLst>
          </p:cNvPr>
          <p:cNvGrpSpPr/>
          <p:nvPr/>
        </p:nvGrpSpPr>
        <p:grpSpPr>
          <a:xfrm>
            <a:off x="10031727" y="6194051"/>
            <a:ext cx="3962790" cy="540863"/>
            <a:chOff x="9849668" y="6251530"/>
            <a:chExt cx="4510024" cy="615553"/>
          </a:xfrm>
        </p:grpSpPr>
        <p:sp>
          <p:nvSpPr>
            <p:cNvPr id="6257" name="Rectangle 50">
              <a:extLst>
                <a:ext uri="{FF2B5EF4-FFF2-40B4-BE49-F238E27FC236}">
                  <a16:creationId xmlns:a16="http://schemas.microsoft.com/office/drawing/2014/main" id="{E94D3723-DA80-184F-0C93-F8CF51575494}"/>
                </a:ext>
              </a:extLst>
            </p:cNvPr>
            <p:cNvSpPr/>
            <p:nvPr/>
          </p:nvSpPr>
          <p:spPr>
            <a:xfrm>
              <a:off x="10718942" y="6455168"/>
              <a:ext cx="3640750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r>
                <a:rPr lang="pt-BR" dirty="0">
                  <a:solidFill>
                    <a:srgbClr val="0E2841"/>
                  </a:solidFill>
                  <a:latin typeface="Poppins"/>
                  <a:cs typeface="Poppins"/>
                </a:rPr>
                <a:t>Controladoria</a:t>
              </a:r>
              <a:endParaRPr lang="pt-BR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259" name="Imagem 6258" descr="Forma&#10;&#10;O conteúdo gerado por IA pode estar incorreto.">
              <a:extLst>
                <a:ext uri="{FF2B5EF4-FFF2-40B4-BE49-F238E27FC236}">
                  <a16:creationId xmlns:a16="http://schemas.microsoft.com/office/drawing/2014/main" id="{8CCA49F0-A583-91DF-D6A6-D05049E45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837473B0-CC2E-450A-ABE3-18F120FF3D39}">
                  <a1611:picAttrSrcUrl xmlns:a1611="http://schemas.microsoft.com/office/drawing/2016/11/main" r:id="rId21"/>
                </a:ext>
              </a:extLst>
            </a:blip>
            <a:stretch>
              <a:fillRect/>
            </a:stretch>
          </p:blipFill>
          <p:spPr>
            <a:xfrm>
              <a:off x="9849668" y="6251530"/>
              <a:ext cx="869274" cy="615553"/>
            </a:xfrm>
            <a:prstGeom prst="rect">
              <a:avLst/>
            </a:prstGeom>
          </p:spPr>
        </p:pic>
      </p:grpSp>
      <p:grpSp>
        <p:nvGrpSpPr>
          <p:cNvPr id="6266" name="Agrupar 6265">
            <a:extLst>
              <a:ext uri="{FF2B5EF4-FFF2-40B4-BE49-F238E27FC236}">
                <a16:creationId xmlns:a16="http://schemas.microsoft.com/office/drawing/2014/main" id="{5641F649-800D-4ED8-3757-EDF7DE38E080}"/>
              </a:ext>
            </a:extLst>
          </p:cNvPr>
          <p:cNvGrpSpPr/>
          <p:nvPr/>
        </p:nvGrpSpPr>
        <p:grpSpPr>
          <a:xfrm>
            <a:off x="10045059" y="6893377"/>
            <a:ext cx="3606126" cy="565394"/>
            <a:chOff x="9887626" y="6949163"/>
            <a:chExt cx="4104108" cy="643471"/>
          </a:xfrm>
        </p:grpSpPr>
        <p:sp>
          <p:nvSpPr>
            <p:cNvPr id="6258" name="Rectangle 50">
              <a:extLst>
                <a:ext uri="{FF2B5EF4-FFF2-40B4-BE49-F238E27FC236}">
                  <a16:creationId xmlns:a16="http://schemas.microsoft.com/office/drawing/2014/main" id="{F56B6F53-F4BC-E1FC-044E-94562C43C6FA}"/>
                </a:ext>
              </a:extLst>
            </p:cNvPr>
            <p:cNvSpPr/>
            <p:nvPr/>
          </p:nvSpPr>
          <p:spPr>
            <a:xfrm>
              <a:off x="10718942" y="7007375"/>
              <a:ext cx="3272792" cy="553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6000" tIns="0" rIns="96000" bIns="0" rtlCol="0" anchor="t" anchorCtr="0">
              <a:spAutoFit/>
            </a:bodyPr>
            <a:lstStyle/>
            <a:p>
              <a:r>
                <a:rPr lang="pt-BR" dirty="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Facilidade de Acesso a Crédito bancário.</a:t>
              </a:r>
            </a:p>
          </p:txBody>
        </p:sp>
        <p:pic>
          <p:nvPicPr>
            <p:cNvPr id="6260" name="Imagem 6259" descr="Uma imagem contendo Forma&#10;&#10;O conteúdo gerado por IA pode estar incorreto.">
              <a:extLst>
                <a:ext uri="{FF2B5EF4-FFF2-40B4-BE49-F238E27FC236}">
                  <a16:creationId xmlns:a16="http://schemas.microsoft.com/office/drawing/2014/main" id="{227C8FF1-C5BC-05E0-79AD-B25560702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837473B0-CC2E-450A-ABE3-18F120FF3D39}">
                  <a1611:picAttrSrcUrl xmlns:a1611="http://schemas.microsoft.com/office/drawing/2016/11/main" r:id="rId23"/>
                </a:ext>
              </a:extLst>
            </a:blip>
            <a:srcRect l="14403" t="22616" r="13222" b="21363"/>
            <a:stretch>
              <a:fillRect/>
            </a:stretch>
          </p:blipFill>
          <p:spPr>
            <a:xfrm>
              <a:off x="9887626" y="6949163"/>
              <a:ext cx="831316" cy="643471"/>
            </a:xfrm>
            <a:prstGeom prst="rect">
              <a:avLst/>
            </a:prstGeom>
          </p:spPr>
        </p:pic>
      </p:grpSp>
      <p:sp>
        <p:nvSpPr>
          <p:cNvPr id="6267" name="Rectangle 50">
            <a:extLst>
              <a:ext uri="{FF2B5EF4-FFF2-40B4-BE49-F238E27FC236}">
                <a16:creationId xmlns:a16="http://schemas.microsoft.com/office/drawing/2014/main" id="{9AC1843F-B585-B6EC-2939-1EA0AC428349}"/>
              </a:ext>
            </a:extLst>
          </p:cNvPr>
          <p:cNvSpPr/>
          <p:nvPr/>
        </p:nvSpPr>
        <p:spPr>
          <a:xfrm>
            <a:off x="2056743" y="5022383"/>
            <a:ext cx="185679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6000" tIns="0" rIns="96000" bIns="0" rtlCol="0" anchor="t" anchorCtr="0">
            <a:spAutoFit/>
          </a:bodyPr>
          <a:lstStyle/>
          <a:p>
            <a:pPr>
              <a:buClr>
                <a:schemeClr val="tx1"/>
              </a:buClr>
            </a:pPr>
            <a:r>
              <a:rPr lang="pt-BR" dirty="0">
                <a:solidFill>
                  <a:srgbClr val="C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Boxes</a:t>
            </a:r>
          </a:p>
        </p:txBody>
      </p:sp>
    </p:spTree>
    <p:extLst>
      <p:ext uri="{BB962C8B-B14F-4D97-AF65-F5344CB8AC3E}">
        <p14:creationId xmlns:p14="http://schemas.microsoft.com/office/powerpoint/2010/main" val="4076240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674E-11CA-9E94-2051-3B08F1BE6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8">
            <a:extLst>
              <a:ext uri="{FF2B5EF4-FFF2-40B4-BE49-F238E27FC236}">
                <a16:creationId xmlns:a16="http://schemas.microsoft.com/office/drawing/2014/main" id="{E3CF0D65-60CA-D441-DFDF-4EF7110AA25E}"/>
              </a:ext>
            </a:extLst>
          </p:cNvPr>
          <p:cNvGrpSpPr/>
          <p:nvPr/>
        </p:nvGrpSpPr>
        <p:grpSpPr>
          <a:xfrm>
            <a:off x="0" y="1245593"/>
            <a:ext cx="2986326" cy="6267884"/>
            <a:chOff x="-19050" y="1207427"/>
            <a:chExt cx="2521585" cy="5507355"/>
          </a:xfrm>
        </p:grpSpPr>
        <p:sp>
          <p:nvSpPr>
            <p:cNvPr id="3" name="object 9">
              <a:extLst>
                <a:ext uri="{FF2B5EF4-FFF2-40B4-BE49-F238E27FC236}">
                  <a16:creationId xmlns:a16="http://schemas.microsoft.com/office/drawing/2014/main" id="{B73617B9-98B9-F249-22DA-7DFCDD64769B}"/>
                </a:ext>
              </a:extLst>
            </p:cNvPr>
            <p:cNvSpPr/>
            <p:nvPr/>
          </p:nvSpPr>
          <p:spPr>
            <a:xfrm>
              <a:off x="1272540" y="1930907"/>
              <a:ext cx="1229995" cy="4060190"/>
            </a:xfrm>
            <a:custGeom>
              <a:avLst/>
              <a:gdLst/>
              <a:ahLst/>
              <a:cxnLst/>
              <a:rect l="l" t="t" r="r" b="b"/>
              <a:pathLst>
                <a:path w="1229995" h="4060190">
                  <a:moveTo>
                    <a:pt x="614172" y="3752850"/>
                  </a:moveTo>
                  <a:lnTo>
                    <a:pt x="610831" y="3707485"/>
                  </a:lnTo>
                  <a:lnTo>
                    <a:pt x="601154" y="3664191"/>
                  </a:lnTo>
                  <a:lnTo>
                    <a:pt x="585609" y="3623424"/>
                  </a:lnTo>
                  <a:lnTo>
                    <a:pt x="564680" y="3585667"/>
                  </a:lnTo>
                  <a:lnTo>
                    <a:pt x="538822" y="3551402"/>
                  </a:lnTo>
                  <a:lnTo>
                    <a:pt x="508533" y="3521113"/>
                  </a:lnTo>
                  <a:lnTo>
                    <a:pt x="474268" y="3495256"/>
                  </a:lnTo>
                  <a:lnTo>
                    <a:pt x="436511" y="3474326"/>
                  </a:lnTo>
                  <a:lnTo>
                    <a:pt x="395744" y="3458781"/>
                  </a:lnTo>
                  <a:lnTo>
                    <a:pt x="352450" y="3449104"/>
                  </a:lnTo>
                  <a:lnTo>
                    <a:pt x="307086" y="3445764"/>
                  </a:lnTo>
                  <a:lnTo>
                    <a:pt x="261708" y="3449104"/>
                  </a:lnTo>
                  <a:lnTo>
                    <a:pt x="218414" y="3458781"/>
                  </a:lnTo>
                  <a:lnTo>
                    <a:pt x="177647" y="3474326"/>
                  </a:lnTo>
                  <a:lnTo>
                    <a:pt x="139890" y="3495256"/>
                  </a:lnTo>
                  <a:lnTo>
                    <a:pt x="105625" y="3521113"/>
                  </a:lnTo>
                  <a:lnTo>
                    <a:pt x="75336" y="3551402"/>
                  </a:lnTo>
                  <a:lnTo>
                    <a:pt x="49479" y="3585667"/>
                  </a:lnTo>
                  <a:lnTo>
                    <a:pt x="28549" y="3623424"/>
                  </a:lnTo>
                  <a:lnTo>
                    <a:pt x="13004" y="3664191"/>
                  </a:lnTo>
                  <a:lnTo>
                    <a:pt x="3327" y="3707485"/>
                  </a:lnTo>
                  <a:lnTo>
                    <a:pt x="0" y="3752850"/>
                  </a:lnTo>
                  <a:lnTo>
                    <a:pt x="3327" y="3798239"/>
                  </a:lnTo>
                  <a:lnTo>
                    <a:pt x="13004" y="3841546"/>
                  </a:lnTo>
                  <a:lnTo>
                    <a:pt x="28549" y="3882313"/>
                  </a:lnTo>
                  <a:lnTo>
                    <a:pt x="49479" y="3920071"/>
                  </a:lnTo>
                  <a:lnTo>
                    <a:pt x="75336" y="3954322"/>
                  </a:lnTo>
                  <a:lnTo>
                    <a:pt x="105625" y="3984612"/>
                  </a:lnTo>
                  <a:lnTo>
                    <a:pt x="139890" y="4010469"/>
                  </a:lnTo>
                  <a:lnTo>
                    <a:pt x="177647" y="4031399"/>
                  </a:lnTo>
                  <a:lnTo>
                    <a:pt x="218414" y="4046944"/>
                  </a:lnTo>
                  <a:lnTo>
                    <a:pt x="261708" y="4056608"/>
                  </a:lnTo>
                  <a:lnTo>
                    <a:pt x="307086" y="4059936"/>
                  </a:lnTo>
                  <a:lnTo>
                    <a:pt x="352450" y="4056608"/>
                  </a:lnTo>
                  <a:lnTo>
                    <a:pt x="395744" y="4046944"/>
                  </a:lnTo>
                  <a:lnTo>
                    <a:pt x="436511" y="4031399"/>
                  </a:lnTo>
                  <a:lnTo>
                    <a:pt x="474268" y="4010469"/>
                  </a:lnTo>
                  <a:lnTo>
                    <a:pt x="508533" y="3984612"/>
                  </a:lnTo>
                  <a:lnTo>
                    <a:pt x="538822" y="3954322"/>
                  </a:lnTo>
                  <a:lnTo>
                    <a:pt x="564680" y="3920071"/>
                  </a:lnTo>
                  <a:lnTo>
                    <a:pt x="585609" y="3882313"/>
                  </a:lnTo>
                  <a:lnTo>
                    <a:pt x="601154" y="3841546"/>
                  </a:lnTo>
                  <a:lnTo>
                    <a:pt x="610831" y="3798239"/>
                  </a:lnTo>
                  <a:lnTo>
                    <a:pt x="614172" y="3752850"/>
                  </a:lnTo>
                  <a:close/>
                </a:path>
                <a:path w="1229995" h="4060190">
                  <a:moveTo>
                    <a:pt x="614172" y="307086"/>
                  </a:moveTo>
                  <a:lnTo>
                    <a:pt x="610831" y="261721"/>
                  </a:lnTo>
                  <a:lnTo>
                    <a:pt x="601154" y="218427"/>
                  </a:lnTo>
                  <a:lnTo>
                    <a:pt x="585609" y="177660"/>
                  </a:lnTo>
                  <a:lnTo>
                    <a:pt x="564680" y="139903"/>
                  </a:lnTo>
                  <a:lnTo>
                    <a:pt x="538822" y="105638"/>
                  </a:lnTo>
                  <a:lnTo>
                    <a:pt x="508533" y="75349"/>
                  </a:lnTo>
                  <a:lnTo>
                    <a:pt x="474268" y="49491"/>
                  </a:lnTo>
                  <a:lnTo>
                    <a:pt x="436511" y="28562"/>
                  </a:lnTo>
                  <a:lnTo>
                    <a:pt x="395744" y="13017"/>
                  </a:lnTo>
                  <a:lnTo>
                    <a:pt x="352450" y="3340"/>
                  </a:lnTo>
                  <a:lnTo>
                    <a:pt x="307086" y="0"/>
                  </a:lnTo>
                  <a:lnTo>
                    <a:pt x="261708" y="3340"/>
                  </a:lnTo>
                  <a:lnTo>
                    <a:pt x="218414" y="13017"/>
                  </a:lnTo>
                  <a:lnTo>
                    <a:pt x="177647" y="28562"/>
                  </a:lnTo>
                  <a:lnTo>
                    <a:pt x="139890" y="49491"/>
                  </a:lnTo>
                  <a:lnTo>
                    <a:pt x="105625" y="75349"/>
                  </a:lnTo>
                  <a:lnTo>
                    <a:pt x="75336" y="105638"/>
                  </a:lnTo>
                  <a:lnTo>
                    <a:pt x="49479" y="139903"/>
                  </a:lnTo>
                  <a:lnTo>
                    <a:pt x="28549" y="177660"/>
                  </a:lnTo>
                  <a:lnTo>
                    <a:pt x="13004" y="218427"/>
                  </a:lnTo>
                  <a:lnTo>
                    <a:pt x="3327" y="261721"/>
                  </a:lnTo>
                  <a:lnTo>
                    <a:pt x="0" y="307086"/>
                  </a:lnTo>
                  <a:lnTo>
                    <a:pt x="3327" y="352463"/>
                  </a:lnTo>
                  <a:lnTo>
                    <a:pt x="13004" y="395757"/>
                  </a:lnTo>
                  <a:lnTo>
                    <a:pt x="28549" y="436524"/>
                  </a:lnTo>
                  <a:lnTo>
                    <a:pt x="49479" y="474281"/>
                  </a:lnTo>
                  <a:lnTo>
                    <a:pt x="75336" y="508546"/>
                  </a:lnTo>
                  <a:lnTo>
                    <a:pt x="105625" y="538835"/>
                  </a:lnTo>
                  <a:lnTo>
                    <a:pt x="139890" y="564692"/>
                  </a:lnTo>
                  <a:lnTo>
                    <a:pt x="177647" y="585622"/>
                  </a:lnTo>
                  <a:lnTo>
                    <a:pt x="218414" y="601167"/>
                  </a:lnTo>
                  <a:lnTo>
                    <a:pt x="261708" y="610844"/>
                  </a:lnTo>
                  <a:lnTo>
                    <a:pt x="307086" y="614172"/>
                  </a:lnTo>
                  <a:lnTo>
                    <a:pt x="352450" y="610844"/>
                  </a:lnTo>
                  <a:lnTo>
                    <a:pt x="395744" y="601167"/>
                  </a:lnTo>
                  <a:lnTo>
                    <a:pt x="436511" y="585622"/>
                  </a:lnTo>
                  <a:lnTo>
                    <a:pt x="474268" y="564692"/>
                  </a:lnTo>
                  <a:lnTo>
                    <a:pt x="508533" y="538835"/>
                  </a:lnTo>
                  <a:lnTo>
                    <a:pt x="538822" y="508546"/>
                  </a:lnTo>
                  <a:lnTo>
                    <a:pt x="564680" y="474281"/>
                  </a:lnTo>
                  <a:lnTo>
                    <a:pt x="585609" y="436524"/>
                  </a:lnTo>
                  <a:lnTo>
                    <a:pt x="601154" y="395757"/>
                  </a:lnTo>
                  <a:lnTo>
                    <a:pt x="610831" y="352463"/>
                  </a:lnTo>
                  <a:lnTo>
                    <a:pt x="614172" y="307086"/>
                  </a:lnTo>
                  <a:close/>
                </a:path>
                <a:path w="1229995" h="4060190">
                  <a:moveTo>
                    <a:pt x="1229868" y="2029206"/>
                  </a:moveTo>
                  <a:lnTo>
                    <a:pt x="1226527" y="1983841"/>
                  </a:lnTo>
                  <a:lnTo>
                    <a:pt x="1216825" y="1940547"/>
                  </a:lnTo>
                  <a:lnTo>
                    <a:pt x="1201254" y="1899780"/>
                  </a:lnTo>
                  <a:lnTo>
                    <a:pt x="1180274" y="1862023"/>
                  </a:lnTo>
                  <a:lnTo>
                    <a:pt x="1154366" y="1827758"/>
                  </a:lnTo>
                  <a:lnTo>
                    <a:pt x="1124000" y="1797469"/>
                  </a:lnTo>
                  <a:lnTo>
                    <a:pt x="1089660" y="1771611"/>
                  </a:lnTo>
                  <a:lnTo>
                    <a:pt x="1051814" y="1750682"/>
                  </a:lnTo>
                  <a:lnTo>
                    <a:pt x="1010932" y="1735137"/>
                  </a:lnTo>
                  <a:lnTo>
                    <a:pt x="967511" y="1725460"/>
                  </a:lnTo>
                  <a:lnTo>
                    <a:pt x="922020" y="1722120"/>
                  </a:lnTo>
                  <a:lnTo>
                    <a:pt x="876515" y="1725460"/>
                  </a:lnTo>
                  <a:lnTo>
                    <a:pt x="833094" y="1735137"/>
                  </a:lnTo>
                  <a:lnTo>
                    <a:pt x="792213" y="1750682"/>
                  </a:lnTo>
                  <a:lnTo>
                    <a:pt x="754367" y="1771611"/>
                  </a:lnTo>
                  <a:lnTo>
                    <a:pt x="720026" y="1797469"/>
                  </a:lnTo>
                  <a:lnTo>
                    <a:pt x="689660" y="1827758"/>
                  </a:lnTo>
                  <a:lnTo>
                    <a:pt x="663752" y="1862023"/>
                  </a:lnTo>
                  <a:lnTo>
                    <a:pt x="642772" y="1899780"/>
                  </a:lnTo>
                  <a:lnTo>
                    <a:pt x="627202" y="1940547"/>
                  </a:lnTo>
                  <a:lnTo>
                    <a:pt x="617499" y="1983841"/>
                  </a:lnTo>
                  <a:lnTo>
                    <a:pt x="614172" y="2029206"/>
                  </a:lnTo>
                  <a:lnTo>
                    <a:pt x="617499" y="2074583"/>
                  </a:lnTo>
                  <a:lnTo>
                    <a:pt x="627202" y="2117877"/>
                  </a:lnTo>
                  <a:lnTo>
                    <a:pt x="642772" y="2158644"/>
                  </a:lnTo>
                  <a:lnTo>
                    <a:pt x="663752" y="2196401"/>
                  </a:lnTo>
                  <a:lnTo>
                    <a:pt x="689660" y="2230666"/>
                  </a:lnTo>
                  <a:lnTo>
                    <a:pt x="720026" y="2260955"/>
                  </a:lnTo>
                  <a:lnTo>
                    <a:pt x="754367" y="2286812"/>
                  </a:lnTo>
                  <a:lnTo>
                    <a:pt x="792213" y="2307742"/>
                  </a:lnTo>
                  <a:lnTo>
                    <a:pt x="833094" y="2323287"/>
                  </a:lnTo>
                  <a:lnTo>
                    <a:pt x="876515" y="2332964"/>
                  </a:lnTo>
                  <a:lnTo>
                    <a:pt x="922020" y="2336292"/>
                  </a:lnTo>
                  <a:lnTo>
                    <a:pt x="967511" y="2332964"/>
                  </a:lnTo>
                  <a:lnTo>
                    <a:pt x="1010932" y="2323287"/>
                  </a:lnTo>
                  <a:lnTo>
                    <a:pt x="1051814" y="2307742"/>
                  </a:lnTo>
                  <a:lnTo>
                    <a:pt x="1089660" y="2286812"/>
                  </a:lnTo>
                  <a:lnTo>
                    <a:pt x="1124000" y="2260955"/>
                  </a:lnTo>
                  <a:lnTo>
                    <a:pt x="1154366" y="2230666"/>
                  </a:lnTo>
                  <a:lnTo>
                    <a:pt x="1180274" y="2196401"/>
                  </a:lnTo>
                  <a:lnTo>
                    <a:pt x="1201254" y="2158644"/>
                  </a:lnTo>
                  <a:lnTo>
                    <a:pt x="1216825" y="2117877"/>
                  </a:lnTo>
                  <a:lnTo>
                    <a:pt x="1226527" y="2074583"/>
                  </a:lnTo>
                  <a:lnTo>
                    <a:pt x="1229868" y="2029206"/>
                  </a:lnTo>
                  <a:close/>
                </a:path>
              </a:pathLst>
            </a:custGeom>
            <a:solidFill>
              <a:srgbClr val="EA1C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0">
              <a:extLst>
                <a:ext uri="{FF2B5EF4-FFF2-40B4-BE49-F238E27FC236}">
                  <a16:creationId xmlns:a16="http://schemas.microsoft.com/office/drawing/2014/main" id="{A0E73B15-9E8B-B77D-42CA-54D1A3047EED}"/>
                </a:ext>
              </a:extLst>
            </p:cNvPr>
            <p:cNvSpPr/>
            <p:nvPr/>
          </p:nvSpPr>
          <p:spPr>
            <a:xfrm>
              <a:off x="0" y="1226477"/>
              <a:ext cx="2216785" cy="5469255"/>
            </a:xfrm>
            <a:custGeom>
              <a:avLst/>
              <a:gdLst/>
              <a:ahLst/>
              <a:cxnLst/>
              <a:rect l="l" t="t" r="r" b="b"/>
              <a:pathLst>
                <a:path w="2216785" h="5469255">
                  <a:moveTo>
                    <a:pt x="0" y="0"/>
                  </a:moveTo>
                  <a:lnTo>
                    <a:pt x="0" y="5468797"/>
                  </a:lnTo>
                  <a:lnTo>
                    <a:pt x="30884" y="5462208"/>
                  </a:lnTo>
                  <a:lnTo>
                    <a:pt x="75949" y="5451805"/>
                  </a:lnTo>
                  <a:lnTo>
                    <a:pt x="120732" y="5440679"/>
                  </a:lnTo>
                  <a:lnTo>
                    <a:pt x="165228" y="5428836"/>
                  </a:lnTo>
                  <a:lnTo>
                    <a:pt x="209430" y="5416282"/>
                  </a:lnTo>
                  <a:lnTo>
                    <a:pt x="253331" y="5403024"/>
                  </a:lnTo>
                  <a:lnTo>
                    <a:pt x="296924" y="5389069"/>
                  </a:lnTo>
                  <a:lnTo>
                    <a:pt x="340204" y="5374423"/>
                  </a:lnTo>
                  <a:lnTo>
                    <a:pt x="383163" y="5359092"/>
                  </a:lnTo>
                  <a:lnTo>
                    <a:pt x="425796" y="5343084"/>
                  </a:lnTo>
                  <a:lnTo>
                    <a:pt x="468095" y="5326404"/>
                  </a:lnTo>
                  <a:lnTo>
                    <a:pt x="510055" y="5309059"/>
                  </a:lnTo>
                  <a:lnTo>
                    <a:pt x="551668" y="5291056"/>
                  </a:lnTo>
                  <a:lnTo>
                    <a:pt x="592929" y="5272401"/>
                  </a:lnTo>
                  <a:lnTo>
                    <a:pt x="633830" y="5253101"/>
                  </a:lnTo>
                  <a:lnTo>
                    <a:pt x="674365" y="5233161"/>
                  </a:lnTo>
                  <a:lnTo>
                    <a:pt x="714528" y="5212589"/>
                  </a:lnTo>
                  <a:lnTo>
                    <a:pt x="754313" y="5191392"/>
                  </a:lnTo>
                  <a:lnTo>
                    <a:pt x="793712" y="5169574"/>
                  </a:lnTo>
                  <a:lnTo>
                    <a:pt x="832719" y="5147144"/>
                  </a:lnTo>
                  <a:lnTo>
                    <a:pt x="871328" y="5124108"/>
                  </a:lnTo>
                  <a:lnTo>
                    <a:pt x="909532" y="5100472"/>
                  </a:lnTo>
                  <a:lnTo>
                    <a:pt x="947324" y="5076242"/>
                  </a:lnTo>
                  <a:lnTo>
                    <a:pt x="984699" y="5051425"/>
                  </a:lnTo>
                  <a:lnTo>
                    <a:pt x="1021650" y="5026028"/>
                  </a:lnTo>
                  <a:lnTo>
                    <a:pt x="1058170" y="5000057"/>
                  </a:lnTo>
                  <a:lnTo>
                    <a:pt x="1094252" y="4973519"/>
                  </a:lnTo>
                  <a:lnTo>
                    <a:pt x="1129890" y="4946420"/>
                  </a:lnTo>
                  <a:lnTo>
                    <a:pt x="1165079" y="4918767"/>
                  </a:lnTo>
                  <a:lnTo>
                    <a:pt x="1199810" y="4890565"/>
                  </a:lnTo>
                  <a:lnTo>
                    <a:pt x="1234078" y="4861823"/>
                  </a:lnTo>
                  <a:lnTo>
                    <a:pt x="1267876" y="4832545"/>
                  </a:lnTo>
                  <a:lnTo>
                    <a:pt x="1301198" y="4802739"/>
                  </a:lnTo>
                  <a:lnTo>
                    <a:pt x="1334037" y="4772412"/>
                  </a:lnTo>
                  <a:lnTo>
                    <a:pt x="1366387" y="4741569"/>
                  </a:lnTo>
                  <a:lnTo>
                    <a:pt x="1398241" y="4710217"/>
                  </a:lnTo>
                  <a:lnTo>
                    <a:pt x="1429592" y="4678362"/>
                  </a:lnTo>
                  <a:lnTo>
                    <a:pt x="1460435" y="4646012"/>
                  </a:lnTo>
                  <a:lnTo>
                    <a:pt x="1490762" y="4613173"/>
                  </a:lnTo>
                  <a:lnTo>
                    <a:pt x="1520568" y="4579851"/>
                  </a:lnTo>
                  <a:lnTo>
                    <a:pt x="1549845" y="4546052"/>
                  </a:lnTo>
                  <a:lnTo>
                    <a:pt x="1578587" y="4511784"/>
                  </a:lnTo>
                  <a:lnTo>
                    <a:pt x="1606788" y="4477052"/>
                  </a:lnTo>
                  <a:lnTo>
                    <a:pt x="1634441" y="4441864"/>
                  </a:lnTo>
                  <a:lnTo>
                    <a:pt x="1661539" y="4406225"/>
                  </a:lnTo>
                  <a:lnTo>
                    <a:pt x="1688077" y="4370142"/>
                  </a:lnTo>
                  <a:lnTo>
                    <a:pt x="1714047" y="4333622"/>
                  </a:lnTo>
                  <a:lnTo>
                    <a:pt x="1739444" y="4296672"/>
                  </a:lnTo>
                  <a:lnTo>
                    <a:pt x="1764260" y="4259297"/>
                  </a:lnTo>
                  <a:lnTo>
                    <a:pt x="1788489" y="4221504"/>
                  </a:lnTo>
                  <a:lnTo>
                    <a:pt x="1812125" y="4183300"/>
                  </a:lnTo>
                  <a:lnTo>
                    <a:pt x="1835161" y="4144691"/>
                  </a:lnTo>
                  <a:lnTo>
                    <a:pt x="1857590" y="4105684"/>
                  </a:lnTo>
                  <a:lnTo>
                    <a:pt x="1879407" y="4066285"/>
                  </a:lnTo>
                  <a:lnTo>
                    <a:pt x="1900604" y="4026501"/>
                  </a:lnTo>
                  <a:lnTo>
                    <a:pt x="1921175" y="3986338"/>
                  </a:lnTo>
                  <a:lnTo>
                    <a:pt x="1941114" y="3945803"/>
                  </a:lnTo>
                  <a:lnTo>
                    <a:pt x="1960414" y="3904902"/>
                  </a:lnTo>
                  <a:lnTo>
                    <a:pt x="1979069" y="3863641"/>
                  </a:lnTo>
                  <a:lnTo>
                    <a:pt x="1997072" y="3822028"/>
                  </a:lnTo>
                  <a:lnTo>
                    <a:pt x="2014416" y="3780069"/>
                  </a:lnTo>
                  <a:lnTo>
                    <a:pt x="2031095" y="3737770"/>
                  </a:lnTo>
                  <a:lnTo>
                    <a:pt x="2047103" y="3695138"/>
                  </a:lnTo>
                  <a:lnTo>
                    <a:pt x="2062433" y="3652179"/>
                  </a:lnTo>
                  <a:lnTo>
                    <a:pt x="2077079" y="3608900"/>
                  </a:lnTo>
                  <a:lnTo>
                    <a:pt x="2091034" y="3565307"/>
                  </a:lnTo>
                  <a:lnTo>
                    <a:pt x="2104291" y="3521406"/>
                  </a:lnTo>
                  <a:lnTo>
                    <a:pt x="2116844" y="3477205"/>
                  </a:lnTo>
                  <a:lnTo>
                    <a:pt x="2128687" y="3432710"/>
                  </a:lnTo>
                  <a:lnTo>
                    <a:pt x="2139813" y="3387927"/>
                  </a:lnTo>
                  <a:lnTo>
                    <a:pt x="2150216" y="3342863"/>
                  </a:lnTo>
                  <a:lnTo>
                    <a:pt x="2159888" y="3297525"/>
                  </a:lnTo>
                  <a:lnTo>
                    <a:pt x="2168825" y="3251917"/>
                  </a:lnTo>
                  <a:lnTo>
                    <a:pt x="2177018" y="3206049"/>
                  </a:lnTo>
                  <a:lnTo>
                    <a:pt x="2184462" y="3159925"/>
                  </a:lnTo>
                  <a:lnTo>
                    <a:pt x="2191149" y="3113552"/>
                  </a:lnTo>
                  <a:lnTo>
                    <a:pt x="2197075" y="3066937"/>
                  </a:lnTo>
                  <a:lnTo>
                    <a:pt x="2202231" y="3020087"/>
                  </a:lnTo>
                  <a:lnTo>
                    <a:pt x="2206612" y="2973007"/>
                  </a:lnTo>
                  <a:lnTo>
                    <a:pt x="2210211" y="2925705"/>
                  </a:lnTo>
                  <a:lnTo>
                    <a:pt x="2213022" y="2878186"/>
                  </a:lnTo>
                  <a:lnTo>
                    <a:pt x="2215037" y="2830458"/>
                  </a:lnTo>
                  <a:lnTo>
                    <a:pt x="2216251" y="2782526"/>
                  </a:lnTo>
                  <a:lnTo>
                    <a:pt x="2216658" y="2734398"/>
                  </a:lnTo>
                  <a:lnTo>
                    <a:pt x="2216251" y="2686270"/>
                  </a:lnTo>
                  <a:lnTo>
                    <a:pt x="2215037" y="2638339"/>
                  </a:lnTo>
                  <a:lnTo>
                    <a:pt x="2213022" y="2590611"/>
                  </a:lnTo>
                  <a:lnTo>
                    <a:pt x="2210211" y="2543092"/>
                  </a:lnTo>
                  <a:lnTo>
                    <a:pt x="2206612" y="2495790"/>
                  </a:lnTo>
                  <a:lnTo>
                    <a:pt x="2202231" y="2448710"/>
                  </a:lnTo>
                  <a:lnTo>
                    <a:pt x="2197075" y="2401859"/>
                  </a:lnTo>
                  <a:lnTo>
                    <a:pt x="2191149" y="2355244"/>
                  </a:lnTo>
                  <a:lnTo>
                    <a:pt x="2184462" y="2308872"/>
                  </a:lnTo>
                  <a:lnTo>
                    <a:pt x="2177018" y="2262748"/>
                  </a:lnTo>
                  <a:lnTo>
                    <a:pt x="2168825" y="2216879"/>
                  </a:lnTo>
                  <a:lnTo>
                    <a:pt x="2159888" y="2171272"/>
                  </a:lnTo>
                  <a:lnTo>
                    <a:pt x="2150216" y="2125933"/>
                  </a:lnTo>
                  <a:lnTo>
                    <a:pt x="2139813" y="2080869"/>
                  </a:lnTo>
                  <a:lnTo>
                    <a:pt x="2128687" y="2036086"/>
                  </a:lnTo>
                  <a:lnTo>
                    <a:pt x="2116844" y="1991591"/>
                  </a:lnTo>
                  <a:lnTo>
                    <a:pt x="2104291" y="1947390"/>
                  </a:lnTo>
                  <a:lnTo>
                    <a:pt x="2091034" y="1903490"/>
                  </a:lnTo>
                  <a:lnTo>
                    <a:pt x="2077079" y="1859897"/>
                  </a:lnTo>
                  <a:lnTo>
                    <a:pt x="2062433" y="1816618"/>
                  </a:lnTo>
                  <a:lnTo>
                    <a:pt x="2047103" y="1773659"/>
                  </a:lnTo>
                  <a:lnTo>
                    <a:pt x="2031095" y="1731027"/>
                  </a:lnTo>
                  <a:lnTo>
                    <a:pt x="2014416" y="1688728"/>
                  </a:lnTo>
                  <a:lnTo>
                    <a:pt x="1997072" y="1646768"/>
                  </a:lnTo>
                  <a:lnTo>
                    <a:pt x="1979069" y="1605155"/>
                  </a:lnTo>
                  <a:lnTo>
                    <a:pt x="1960414" y="1563895"/>
                  </a:lnTo>
                  <a:lnTo>
                    <a:pt x="1941114" y="1522994"/>
                  </a:lnTo>
                  <a:lnTo>
                    <a:pt x="1921175" y="1482459"/>
                  </a:lnTo>
                  <a:lnTo>
                    <a:pt x="1900604" y="1442296"/>
                  </a:lnTo>
                  <a:lnTo>
                    <a:pt x="1879407" y="1402512"/>
                  </a:lnTo>
                  <a:lnTo>
                    <a:pt x="1857590" y="1363113"/>
                  </a:lnTo>
                  <a:lnTo>
                    <a:pt x="1835161" y="1324106"/>
                  </a:lnTo>
                  <a:lnTo>
                    <a:pt x="1812125" y="1285497"/>
                  </a:lnTo>
                  <a:lnTo>
                    <a:pt x="1788489" y="1247293"/>
                  </a:lnTo>
                  <a:lnTo>
                    <a:pt x="1764260" y="1209500"/>
                  </a:lnTo>
                  <a:lnTo>
                    <a:pt x="1739444" y="1172125"/>
                  </a:lnTo>
                  <a:lnTo>
                    <a:pt x="1714047" y="1135174"/>
                  </a:lnTo>
                  <a:lnTo>
                    <a:pt x="1688077" y="1098654"/>
                  </a:lnTo>
                  <a:lnTo>
                    <a:pt x="1661539" y="1062572"/>
                  </a:lnTo>
                  <a:lnTo>
                    <a:pt x="1634441" y="1026933"/>
                  </a:lnTo>
                  <a:lnTo>
                    <a:pt x="1606788" y="991744"/>
                  </a:lnTo>
                  <a:lnTo>
                    <a:pt x="1578587" y="957013"/>
                  </a:lnTo>
                  <a:lnTo>
                    <a:pt x="1549845" y="922744"/>
                  </a:lnTo>
                  <a:lnTo>
                    <a:pt x="1520568" y="888946"/>
                  </a:lnTo>
                  <a:lnTo>
                    <a:pt x="1490762" y="855624"/>
                  </a:lnTo>
                  <a:lnTo>
                    <a:pt x="1460435" y="822784"/>
                  </a:lnTo>
                  <a:lnTo>
                    <a:pt x="1429592" y="790434"/>
                  </a:lnTo>
                  <a:lnTo>
                    <a:pt x="1398241" y="758580"/>
                  </a:lnTo>
                  <a:lnTo>
                    <a:pt x="1366387" y="727228"/>
                  </a:lnTo>
                  <a:lnTo>
                    <a:pt x="1334037" y="696385"/>
                  </a:lnTo>
                  <a:lnTo>
                    <a:pt x="1301198" y="666057"/>
                  </a:lnTo>
                  <a:lnTo>
                    <a:pt x="1267876" y="636251"/>
                  </a:lnTo>
                  <a:lnTo>
                    <a:pt x="1234078" y="606974"/>
                  </a:lnTo>
                  <a:lnTo>
                    <a:pt x="1199810" y="578231"/>
                  </a:lnTo>
                  <a:lnTo>
                    <a:pt x="1165079" y="550030"/>
                  </a:lnTo>
                  <a:lnTo>
                    <a:pt x="1129890" y="522376"/>
                  </a:lnTo>
                  <a:lnTo>
                    <a:pt x="1094252" y="495277"/>
                  </a:lnTo>
                  <a:lnTo>
                    <a:pt x="1058170" y="468739"/>
                  </a:lnTo>
                  <a:lnTo>
                    <a:pt x="1021650" y="442768"/>
                  </a:lnTo>
                  <a:lnTo>
                    <a:pt x="984699" y="417371"/>
                  </a:lnTo>
                  <a:lnTo>
                    <a:pt x="947324" y="392555"/>
                  </a:lnTo>
                  <a:lnTo>
                    <a:pt x="909532" y="368325"/>
                  </a:lnTo>
                  <a:lnTo>
                    <a:pt x="871328" y="344689"/>
                  </a:lnTo>
                  <a:lnTo>
                    <a:pt x="832719" y="321652"/>
                  </a:lnTo>
                  <a:lnTo>
                    <a:pt x="793712" y="299222"/>
                  </a:lnTo>
                  <a:lnTo>
                    <a:pt x="754313" y="277405"/>
                  </a:lnTo>
                  <a:lnTo>
                    <a:pt x="714528" y="256207"/>
                  </a:lnTo>
                  <a:lnTo>
                    <a:pt x="674365" y="235636"/>
                  </a:lnTo>
                  <a:lnTo>
                    <a:pt x="633830" y="215696"/>
                  </a:lnTo>
                  <a:lnTo>
                    <a:pt x="592929" y="196396"/>
                  </a:lnTo>
                  <a:lnTo>
                    <a:pt x="551668" y="177740"/>
                  </a:lnTo>
                  <a:lnTo>
                    <a:pt x="510055" y="159737"/>
                  </a:lnTo>
                  <a:lnTo>
                    <a:pt x="468095" y="142392"/>
                  </a:lnTo>
                  <a:lnTo>
                    <a:pt x="425796" y="125713"/>
                  </a:lnTo>
                  <a:lnTo>
                    <a:pt x="383163" y="109704"/>
                  </a:lnTo>
                  <a:lnTo>
                    <a:pt x="340204" y="94374"/>
                  </a:lnTo>
                  <a:lnTo>
                    <a:pt x="296924" y="79728"/>
                  </a:lnTo>
                  <a:lnTo>
                    <a:pt x="253331" y="65772"/>
                  </a:lnTo>
                  <a:lnTo>
                    <a:pt x="209430" y="52515"/>
                  </a:lnTo>
                  <a:lnTo>
                    <a:pt x="165228" y="39961"/>
                  </a:lnTo>
                  <a:lnTo>
                    <a:pt x="120732" y="28118"/>
                  </a:lnTo>
                  <a:lnTo>
                    <a:pt x="75949" y="16991"/>
                  </a:lnTo>
                  <a:lnTo>
                    <a:pt x="30884" y="65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11">
              <a:extLst>
                <a:ext uri="{FF2B5EF4-FFF2-40B4-BE49-F238E27FC236}">
                  <a16:creationId xmlns:a16="http://schemas.microsoft.com/office/drawing/2014/main" id="{072DDD7C-4CD8-9CB8-CDE6-91AD72E64F88}"/>
                </a:ext>
              </a:extLst>
            </p:cNvPr>
            <p:cNvSpPr/>
            <p:nvPr/>
          </p:nvSpPr>
          <p:spPr>
            <a:xfrm>
              <a:off x="0" y="1226477"/>
              <a:ext cx="2216785" cy="5469255"/>
            </a:xfrm>
            <a:custGeom>
              <a:avLst/>
              <a:gdLst/>
              <a:ahLst/>
              <a:cxnLst/>
              <a:rect l="l" t="t" r="r" b="b"/>
              <a:pathLst>
                <a:path w="2216785" h="5469255">
                  <a:moveTo>
                    <a:pt x="0" y="0"/>
                  </a:moveTo>
                  <a:lnTo>
                    <a:pt x="75949" y="16991"/>
                  </a:lnTo>
                  <a:lnTo>
                    <a:pt x="120732" y="28118"/>
                  </a:lnTo>
                  <a:lnTo>
                    <a:pt x="165228" y="39961"/>
                  </a:lnTo>
                  <a:lnTo>
                    <a:pt x="209430" y="52515"/>
                  </a:lnTo>
                  <a:lnTo>
                    <a:pt x="253331" y="65772"/>
                  </a:lnTo>
                  <a:lnTo>
                    <a:pt x="296924" y="79728"/>
                  </a:lnTo>
                  <a:lnTo>
                    <a:pt x="340204" y="94374"/>
                  </a:lnTo>
                  <a:lnTo>
                    <a:pt x="383163" y="109704"/>
                  </a:lnTo>
                  <a:lnTo>
                    <a:pt x="425796" y="125713"/>
                  </a:lnTo>
                  <a:lnTo>
                    <a:pt x="468095" y="142392"/>
                  </a:lnTo>
                  <a:lnTo>
                    <a:pt x="510055" y="159737"/>
                  </a:lnTo>
                  <a:lnTo>
                    <a:pt x="551668" y="177740"/>
                  </a:lnTo>
                  <a:lnTo>
                    <a:pt x="592929" y="196396"/>
                  </a:lnTo>
                  <a:lnTo>
                    <a:pt x="633830" y="215696"/>
                  </a:lnTo>
                  <a:lnTo>
                    <a:pt x="674365" y="235636"/>
                  </a:lnTo>
                  <a:lnTo>
                    <a:pt x="714528" y="256207"/>
                  </a:lnTo>
                  <a:lnTo>
                    <a:pt x="754313" y="277405"/>
                  </a:lnTo>
                  <a:lnTo>
                    <a:pt x="793712" y="299222"/>
                  </a:lnTo>
                  <a:lnTo>
                    <a:pt x="832719" y="321652"/>
                  </a:lnTo>
                  <a:lnTo>
                    <a:pt x="871328" y="344689"/>
                  </a:lnTo>
                  <a:lnTo>
                    <a:pt x="909532" y="368325"/>
                  </a:lnTo>
                  <a:lnTo>
                    <a:pt x="947324" y="392555"/>
                  </a:lnTo>
                  <a:lnTo>
                    <a:pt x="984699" y="417371"/>
                  </a:lnTo>
                  <a:lnTo>
                    <a:pt x="1021650" y="442768"/>
                  </a:lnTo>
                  <a:lnTo>
                    <a:pt x="1058170" y="468739"/>
                  </a:lnTo>
                  <a:lnTo>
                    <a:pt x="1094252" y="495277"/>
                  </a:lnTo>
                  <a:lnTo>
                    <a:pt x="1129890" y="522376"/>
                  </a:lnTo>
                  <a:lnTo>
                    <a:pt x="1165079" y="550030"/>
                  </a:lnTo>
                  <a:lnTo>
                    <a:pt x="1199810" y="578231"/>
                  </a:lnTo>
                  <a:lnTo>
                    <a:pt x="1234078" y="606974"/>
                  </a:lnTo>
                  <a:lnTo>
                    <a:pt x="1267876" y="636251"/>
                  </a:lnTo>
                  <a:lnTo>
                    <a:pt x="1301198" y="666057"/>
                  </a:lnTo>
                  <a:lnTo>
                    <a:pt x="1334037" y="696385"/>
                  </a:lnTo>
                  <a:lnTo>
                    <a:pt x="1366387" y="727228"/>
                  </a:lnTo>
                  <a:lnTo>
                    <a:pt x="1398241" y="758580"/>
                  </a:lnTo>
                  <a:lnTo>
                    <a:pt x="1429592" y="790434"/>
                  </a:lnTo>
                  <a:lnTo>
                    <a:pt x="1460435" y="822784"/>
                  </a:lnTo>
                  <a:lnTo>
                    <a:pt x="1490762" y="855624"/>
                  </a:lnTo>
                  <a:lnTo>
                    <a:pt x="1520568" y="888946"/>
                  </a:lnTo>
                  <a:lnTo>
                    <a:pt x="1549845" y="922744"/>
                  </a:lnTo>
                  <a:lnTo>
                    <a:pt x="1578587" y="957013"/>
                  </a:lnTo>
                  <a:lnTo>
                    <a:pt x="1606788" y="991744"/>
                  </a:lnTo>
                  <a:lnTo>
                    <a:pt x="1634441" y="1026933"/>
                  </a:lnTo>
                  <a:lnTo>
                    <a:pt x="1661539" y="1062572"/>
                  </a:lnTo>
                  <a:lnTo>
                    <a:pt x="1688077" y="1098654"/>
                  </a:lnTo>
                  <a:lnTo>
                    <a:pt x="1714047" y="1135174"/>
                  </a:lnTo>
                  <a:lnTo>
                    <a:pt x="1739444" y="1172125"/>
                  </a:lnTo>
                  <a:lnTo>
                    <a:pt x="1764260" y="1209500"/>
                  </a:lnTo>
                  <a:lnTo>
                    <a:pt x="1788489" y="1247293"/>
                  </a:lnTo>
                  <a:lnTo>
                    <a:pt x="1812125" y="1285497"/>
                  </a:lnTo>
                  <a:lnTo>
                    <a:pt x="1835161" y="1324106"/>
                  </a:lnTo>
                  <a:lnTo>
                    <a:pt x="1857590" y="1363113"/>
                  </a:lnTo>
                  <a:lnTo>
                    <a:pt x="1879407" y="1402512"/>
                  </a:lnTo>
                  <a:lnTo>
                    <a:pt x="1900604" y="1442296"/>
                  </a:lnTo>
                  <a:lnTo>
                    <a:pt x="1921175" y="1482459"/>
                  </a:lnTo>
                  <a:lnTo>
                    <a:pt x="1941114" y="1522994"/>
                  </a:lnTo>
                  <a:lnTo>
                    <a:pt x="1960414" y="1563895"/>
                  </a:lnTo>
                  <a:lnTo>
                    <a:pt x="1979069" y="1605155"/>
                  </a:lnTo>
                  <a:lnTo>
                    <a:pt x="1997072" y="1646768"/>
                  </a:lnTo>
                  <a:lnTo>
                    <a:pt x="2014416" y="1688728"/>
                  </a:lnTo>
                  <a:lnTo>
                    <a:pt x="2031095" y="1731027"/>
                  </a:lnTo>
                  <a:lnTo>
                    <a:pt x="2047103" y="1773659"/>
                  </a:lnTo>
                  <a:lnTo>
                    <a:pt x="2062433" y="1816618"/>
                  </a:lnTo>
                  <a:lnTo>
                    <a:pt x="2077079" y="1859897"/>
                  </a:lnTo>
                  <a:lnTo>
                    <a:pt x="2091034" y="1903490"/>
                  </a:lnTo>
                  <a:lnTo>
                    <a:pt x="2104291" y="1947390"/>
                  </a:lnTo>
                  <a:lnTo>
                    <a:pt x="2116844" y="1991591"/>
                  </a:lnTo>
                  <a:lnTo>
                    <a:pt x="2128687" y="2036086"/>
                  </a:lnTo>
                  <a:lnTo>
                    <a:pt x="2139813" y="2080869"/>
                  </a:lnTo>
                  <a:lnTo>
                    <a:pt x="2150216" y="2125933"/>
                  </a:lnTo>
                  <a:lnTo>
                    <a:pt x="2159888" y="2171272"/>
                  </a:lnTo>
                  <a:lnTo>
                    <a:pt x="2168825" y="2216879"/>
                  </a:lnTo>
                  <a:lnTo>
                    <a:pt x="2177018" y="2262748"/>
                  </a:lnTo>
                  <a:lnTo>
                    <a:pt x="2184462" y="2308872"/>
                  </a:lnTo>
                  <a:lnTo>
                    <a:pt x="2191149" y="2355244"/>
                  </a:lnTo>
                  <a:lnTo>
                    <a:pt x="2197075" y="2401859"/>
                  </a:lnTo>
                  <a:lnTo>
                    <a:pt x="2202231" y="2448710"/>
                  </a:lnTo>
                  <a:lnTo>
                    <a:pt x="2206612" y="2495790"/>
                  </a:lnTo>
                  <a:lnTo>
                    <a:pt x="2210211" y="2543092"/>
                  </a:lnTo>
                  <a:lnTo>
                    <a:pt x="2213022" y="2590611"/>
                  </a:lnTo>
                  <a:lnTo>
                    <a:pt x="2215037" y="2638339"/>
                  </a:lnTo>
                  <a:lnTo>
                    <a:pt x="2216251" y="2686270"/>
                  </a:lnTo>
                  <a:lnTo>
                    <a:pt x="2216658" y="2734398"/>
                  </a:lnTo>
                  <a:lnTo>
                    <a:pt x="2216251" y="2782526"/>
                  </a:lnTo>
                  <a:lnTo>
                    <a:pt x="2215037" y="2830458"/>
                  </a:lnTo>
                  <a:lnTo>
                    <a:pt x="2213022" y="2878186"/>
                  </a:lnTo>
                  <a:lnTo>
                    <a:pt x="2210211" y="2925705"/>
                  </a:lnTo>
                  <a:lnTo>
                    <a:pt x="2206612" y="2973007"/>
                  </a:lnTo>
                  <a:lnTo>
                    <a:pt x="2202231" y="3020087"/>
                  </a:lnTo>
                  <a:lnTo>
                    <a:pt x="2197075" y="3066937"/>
                  </a:lnTo>
                  <a:lnTo>
                    <a:pt x="2191149" y="3113552"/>
                  </a:lnTo>
                  <a:lnTo>
                    <a:pt x="2184462" y="3159925"/>
                  </a:lnTo>
                  <a:lnTo>
                    <a:pt x="2177018" y="3206049"/>
                  </a:lnTo>
                  <a:lnTo>
                    <a:pt x="2168825" y="3251917"/>
                  </a:lnTo>
                  <a:lnTo>
                    <a:pt x="2159888" y="3297525"/>
                  </a:lnTo>
                  <a:lnTo>
                    <a:pt x="2150216" y="3342863"/>
                  </a:lnTo>
                  <a:lnTo>
                    <a:pt x="2139813" y="3387927"/>
                  </a:lnTo>
                  <a:lnTo>
                    <a:pt x="2128687" y="3432710"/>
                  </a:lnTo>
                  <a:lnTo>
                    <a:pt x="2116844" y="3477205"/>
                  </a:lnTo>
                  <a:lnTo>
                    <a:pt x="2104291" y="3521406"/>
                  </a:lnTo>
                  <a:lnTo>
                    <a:pt x="2091034" y="3565307"/>
                  </a:lnTo>
                  <a:lnTo>
                    <a:pt x="2077079" y="3608900"/>
                  </a:lnTo>
                  <a:lnTo>
                    <a:pt x="2062433" y="3652179"/>
                  </a:lnTo>
                  <a:lnTo>
                    <a:pt x="2047103" y="3695138"/>
                  </a:lnTo>
                  <a:lnTo>
                    <a:pt x="2031095" y="3737770"/>
                  </a:lnTo>
                  <a:lnTo>
                    <a:pt x="2014416" y="3780069"/>
                  </a:lnTo>
                  <a:lnTo>
                    <a:pt x="1997072" y="3822028"/>
                  </a:lnTo>
                  <a:lnTo>
                    <a:pt x="1979069" y="3863641"/>
                  </a:lnTo>
                  <a:lnTo>
                    <a:pt x="1960414" y="3904902"/>
                  </a:lnTo>
                  <a:lnTo>
                    <a:pt x="1941114" y="3945803"/>
                  </a:lnTo>
                  <a:lnTo>
                    <a:pt x="1921175" y="3986338"/>
                  </a:lnTo>
                  <a:lnTo>
                    <a:pt x="1900604" y="4026501"/>
                  </a:lnTo>
                  <a:lnTo>
                    <a:pt x="1879407" y="4066285"/>
                  </a:lnTo>
                  <a:lnTo>
                    <a:pt x="1857590" y="4105684"/>
                  </a:lnTo>
                  <a:lnTo>
                    <a:pt x="1835161" y="4144691"/>
                  </a:lnTo>
                  <a:lnTo>
                    <a:pt x="1812125" y="4183300"/>
                  </a:lnTo>
                  <a:lnTo>
                    <a:pt x="1788489" y="4221504"/>
                  </a:lnTo>
                  <a:lnTo>
                    <a:pt x="1764260" y="4259297"/>
                  </a:lnTo>
                  <a:lnTo>
                    <a:pt x="1739444" y="4296672"/>
                  </a:lnTo>
                  <a:lnTo>
                    <a:pt x="1714047" y="4333622"/>
                  </a:lnTo>
                  <a:lnTo>
                    <a:pt x="1688077" y="4370142"/>
                  </a:lnTo>
                  <a:lnTo>
                    <a:pt x="1661539" y="4406225"/>
                  </a:lnTo>
                  <a:lnTo>
                    <a:pt x="1634441" y="4441864"/>
                  </a:lnTo>
                  <a:lnTo>
                    <a:pt x="1606788" y="4477052"/>
                  </a:lnTo>
                  <a:lnTo>
                    <a:pt x="1578587" y="4511784"/>
                  </a:lnTo>
                  <a:lnTo>
                    <a:pt x="1549845" y="4546052"/>
                  </a:lnTo>
                  <a:lnTo>
                    <a:pt x="1520568" y="4579851"/>
                  </a:lnTo>
                  <a:lnTo>
                    <a:pt x="1490762" y="4613173"/>
                  </a:lnTo>
                  <a:lnTo>
                    <a:pt x="1460435" y="4646012"/>
                  </a:lnTo>
                  <a:lnTo>
                    <a:pt x="1429592" y="4678362"/>
                  </a:lnTo>
                  <a:lnTo>
                    <a:pt x="1398241" y="4710217"/>
                  </a:lnTo>
                  <a:lnTo>
                    <a:pt x="1366387" y="4741569"/>
                  </a:lnTo>
                  <a:lnTo>
                    <a:pt x="1334037" y="4772412"/>
                  </a:lnTo>
                  <a:lnTo>
                    <a:pt x="1301198" y="4802739"/>
                  </a:lnTo>
                  <a:lnTo>
                    <a:pt x="1267876" y="4832545"/>
                  </a:lnTo>
                  <a:lnTo>
                    <a:pt x="1234078" y="4861823"/>
                  </a:lnTo>
                  <a:lnTo>
                    <a:pt x="1199810" y="4890565"/>
                  </a:lnTo>
                  <a:lnTo>
                    <a:pt x="1165079" y="4918767"/>
                  </a:lnTo>
                  <a:lnTo>
                    <a:pt x="1129890" y="4946420"/>
                  </a:lnTo>
                  <a:lnTo>
                    <a:pt x="1094252" y="4973519"/>
                  </a:lnTo>
                  <a:lnTo>
                    <a:pt x="1058170" y="5000057"/>
                  </a:lnTo>
                  <a:lnTo>
                    <a:pt x="1021650" y="5026028"/>
                  </a:lnTo>
                  <a:lnTo>
                    <a:pt x="984699" y="5051425"/>
                  </a:lnTo>
                  <a:lnTo>
                    <a:pt x="947324" y="5076242"/>
                  </a:lnTo>
                  <a:lnTo>
                    <a:pt x="909532" y="5100472"/>
                  </a:lnTo>
                  <a:lnTo>
                    <a:pt x="871328" y="5124108"/>
                  </a:lnTo>
                  <a:lnTo>
                    <a:pt x="832719" y="5147144"/>
                  </a:lnTo>
                  <a:lnTo>
                    <a:pt x="793712" y="5169574"/>
                  </a:lnTo>
                  <a:lnTo>
                    <a:pt x="754313" y="5191392"/>
                  </a:lnTo>
                  <a:lnTo>
                    <a:pt x="714528" y="5212589"/>
                  </a:lnTo>
                  <a:lnTo>
                    <a:pt x="674365" y="5233161"/>
                  </a:lnTo>
                  <a:lnTo>
                    <a:pt x="633830" y="5253101"/>
                  </a:lnTo>
                  <a:lnTo>
                    <a:pt x="592929" y="5272401"/>
                  </a:lnTo>
                  <a:lnTo>
                    <a:pt x="551668" y="5291056"/>
                  </a:lnTo>
                  <a:lnTo>
                    <a:pt x="510055" y="5309059"/>
                  </a:lnTo>
                  <a:lnTo>
                    <a:pt x="468095" y="5326404"/>
                  </a:lnTo>
                  <a:lnTo>
                    <a:pt x="425796" y="5343084"/>
                  </a:lnTo>
                  <a:lnTo>
                    <a:pt x="383163" y="5359092"/>
                  </a:lnTo>
                  <a:lnTo>
                    <a:pt x="340204" y="5374423"/>
                  </a:lnTo>
                  <a:lnTo>
                    <a:pt x="296924" y="5389069"/>
                  </a:lnTo>
                  <a:lnTo>
                    <a:pt x="253331" y="5403024"/>
                  </a:lnTo>
                  <a:lnTo>
                    <a:pt x="209430" y="5416282"/>
                  </a:lnTo>
                  <a:lnTo>
                    <a:pt x="165228" y="5428836"/>
                  </a:lnTo>
                  <a:lnTo>
                    <a:pt x="120732" y="5440679"/>
                  </a:lnTo>
                  <a:lnTo>
                    <a:pt x="75949" y="5451805"/>
                  </a:lnTo>
                  <a:lnTo>
                    <a:pt x="30884" y="5462208"/>
                  </a:lnTo>
                  <a:lnTo>
                    <a:pt x="0" y="5468797"/>
                  </a:lnTo>
                </a:path>
              </a:pathLst>
            </a:custGeom>
            <a:ln w="38100">
              <a:solidFill>
                <a:srgbClr val="EA1C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12">
              <a:extLst>
                <a:ext uri="{FF2B5EF4-FFF2-40B4-BE49-F238E27FC236}">
                  <a16:creationId xmlns:a16="http://schemas.microsoft.com/office/drawing/2014/main" id="{37B33C4B-E7F1-D660-4479-69BD4D0AC5FB}"/>
                </a:ext>
              </a:extLst>
            </p:cNvPr>
            <p:cNvSpPr/>
            <p:nvPr/>
          </p:nvSpPr>
          <p:spPr>
            <a:xfrm>
              <a:off x="0" y="1568098"/>
              <a:ext cx="1892300" cy="4790440"/>
            </a:xfrm>
            <a:custGeom>
              <a:avLst/>
              <a:gdLst/>
              <a:ahLst/>
              <a:cxnLst/>
              <a:rect l="l" t="t" r="r" b="b"/>
              <a:pathLst>
                <a:path w="1892300" h="4790440">
                  <a:moveTo>
                    <a:pt x="0" y="0"/>
                  </a:moveTo>
                  <a:lnTo>
                    <a:pt x="40274" y="9853"/>
                  </a:lnTo>
                  <a:lnTo>
                    <a:pt x="85087" y="21724"/>
                  </a:lnTo>
                  <a:lnTo>
                    <a:pt x="129561" y="34412"/>
                  </a:lnTo>
                  <a:lnTo>
                    <a:pt x="173689" y="47909"/>
                  </a:lnTo>
                  <a:lnTo>
                    <a:pt x="217461" y="62206"/>
                  </a:lnTo>
                  <a:lnTo>
                    <a:pt x="260868" y="77295"/>
                  </a:lnTo>
                  <a:lnTo>
                    <a:pt x="303903" y="93167"/>
                  </a:lnTo>
                  <a:lnTo>
                    <a:pt x="346556" y="109813"/>
                  </a:lnTo>
                  <a:lnTo>
                    <a:pt x="388820" y="127226"/>
                  </a:lnTo>
                  <a:lnTo>
                    <a:pt x="430685" y="145396"/>
                  </a:lnTo>
                  <a:lnTo>
                    <a:pt x="472144" y="164315"/>
                  </a:lnTo>
                  <a:lnTo>
                    <a:pt x="513187" y="183974"/>
                  </a:lnTo>
                  <a:lnTo>
                    <a:pt x="553805" y="204366"/>
                  </a:lnTo>
                  <a:lnTo>
                    <a:pt x="593991" y="225480"/>
                  </a:lnTo>
                  <a:lnTo>
                    <a:pt x="633736" y="247309"/>
                  </a:lnTo>
                  <a:lnTo>
                    <a:pt x="673032" y="269845"/>
                  </a:lnTo>
                  <a:lnTo>
                    <a:pt x="711869" y="293078"/>
                  </a:lnTo>
                  <a:lnTo>
                    <a:pt x="750239" y="317000"/>
                  </a:lnTo>
                  <a:lnTo>
                    <a:pt x="788134" y="341603"/>
                  </a:lnTo>
                  <a:lnTo>
                    <a:pt x="825545" y="366877"/>
                  </a:lnTo>
                  <a:lnTo>
                    <a:pt x="862464" y="392816"/>
                  </a:lnTo>
                  <a:lnTo>
                    <a:pt x="898881" y="419409"/>
                  </a:lnTo>
                  <a:lnTo>
                    <a:pt x="934789" y="446648"/>
                  </a:lnTo>
                  <a:lnTo>
                    <a:pt x="970179" y="474525"/>
                  </a:lnTo>
                  <a:lnTo>
                    <a:pt x="1005043" y="503031"/>
                  </a:lnTo>
                  <a:lnTo>
                    <a:pt x="1039371" y="532159"/>
                  </a:lnTo>
                  <a:lnTo>
                    <a:pt x="1073155" y="561898"/>
                  </a:lnTo>
                  <a:lnTo>
                    <a:pt x="1106387" y="592240"/>
                  </a:lnTo>
                  <a:lnTo>
                    <a:pt x="1139058" y="623178"/>
                  </a:lnTo>
                  <a:lnTo>
                    <a:pt x="1171160" y="654702"/>
                  </a:lnTo>
                  <a:lnTo>
                    <a:pt x="1202684" y="686805"/>
                  </a:lnTo>
                  <a:lnTo>
                    <a:pt x="1233621" y="719476"/>
                  </a:lnTo>
                  <a:lnTo>
                    <a:pt x="1263964" y="752709"/>
                  </a:lnTo>
                  <a:lnTo>
                    <a:pt x="1293703" y="786493"/>
                  </a:lnTo>
                  <a:lnTo>
                    <a:pt x="1322829" y="820822"/>
                  </a:lnTo>
                  <a:lnTo>
                    <a:pt x="1351335" y="855685"/>
                  </a:lnTo>
                  <a:lnTo>
                    <a:pt x="1379212" y="891075"/>
                  </a:lnTo>
                  <a:lnTo>
                    <a:pt x="1406451" y="926983"/>
                  </a:lnTo>
                  <a:lnTo>
                    <a:pt x="1433043" y="963401"/>
                  </a:lnTo>
                  <a:lnTo>
                    <a:pt x="1458981" y="1000320"/>
                  </a:lnTo>
                  <a:lnTo>
                    <a:pt x="1484255" y="1037731"/>
                  </a:lnTo>
                  <a:lnTo>
                    <a:pt x="1508858" y="1075626"/>
                  </a:lnTo>
                  <a:lnTo>
                    <a:pt x="1532779" y="1113996"/>
                  </a:lnTo>
                  <a:lnTo>
                    <a:pt x="1556012" y="1152833"/>
                  </a:lnTo>
                  <a:lnTo>
                    <a:pt x="1578547" y="1192129"/>
                  </a:lnTo>
                  <a:lnTo>
                    <a:pt x="1600376" y="1231874"/>
                  </a:lnTo>
                  <a:lnTo>
                    <a:pt x="1621490" y="1272060"/>
                  </a:lnTo>
                  <a:lnTo>
                    <a:pt x="1641881" y="1312678"/>
                  </a:lnTo>
                  <a:lnTo>
                    <a:pt x="1661540" y="1353721"/>
                  </a:lnTo>
                  <a:lnTo>
                    <a:pt x="1680458" y="1395179"/>
                  </a:lnTo>
                  <a:lnTo>
                    <a:pt x="1698628" y="1437044"/>
                  </a:lnTo>
                  <a:lnTo>
                    <a:pt x="1716040" y="1479308"/>
                  </a:lnTo>
                  <a:lnTo>
                    <a:pt x="1732686" y="1521961"/>
                  </a:lnTo>
                  <a:lnTo>
                    <a:pt x="1748558" y="1564995"/>
                  </a:lnTo>
                  <a:lnTo>
                    <a:pt x="1763646" y="1608402"/>
                  </a:lnTo>
                  <a:lnTo>
                    <a:pt x="1777943" y="1652174"/>
                  </a:lnTo>
                  <a:lnTo>
                    <a:pt x="1791439" y="1696301"/>
                  </a:lnTo>
                  <a:lnTo>
                    <a:pt x="1804127" y="1740775"/>
                  </a:lnTo>
                  <a:lnTo>
                    <a:pt x="1815997" y="1785587"/>
                  </a:lnTo>
                  <a:lnTo>
                    <a:pt x="1827042" y="1830730"/>
                  </a:lnTo>
                  <a:lnTo>
                    <a:pt x="1837252" y="1876193"/>
                  </a:lnTo>
                  <a:lnTo>
                    <a:pt x="1846619" y="1921970"/>
                  </a:lnTo>
                  <a:lnTo>
                    <a:pt x="1855135" y="1968051"/>
                  </a:lnTo>
                  <a:lnTo>
                    <a:pt x="1862790" y="2014428"/>
                  </a:lnTo>
                  <a:lnTo>
                    <a:pt x="1869577" y="2061092"/>
                  </a:lnTo>
                  <a:lnTo>
                    <a:pt x="1875487" y="2108034"/>
                  </a:lnTo>
                  <a:lnTo>
                    <a:pt x="1880511" y="2155247"/>
                  </a:lnTo>
                  <a:lnTo>
                    <a:pt x="1884640" y="2202721"/>
                  </a:lnTo>
                  <a:lnTo>
                    <a:pt x="1887867" y="2250449"/>
                  </a:lnTo>
                  <a:lnTo>
                    <a:pt x="1890183" y="2298420"/>
                  </a:lnTo>
                  <a:lnTo>
                    <a:pt x="1891578" y="2346628"/>
                  </a:lnTo>
                  <a:lnTo>
                    <a:pt x="1892045" y="2395063"/>
                  </a:lnTo>
                  <a:lnTo>
                    <a:pt x="1891578" y="2443498"/>
                  </a:lnTo>
                  <a:lnTo>
                    <a:pt x="1890183" y="2491705"/>
                  </a:lnTo>
                  <a:lnTo>
                    <a:pt x="1887867" y="2539677"/>
                  </a:lnTo>
                  <a:lnTo>
                    <a:pt x="1884640" y="2587404"/>
                  </a:lnTo>
                  <a:lnTo>
                    <a:pt x="1880511" y="2634878"/>
                  </a:lnTo>
                  <a:lnTo>
                    <a:pt x="1875487" y="2682091"/>
                  </a:lnTo>
                  <a:lnTo>
                    <a:pt x="1869577" y="2729034"/>
                  </a:lnTo>
                  <a:lnTo>
                    <a:pt x="1862790" y="2775698"/>
                  </a:lnTo>
                  <a:lnTo>
                    <a:pt x="1855135" y="2822074"/>
                  </a:lnTo>
                  <a:lnTo>
                    <a:pt x="1846619" y="2868155"/>
                  </a:lnTo>
                  <a:lnTo>
                    <a:pt x="1837252" y="2913932"/>
                  </a:lnTo>
                  <a:lnTo>
                    <a:pt x="1827042" y="2959396"/>
                  </a:lnTo>
                  <a:lnTo>
                    <a:pt x="1815997" y="3004538"/>
                  </a:lnTo>
                  <a:lnTo>
                    <a:pt x="1804127" y="3049351"/>
                  </a:lnTo>
                  <a:lnTo>
                    <a:pt x="1791439" y="3093825"/>
                  </a:lnTo>
                  <a:lnTo>
                    <a:pt x="1777943" y="3137952"/>
                  </a:lnTo>
                  <a:lnTo>
                    <a:pt x="1763646" y="3181723"/>
                  </a:lnTo>
                  <a:lnTo>
                    <a:pt x="1748558" y="3225130"/>
                  </a:lnTo>
                  <a:lnTo>
                    <a:pt x="1732686" y="3268165"/>
                  </a:lnTo>
                  <a:lnTo>
                    <a:pt x="1716040" y="3310818"/>
                  </a:lnTo>
                  <a:lnTo>
                    <a:pt x="1698628" y="3353081"/>
                  </a:lnTo>
                  <a:lnTo>
                    <a:pt x="1680458" y="3394946"/>
                  </a:lnTo>
                  <a:lnTo>
                    <a:pt x="1661540" y="3436404"/>
                  </a:lnTo>
                  <a:lnTo>
                    <a:pt x="1641881" y="3477447"/>
                  </a:lnTo>
                  <a:lnTo>
                    <a:pt x="1621490" y="3518066"/>
                  </a:lnTo>
                  <a:lnTo>
                    <a:pt x="1600376" y="3558252"/>
                  </a:lnTo>
                  <a:lnTo>
                    <a:pt x="1578547" y="3597997"/>
                  </a:lnTo>
                  <a:lnTo>
                    <a:pt x="1556012" y="3637292"/>
                  </a:lnTo>
                  <a:lnTo>
                    <a:pt x="1532779" y="3676129"/>
                  </a:lnTo>
                  <a:lnTo>
                    <a:pt x="1508858" y="3714500"/>
                  </a:lnTo>
                  <a:lnTo>
                    <a:pt x="1484255" y="3752395"/>
                  </a:lnTo>
                  <a:lnTo>
                    <a:pt x="1458981" y="3789806"/>
                  </a:lnTo>
                  <a:lnTo>
                    <a:pt x="1433043" y="3826724"/>
                  </a:lnTo>
                  <a:lnTo>
                    <a:pt x="1406451" y="3863142"/>
                  </a:lnTo>
                  <a:lnTo>
                    <a:pt x="1379212" y="3899050"/>
                  </a:lnTo>
                  <a:lnTo>
                    <a:pt x="1351335" y="3934441"/>
                  </a:lnTo>
                  <a:lnTo>
                    <a:pt x="1322829" y="3969304"/>
                  </a:lnTo>
                  <a:lnTo>
                    <a:pt x="1293703" y="4003632"/>
                  </a:lnTo>
                  <a:lnTo>
                    <a:pt x="1263964" y="4037417"/>
                  </a:lnTo>
                  <a:lnTo>
                    <a:pt x="1233621" y="4070649"/>
                  </a:lnTo>
                  <a:lnTo>
                    <a:pt x="1202684" y="4103321"/>
                  </a:lnTo>
                  <a:lnTo>
                    <a:pt x="1171160" y="4135423"/>
                  </a:lnTo>
                  <a:lnTo>
                    <a:pt x="1139058" y="4166947"/>
                  </a:lnTo>
                  <a:lnTo>
                    <a:pt x="1106387" y="4197885"/>
                  </a:lnTo>
                  <a:lnTo>
                    <a:pt x="1073155" y="4228228"/>
                  </a:lnTo>
                  <a:lnTo>
                    <a:pt x="1039371" y="4257967"/>
                  </a:lnTo>
                  <a:lnTo>
                    <a:pt x="1005043" y="4287094"/>
                  </a:lnTo>
                  <a:lnTo>
                    <a:pt x="970179" y="4315600"/>
                  </a:lnTo>
                  <a:lnTo>
                    <a:pt x="934789" y="4343478"/>
                  </a:lnTo>
                  <a:lnTo>
                    <a:pt x="898881" y="4370717"/>
                  </a:lnTo>
                  <a:lnTo>
                    <a:pt x="862464" y="4397310"/>
                  </a:lnTo>
                  <a:lnTo>
                    <a:pt x="825545" y="4423248"/>
                  </a:lnTo>
                  <a:lnTo>
                    <a:pt x="788134" y="4448523"/>
                  </a:lnTo>
                  <a:lnTo>
                    <a:pt x="750239" y="4473126"/>
                  </a:lnTo>
                  <a:lnTo>
                    <a:pt x="711869" y="4497048"/>
                  </a:lnTo>
                  <a:lnTo>
                    <a:pt x="673032" y="4520281"/>
                  </a:lnTo>
                  <a:lnTo>
                    <a:pt x="633736" y="4542816"/>
                  </a:lnTo>
                  <a:lnTo>
                    <a:pt x="593991" y="4564646"/>
                  </a:lnTo>
                  <a:lnTo>
                    <a:pt x="553805" y="4585760"/>
                  </a:lnTo>
                  <a:lnTo>
                    <a:pt x="513187" y="4606151"/>
                  </a:lnTo>
                  <a:lnTo>
                    <a:pt x="472144" y="4625811"/>
                  </a:lnTo>
                  <a:lnTo>
                    <a:pt x="430685" y="4644730"/>
                  </a:lnTo>
                  <a:lnTo>
                    <a:pt x="388820" y="4662900"/>
                  </a:lnTo>
                  <a:lnTo>
                    <a:pt x="346556" y="4680312"/>
                  </a:lnTo>
                  <a:lnTo>
                    <a:pt x="303903" y="4696959"/>
                  </a:lnTo>
                  <a:lnTo>
                    <a:pt x="260868" y="4712831"/>
                  </a:lnTo>
                  <a:lnTo>
                    <a:pt x="217461" y="4727920"/>
                  </a:lnTo>
                  <a:lnTo>
                    <a:pt x="173689" y="4742217"/>
                  </a:lnTo>
                  <a:lnTo>
                    <a:pt x="129561" y="4755714"/>
                  </a:lnTo>
                  <a:lnTo>
                    <a:pt x="85087" y="4768402"/>
                  </a:lnTo>
                  <a:lnTo>
                    <a:pt x="40274" y="4780272"/>
                  </a:lnTo>
                  <a:lnTo>
                    <a:pt x="0" y="4790126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75EAF1A0-61ED-7917-3192-02B55A899D0D}"/>
                </a:ext>
              </a:extLst>
            </p:cNvPr>
            <p:cNvSpPr/>
            <p:nvPr/>
          </p:nvSpPr>
          <p:spPr>
            <a:xfrm>
              <a:off x="0" y="1872086"/>
              <a:ext cx="1587500" cy="4179570"/>
            </a:xfrm>
            <a:custGeom>
              <a:avLst/>
              <a:gdLst/>
              <a:ahLst/>
              <a:cxnLst/>
              <a:rect l="l" t="t" r="r" b="b"/>
              <a:pathLst>
                <a:path w="1587500" h="4179570">
                  <a:moveTo>
                    <a:pt x="0" y="0"/>
                  </a:moveTo>
                  <a:lnTo>
                    <a:pt x="0" y="4179103"/>
                  </a:lnTo>
                  <a:lnTo>
                    <a:pt x="24240" y="4172345"/>
                  </a:lnTo>
                  <a:lnTo>
                    <a:pt x="68452" y="4158988"/>
                  </a:lnTo>
                  <a:lnTo>
                    <a:pt x="112262" y="4144721"/>
                  </a:lnTo>
                  <a:lnTo>
                    <a:pt x="155658" y="4129556"/>
                  </a:lnTo>
                  <a:lnTo>
                    <a:pt x="198628" y="4113503"/>
                  </a:lnTo>
                  <a:lnTo>
                    <a:pt x="241163" y="4096573"/>
                  </a:lnTo>
                  <a:lnTo>
                    <a:pt x="283251" y="4078778"/>
                  </a:lnTo>
                  <a:lnTo>
                    <a:pt x="324881" y="4060129"/>
                  </a:lnTo>
                  <a:lnTo>
                    <a:pt x="366042" y="4040636"/>
                  </a:lnTo>
                  <a:lnTo>
                    <a:pt x="406723" y="4020311"/>
                  </a:lnTo>
                  <a:lnTo>
                    <a:pt x="446913" y="3999164"/>
                  </a:lnTo>
                  <a:lnTo>
                    <a:pt x="486601" y="3977207"/>
                  </a:lnTo>
                  <a:lnTo>
                    <a:pt x="525775" y="3954450"/>
                  </a:lnTo>
                  <a:lnTo>
                    <a:pt x="564426" y="3930906"/>
                  </a:lnTo>
                  <a:lnTo>
                    <a:pt x="602541" y="3906583"/>
                  </a:lnTo>
                  <a:lnTo>
                    <a:pt x="640110" y="3881495"/>
                  </a:lnTo>
                  <a:lnTo>
                    <a:pt x="677122" y="3855651"/>
                  </a:lnTo>
                  <a:lnTo>
                    <a:pt x="713566" y="3829062"/>
                  </a:lnTo>
                  <a:lnTo>
                    <a:pt x="749431" y="3801741"/>
                  </a:lnTo>
                  <a:lnTo>
                    <a:pt x="784705" y="3773697"/>
                  </a:lnTo>
                  <a:lnTo>
                    <a:pt x="819378" y="3744942"/>
                  </a:lnTo>
                  <a:lnTo>
                    <a:pt x="853439" y="3715486"/>
                  </a:lnTo>
                  <a:lnTo>
                    <a:pt x="886877" y="3685342"/>
                  </a:lnTo>
                  <a:lnTo>
                    <a:pt x="919680" y="3654519"/>
                  </a:lnTo>
                  <a:lnTo>
                    <a:pt x="951838" y="3623029"/>
                  </a:lnTo>
                  <a:lnTo>
                    <a:pt x="983339" y="3590883"/>
                  </a:lnTo>
                  <a:lnTo>
                    <a:pt x="1014173" y="3558091"/>
                  </a:lnTo>
                  <a:lnTo>
                    <a:pt x="1044328" y="3524666"/>
                  </a:lnTo>
                  <a:lnTo>
                    <a:pt x="1073794" y="3490617"/>
                  </a:lnTo>
                  <a:lnTo>
                    <a:pt x="1102560" y="3455956"/>
                  </a:lnTo>
                  <a:lnTo>
                    <a:pt x="1130614" y="3420695"/>
                  </a:lnTo>
                  <a:lnTo>
                    <a:pt x="1157946" y="3384843"/>
                  </a:lnTo>
                  <a:lnTo>
                    <a:pt x="1184544" y="3348412"/>
                  </a:lnTo>
                  <a:lnTo>
                    <a:pt x="1210397" y="3311413"/>
                  </a:lnTo>
                  <a:lnTo>
                    <a:pt x="1235495" y="3273857"/>
                  </a:lnTo>
                  <a:lnTo>
                    <a:pt x="1259826" y="3235755"/>
                  </a:lnTo>
                  <a:lnTo>
                    <a:pt x="1283380" y="3197118"/>
                  </a:lnTo>
                  <a:lnTo>
                    <a:pt x="1306145" y="3157957"/>
                  </a:lnTo>
                  <a:lnTo>
                    <a:pt x="1328110" y="3118283"/>
                  </a:lnTo>
                  <a:lnTo>
                    <a:pt x="1349264" y="3078108"/>
                  </a:lnTo>
                  <a:lnTo>
                    <a:pt x="1369597" y="3037441"/>
                  </a:lnTo>
                  <a:lnTo>
                    <a:pt x="1389097" y="2996294"/>
                  </a:lnTo>
                  <a:lnTo>
                    <a:pt x="1407753" y="2954679"/>
                  </a:lnTo>
                  <a:lnTo>
                    <a:pt x="1425555" y="2912605"/>
                  </a:lnTo>
                  <a:lnTo>
                    <a:pt x="1442491" y="2870085"/>
                  </a:lnTo>
                  <a:lnTo>
                    <a:pt x="1458549" y="2827129"/>
                  </a:lnTo>
                  <a:lnTo>
                    <a:pt x="1473720" y="2783748"/>
                  </a:lnTo>
                  <a:lnTo>
                    <a:pt x="1487992" y="2739954"/>
                  </a:lnTo>
                  <a:lnTo>
                    <a:pt x="1501355" y="2695756"/>
                  </a:lnTo>
                  <a:lnTo>
                    <a:pt x="1513796" y="2651167"/>
                  </a:lnTo>
                  <a:lnTo>
                    <a:pt x="1525305" y="2606197"/>
                  </a:lnTo>
                  <a:lnTo>
                    <a:pt x="1535871" y="2560858"/>
                  </a:lnTo>
                  <a:lnTo>
                    <a:pt x="1545484" y="2515160"/>
                  </a:lnTo>
                  <a:lnTo>
                    <a:pt x="1554131" y="2469114"/>
                  </a:lnTo>
                  <a:lnTo>
                    <a:pt x="1561802" y="2422731"/>
                  </a:lnTo>
                  <a:lnTo>
                    <a:pt x="1568486" y="2376023"/>
                  </a:lnTo>
                  <a:lnTo>
                    <a:pt x="1574172" y="2329000"/>
                  </a:lnTo>
                  <a:lnTo>
                    <a:pt x="1578849" y="2281673"/>
                  </a:lnTo>
                  <a:lnTo>
                    <a:pt x="1582506" y="2234054"/>
                  </a:lnTo>
                  <a:lnTo>
                    <a:pt x="1585132" y="2186154"/>
                  </a:lnTo>
                  <a:lnTo>
                    <a:pt x="1586715" y="2137982"/>
                  </a:lnTo>
                  <a:lnTo>
                    <a:pt x="1587246" y="2089551"/>
                  </a:lnTo>
                  <a:lnTo>
                    <a:pt x="1586715" y="2041121"/>
                  </a:lnTo>
                  <a:lnTo>
                    <a:pt x="1585132" y="1992949"/>
                  </a:lnTo>
                  <a:lnTo>
                    <a:pt x="1582506" y="1945049"/>
                  </a:lnTo>
                  <a:lnTo>
                    <a:pt x="1578849" y="1897430"/>
                  </a:lnTo>
                  <a:lnTo>
                    <a:pt x="1574172" y="1850103"/>
                  </a:lnTo>
                  <a:lnTo>
                    <a:pt x="1568486" y="1803080"/>
                  </a:lnTo>
                  <a:lnTo>
                    <a:pt x="1561802" y="1756372"/>
                  </a:lnTo>
                  <a:lnTo>
                    <a:pt x="1554131" y="1709989"/>
                  </a:lnTo>
                  <a:lnTo>
                    <a:pt x="1545484" y="1663943"/>
                  </a:lnTo>
                  <a:lnTo>
                    <a:pt x="1535871" y="1618245"/>
                  </a:lnTo>
                  <a:lnTo>
                    <a:pt x="1525305" y="1572905"/>
                  </a:lnTo>
                  <a:lnTo>
                    <a:pt x="1513796" y="1527936"/>
                  </a:lnTo>
                  <a:lnTo>
                    <a:pt x="1501355" y="1483346"/>
                  </a:lnTo>
                  <a:lnTo>
                    <a:pt x="1487992" y="1439149"/>
                  </a:lnTo>
                  <a:lnTo>
                    <a:pt x="1473720" y="1395354"/>
                  </a:lnTo>
                  <a:lnTo>
                    <a:pt x="1458549" y="1351974"/>
                  </a:lnTo>
                  <a:lnTo>
                    <a:pt x="1442491" y="1309018"/>
                  </a:lnTo>
                  <a:lnTo>
                    <a:pt x="1425555" y="1266497"/>
                  </a:lnTo>
                  <a:lnTo>
                    <a:pt x="1407753" y="1224424"/>
                  </a:lnTo>
                  <a:lnTo>
                    <a:pt x="1389097" y="1182809"/>
                  </a:lnTo>
                  <a:lnTo>
                    <a:pt x="1369597" y="1141662"/>
                  </a:lnTo>
                  <a:lnTo>
                    <a:pt x="1349264" y="1100995"/>
                  </a:lnTo>
                  <a:lnTo>
                    <a:pt x="1328110" y="1060820"/>
                  </a:lnTo>
                  <a:lnTo>
                    <a:pt x="1306145" y="1021146"/>
                  </a:lnTo>
                  <a:lnTo>
                    <a:pt x="1283380" y="981985"/>
                  </a:lnTo>
                  <a:lnTo>
                    <a:pt x="1259826" y="943348"/>
                  </a:lnTo>
                  <a:lnTo>
                    <a:pt x="1235495" y="905246"/>
                  </a:lnTo>
                  <a:lnTo>
                    <a:pt x="1210397" y="867690"/>
                  </a:lnTo>
                  <a:lnTo>
                    <a:pt x="1184544" y="830691"/>
                  </a:lnTo>
                  <a:lnTo>
                    <a:pt x="1157946" y="794260"/>
                  </a:lnTo>
                  <a:lnTo>
                    <a:pt x="1130614" y="758408"/>
                  </a:lnTo>
                  <a:lnTo>
                    <a:pt x="1102560" y="723146"/>
                  </a:lnTo>
                  <a:lnTo>
                    <a:pt x="1073794" y="688486"/>
                  </a:lnTo>
                  <a:lnTo>
                    <a:pt x="1044328" y="654437"/>
                  </a:lnTo>
                  <a:lnTo>
                    <a:pt x="1014173" y="621012"/>
                  </a:lnTo>
                  <a:lnTo>
                    <a:pt x="983339" y="588220"/>
                  </a:lnTo>
                  <a:lnTo>
                    <a:pt x="951838" y="556074"/>
                  </a:lnTo>
                  <a:lnTo>
                    <a:pt x="919680" y="524584"/>
                  </a:lnTo>
                  <a:lnTo>
                    <a:pt x="886877" y="493761"/>
                  </a:lnTo>
                  <a:lnTo>
                    <a:pt x="853439" y="463617"/>
                  </a:lnTo>
                  <a:lnTo>
                    <a:pt x="819378" y="434161"/>
                  </a:lnTo>
                  <a:lnTo>
                    <a:pt x="784705" y="405406"/>
                  </a:lnTo>
                  <a:lnTo>
                    <a:pt x="749431" y="377362"/>
                  </a:lnTo>
                  <a:lnTo>
                    <a:pt x="713566" y="350041"/>
                  </a:lnTo>
                  <a:lnTo>
                    <a:pt x="677122" y="323452"/>
                  </a:lnTo>
                  <a:lnTo>
                    <a:pt x="640110" y="297608"/>
                  </a:lnTo>
                  <a:lnTo>
                    <a:pt x="602541" y="272520"/>
                  </a:lnTo>
                  <a:lnTo>
                    <a:pt x="564426" y="248197"/>
                  </a:lnTo>
                  <a:lnTo>
                    <a:pt x="525775" y="224652"/>
                  </a:lnTo>
                  <a:lnTo>
                    <a:pt x="486601" y="201896"/>
                  </a:lnTo>
                  <a:lnTo>
                    <a:pt x="446913" y="179939"/>
                  </a:lnTo>
                  <a:lnTo>
                    <a:pt x="406723" y="158792"/>
                  </a:lnTo>
                  <a:lnTo>
                    <a:pt x="366042" y="138467"/>
                  </a:lnTo>
                  <a:lnTo>
                    <a:pt x="324881" y="118974"/>
                  </a:lnTo>
                  <a:lnTo>
                    <a:pt x="283251" y="100325"/>
                  </a:lnTo>
                  <a:lnTo>
                    <a:pt x="241163" y="82530"/>
                  </a:lnTo>
                  <a:lnTo>
                    <a:pt x="198628" y="65600"/>
                  </a:lnTo>
                  <a:lnTo>
                    <a:pt x="155658" y="49547"/>
                  </a:lnTo>
                  <a:lnTo>
                    <a:pt x="112262" y="34382"/>
                  </a:lnTo>
                  <a:lnTo>
                    <a:pt x="68452" y="20115"/>
                  </a:lnTo>
                  <a:lnTo>
                    <a:pt x="24240" y="67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5C9BBFB1-F126-8CAE-D1EA-5031C47CF652}"/>
                </a:ext>
              </a:extLst>
            </p:cNvPr>
            <p:cNvSpPr/>
            <p:nvPr/>
          </p:nvSpPr>
          <p:spPr>
            <a:xfrm>
              <a:off x="0" y="1872086"/>
              <a:ext cx="1587500" cy="4179570"/>
            </a:xfrm>
            <a:custGeom>
              <a:avLst/>
              <a:gdLst/>
              <a:ahLst/>
              <a:cxnLst/>
              <a:rect l="l" t="t" r="r" b="b"/>
              <a:pathLst>
                <a:path w="1587500" h="4179570">
                  <a:moveTo>
                    <a:pt x="0" y="0"/>
                  </a:moveTo>
                  <a:lnTo>
                    <a:pt x="68452" y="20115"/>
                  </a:lnTo>
                  <a:lnTo>
                    <a:pt x="112262" y="34382"/>
                  </a:lnTo>
                  <a:lnTo>
                    <a:pt x="155658" y="49547"/>
                  </a:lnTo>
                  <a:lnTo>
                    <a:pt x="198628" y="65600"/>
                  </a:lnTo>
                  <a:lnTo>
                    <a:pt x="241163" y="82530"/>
                  </a:lnTo>
                  <a:lnTo>
                    <a:pt x="283251" y="100325"/>
                  </a:lnTo>
                  <a:lnTo>
                    <a:pt x="324881" y="118974"/>
                  </a:lnTo>
                  <a:lnTo>
                    <a:pt x="366042" y="138467"/>
                  </a:lnTo>
                  <a:lnTo>
                    <a:pt x="406723" y="158792"/>
                  </a:lnTo>
                  <a:lnTo>
                    <a:pt x="446913" y="179939"/>
                  </a:lnTo>
                  <a:lnTo>
                    <a:pt x="486601" y="201896"/>
                  </a:lnTo>
                  <a:lnTo>
                    <a:pt x="525775" y="224652"/>
                  </a:lnTo>
                  <a:lnTo>
                    <a:pt x="564426" y="248197"/>
                  </a:lnTo>
                  <a:lnTo>
                    <a:pt x="602541" y="272520"/>
                  </a:lnTo>
                  <a:lnTo>
                    <a:pt x="640110" y="297608"/>
                  </a:lnTo>
                  <a:lnTo>
                    <a:pt x="677122" y="323452"/>
                  </a:lnTo>
                  <a:lnTo>
                    <a:pt x="713566" y="350041"/>
                  </a:lnTo>
                  <a:lnTo>
                    <a:pt x="749431" y="377362"/>
                  </a:lnTo>
                  <a:lnTo>
                    <a:pt x="784705" y="405406"/>
                  </a:lnTo>
                  <a:lnTo>
                    <a:pt x="819378" y="434161"/>
                  </a:lnTo>
                  <a:lnTo>
                    <a:pt x="853439" y="463617"/>
                  </a:lnTo>
                  <a:lnTo>
                    <a:pt x="886877" y="493761"/>
                  </a:lnTo>
                  <a:lnTo>
                    <a:pt x="919680" y="524584"/>
                  </a:lnTo>
                  <a:lnTo>
                    <a:pt x="951838" y="556074"/>
                  </a:lnTo>
                  <a:lnTo>
                    <a:pt x="983339" y="588220"/>
                  </a:lnTo>
                  <a:lnTo>
                    <a:pt x="1014173" y="621012"/>
                  </a:lnTo>
                  <a:lnTo>
                    <a:pt x="1044328" y="654437"/>
                  </a:lnTo>
                  <a:lnTo>
                    <a:pt x="1073794" y="688486"/>
                  </a:lnTo>
                  <a:lnTo>
                    <a:pt x="1102560" y="723146"/>
                  </a:lnTo>
                  <a:lnTo>
                    <a:pt x="1130614" y="758408"/>
                  </a:lnTo>
                  <a:lnTo>
                    <a:pt x="1157946" y="794260"/>
                  </a:lnTo>
                  <a:lnTo>
                    <a:pt x="1184544" y="830691"/>
                  </a:lnTo>
                  <a:lnTo>
                    <a:pt x="1210397" y="867690"/>
                  </a:lnTo>
                  <a:lnTo>
                    <a:pt x="1235495" y="905246"/>
                  </a:lnTo>
                  <a:lnTo>
                    <a:pt x="1259826" y="943348"/>
                  </a:lnTo>
                  <a:lnTo>
                    <a:pt x="1283380" y="981985"/>
                  </a:lnTo>
                  <a:lnTo>
                    <a:pt x="1306145" y="1021146"/>
                  </a:lnTo>
                  <a:lnTo>
                    <a:pt x="1328110" y="1060820"/>
                  </a:lnTo>
                  <a:lnTo>
                    <a:pt x="1349264" y="1100995"/>
                  </a:lnTo>
                  <a:lnTo>
                    <a:pt x="1369597" y="1141662"/>
                  </a:lnTo>
                  <a:lnTo>
                    <a:pt x="1389097" y="1182809"/>
                  </a:lnTo>
                  <a:lnTo>
                    <a:pt x="1407753" y="1224424"/>
                  </a:lnTo>
                  <a:lnTo>
                    <a:pt x="1425555" y="1266497"/>
                  </a:lnTo>
                  <a:lnTo>
                    <a:pt x="1442491" y="1309018"/>
                  </a:lnTo>
                  <a:lnTo>
                    <a:pt x="1458549" y="1351974"/>
                  </a:lnTo>
                  <a:lnTo>
                    <a:pt x="1473720" y="1395354"/>
                  </a:lnTo>
                  <a:lnTo>
                    <a:pt x="1487992" y="1439149"/>
                  </a:lnTo>
                  <a:lnTo>
                    <a:pt x="1501355" y="1483346"/>
                  </a:lnTo>
                  <a:lnTo>
                    <a:pt x="1513796" y="1527936"/>
                  </a:lnTo>
                  <a:lnTo>
                    <a:pt x="1525305" y="1572905"/>
                  </a:lnTo>
                  <a:lnTo>
                    <a:pt x="1535871" y="1618245"/>
                  </a:lnTo>
                  <a:lnTo>
                    <a:pt x="1545484" y="1663943"/>
                  </a:lnTo>
                  <a:lnTo>
                    <a:pt x="1554131" y="1709989"/>
                  </a:lnTo>
                  <a:lnTo>
                    <a:pt x="1561802" y="1756372"/>
                  </a:lnTo>
                  <a:lnTo>
                    <a:pt x="1568486" y="1803080"/>
                  </a:lnTo>
                  <a:lnTo>
                    <a:pt x="1574172" y="1850103"/>
                  </a:lnTo>
                  <a:lnTo>
                    <a:pt x="1578849" y="1897430"/>
                  </a:lnTo>
                  <a:lnTo>
                    <a:pt x="1582506" y="1945049"/>
                  </a:lnTo>
                  <a:lnTo>
                    <a:pt x="1585132" y="1992949"/>
                  </a:lnTo>
                  <a:lnTo>
                    <a:pt x="1586715" y="2041121"/>
                  </a:lnTo>
                  <a:lnTo>
                    <a:pt x="1587246" y="2089551"/>
                  </a:lnTo>
                  <a:lnTo>
                    <a:pt x="1586715" y="2137982"/>
                  </a:lnTo>
                  <a:lnTo>
                    <a:pt x="1585132" y="2186154"/>
                  </a:lnTo>
                  <a:lnTo>
                    <a:pt x="1582506" y="2234054"/>
                  </a:lnTo>
                  <a:lnTo>
                    <a:pt x="1578849" y="2281673"/>
                  </a:lnTo>
                  <a:lnTo>
                    <a:pt x="1574172" y="2329000"/>
                  </a:lnTo>
                  <a:lnTo>
                    <a:pt x="1568486" y="2376023"/>
                  </a:lnTo>
                  <a:lnTo>
                    <a:pt x="1561802" y="2422731"/>
                  </a:lnTo>
                  <a:lnTo>
                    <a:pt x="1554131" y="2469114"/>
                  </a:lnTo>
                  <a:lnTo>
                    <a:pt x="1545484" y="2515160"/>
                  </a:lnTo>
                  <a:lnTo>
                    <a:pt x="1535871" y="2560858"/>
                  </a:lnTo>
                  <a:lnTo>
                    <a:pt x="1525305" y="2606197"/>
                  </a:lnTo>
                  <a:lnTo>
                    <a:pt x="1513796" y="2651167"/>
                  </a:lnTo>
                  <a:lnTo>
                    <a:pt x="1501355" y="2695756"/>
                  </a:lnTo>
                  <a:lnTo>
                    <a:pt x="1487992" y="2739954"/>
                  </a:lnTo>
                  <a:lnTo>
                    <a:pt x="1473720" y="2783748"/>
                  </a:lnTo>
                  <a:lnTo>
                    <a:pt x="1458549" y="2827129"/>
                  </a:lnTo>
                  <a:lnTo>
                    <a:pt x="1442491" y="2870085"/>
                  </a:lnTo>
                  <a:lnTo>
                    <a:pt x="1425555" y="2912605"/>
                  </a:lnTo>
                  <a:lnTo>
                    <a:pt x="1407753" y="2954679"/>
                  </a:lnTo>
                  <a:lnTo>
                    <a:pt x="1389097" y="2996294"/>
                  </a:lnTo>
                  <a:lnTo>
                    <a:pt x="1369597" y="3037441"/>
                  </a:lnTo>
                  <a:lnTo>
                    <a:pt x="1349264" y="3078108"/>
                  </a:lnTo>
                  <a:lnTo>
                    <a:pt x="1328110" y="3118283"/>
                  </a:lnTo>
                  <a:lnTo>
                    <a:pt x="1306145" y="3157957"/>
                  </a:lnTo>
                  <a:lnTo>
                    <a:pt x="1283380" y="3197118"/>
                  </a:lnTo>
                  <a:lnTo>
                    <a:pt x="1259826" y="3235755"/>
                  </a:lnTo>
                  <a:lnTo>
                    <a:pt x="1235495" y="3273857"/>
                  </a:lnTo>
                  <a:lnTo>
                    <a:pt x="1210397" y="3311413"/>
                  </a:lnTo>
                  <a:lnTo>
                    <a:pt x="1184544" y="3348412"/>
                  </a:lnTo>
                  <a:lnTo>
                    <a:pt x="1157946" y="3384843"/>
                  </a:lnTo>
                  <a:lnTo>
                    <a:pt x="1130614" y="3420695"/>
                  </a:lnTo>
                  <a:lnTo>
                    <a:pt x="1102560" y="3455956"/>
                  </a:lnTo>
                  <a:lnTo>
                    <a:pt x="1073794" y="3490617"/>
                  </a:lnTo>
                  <a:lnTo>
                    <a:pt x="1044328" y="3524666"/>
                  </a:lnTo>
                  <a:lnTo>
                    <a:pt x="1014173" y="3558091"/>
                  </a:lnTo>
                  <a:lnTo>
                    <a:pt x="983339" y="3590883"/>
                  </a:lnTo>
                  <a:lnTo>
                    <a:pt x="951838" y="3623029"/>
                  </a:lnTo>
                  <a:lnTo>
                    <a:pt x="919680" y="3654519"/>
                  </a:lnTo>
                  <a:lnTo>
                    <a:pt x="886877" y="3685342"/>
                  </a:lnTo>
                  <a:lnTo>
                    <a:pt x="853439" y="3715486"/>
                  </a:lnTo>
                  <a:lnTo>
                    <a:pt x="819378" y="3744942"/>
                  </a:lnTo>
                  <a:lnTo>
                    <a:pt x="784705" y="3773697"/>
                  </a:lnTo>
                  <a:lnTo>
                    <a:pt x="749431" y="3801741"/>
                  </a:lnTo>
                  <a:lnTo>
                    <a:pt x="713566" y="3829062"/>
                  </a:lnTo>
                  <a:lnTo>
                    <a:pt x="677122" y="3855651"/>
                  </a:lnTo>
                  <a:lnTo>
                    <a:pt x="640110" y="3881495"/>
                  </a:lnTo>
                  <a:lnTo>
                    <a:pt x="602541" y="3906583"/>
                  </a:lnTo>
                  <a:lnTo>
                    <a:pt x="564426" y="3930906"/>
                  </a:lnTo>
                  <a:lnTo>
                    <a:pt x="525775" y="3954450"/>
                  </a:lnTo>
                  <a:lnTo>
                    <a:pt x="486601" y="3977207"/>
                  </a:lnTo>
                  <a:lnTo>
                    <a:pt x="446913" y="3999164"/>
                  </a:lnTo>
                  <a:lnTo>
                    <a:pt x="406723" y="4020311"/>
                  </a:lnTo>
                  <a:lnTo>
                    <a:pt x="366042" y="4040636"/>
                  </a:lnTo>
                  <a:lnTo>
                    <a:pt x="324881" y="4060129"/>
                  </a:lnTo>
                  <a:lnTo>
                    <a:pt x="283251" y="4078778"/>
                  </a:lnTo>
                  <a:lnTo>
                    <a:pt x="241163" y="4096573"/>
                  </a:lnTo>
                  <a:lnTo>
                    <a:pt x="198628" y="4113503"/>
                  </a:lnTo>
                  <a:lnTo>
                    <a:pt x="155658" y="4129556"/>
                  </a:lnTo>
                  <a:lnTo>
                    <a:pt x="112262" y="4144721"/>
                  </a:lnTo>
                  <a:lnTo>
                    <a:pt x="68452" y="4158988"/>
                  </a:lnTo>
                  <a:lnTo>
                    <a:pt x="24240" y="4172345"/>
                  </a:lnTo>
                  <a:lnTo>
                    <a:pt x="0" y="4179103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06674E8-29E0-96D0-B183-BEC68017C0BF}"/>
              </a:ext>
            </a:extLst>
          </p:cNvPr>
          <p:cNvGrpSpPr/>
          <p:nvPr/>
        </p:nvGrpSpPr>
        <p:grpSpPr>
          <a:xfrm>
            <a:off x="3695393" y="1917573"/>
            <a:ext cx="7452000" cy="900000"/>
            <a:chOff x="3695393" y="1917573"/>
            <a:chExt cx="7385240" cy="900000"/>
          </a:xfrm>
        </p:grpSpPr>
        <p:grpSp>
          <p:nvGrpSpPr>
            <p:cNvPr id="9" name="object 19">
              <a:extLst>
                <a:ext uri="{FF2B5EF4-FFF2-40B4-BE49-F238E27FC236}">
                  <a16:creationId xmlns:a16="http://schemas.microsoft.com/office/drawing/2014/main" id="{0A537CBA-DF0C-6DD4-9E91-3AA264C8C4CC}"/>
                </a:ext>
              </a:extLst>
            </p:cNvPr>
            <p:cNvGrpSpPr/>
            <p:nvPr/>
          </p:nvGrpSpPr>
          <p:grpSpPr>
            <a:xfrm>
              <a:off x="3695393" y="1934245"/>
              <a:ext cx="1616710" cy="601980"/>
              <a:chOff x="2518410" y="1933955"/>
              <a:chExt cx="1616710" cy="601980"/>
            </a:xfrm>
          </p:grpSpPr>
          <p:sp>
            <p:nvSpPr>
              <p:cNvPr id="10" name="object 20">
                <a:extLst>
                  <a:ext uri="{FF2B5EF4-FFF2-40B4-BE49-F238E27FC236}">
                    <a16:creationId xmlns:a16="http://schemas.microsoft.com/office/drawing/2014/main" id="{68468D28-11B2-3746-4E30-5AE50953D26C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21">
                <a:extLst>
                  <a:ext uri="{FF2B5EF4-FFF2-40B4-BE49-F238E27FC236}">
                    <a16:creationId xmlns:a16="http://schemas.microsoft.com/office/drawing/2014/main" id="{51F57C03-6D2C-F8A3-66D9-47F5E1BF416E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BFBE996C-B359-AEB6-29B3-B64ADA561C6A}"/>
                </a:ext>
              </a:extLst>
            </p:cNvPr>
            <p:cNvSpPr txBox="1"/>
            <p:nvPr/>
          </p:nvSpPr>
          <p:spPr>
            <a:xfrm>
              <a:off x="5788633" y="1917573"/>
              <a:ext cx="5292000" cy="90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FFFFFF"/>
                  </a:solidFill>
                  <a:latin typeface="Montserrat" panose="00000500000000000000" pitchFamily="2" charset="0"/>
                </a:rPr>
                <a:t>Business overview e estrutura operacional atual</a:t>
              </a:r>
              <a:endParaRPr lang="pt-BR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5A9392F4-216E-AE3D-C06F-DD4F6956ED83}"/>
              </a:ext>
            </a:extLst>
          </p:cNvPr>
          <p:cNvGrpSpPr/>
          <p:nvPr/>
        </p:nvGrpSpPr>
        <p:grpSpPr>
          <a:xfrm>
            <a:off x="3695393" y="3417019"/>
            <a:ext cx="7452000" cy="832385"/>
            <a:chOff x="3695393" y="3865681"/>
            <a:chExt cx="7385240" cy="832385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1F159D71-51F2-B5D7-A97C-7B0A7B8B51D2}"/>
                </a:ext>
              </a:extLst>
            </p:cNvPr>
            <p:cNvSpPr txBox="1"/>
            <p:nvPr/>
          </p:nvSpPr>
          <p:spPr>
            <a:xfrm>
              <a:off x="5788633" y="3867069"/>
              <a:ext cx="5292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Premissas de crescimento e novas linhas de receita</a:t>
              </a:r>
              <a:endParaRPr lang="pt-BR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4" name="object 19">
              <a:extLst>
                <a:ext uri="{FF2B5EF4-FFF2-40B4-BE49-F238E27FC236}">
                  <a16:creationId xmlns:a16="http://schemas.microsoft.com/office/drawing/2014/main" id="{955EDF4A-D5FF-E1E3-537E-51D7E7D3FA43}"/>
                </a:ext>
              </a:extLst>
            </p:cNvPr>
            <p:cNvGrpSpPr/>
            <p:nvPr/>
          </p:nvGrpSpPr>
          <p:grpSpPr>
            <a:xfrm>
              <a:off x="3695393" y="3865681"/>
              <a:ext cx="1616710" cy="601980"/>
              <a:chOff x="2518410" y="1933955"/>
              <a:chExt cx="1616710" cy="601980"/>
            </a:xfrm>
          </p:grpSpPr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F56DC9A6-7425-5838-F367-999E2564FB8A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21">
                <a:extLst>
                  <a:ext uri="{FF2B5EF4-FFF2-40B4-BE49-F238E27FC236}">
                    <a16:creationId xmlns:a16="http://schemas.microsoft.com/office/drawing/2014/main" id="{0ABBFD38-86FA-C891-51CF-1DD70D25C3D9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B25B2C4B-ECA1-CCA9-2D8D-67AF48C502F7}"/>
              </a:ext>
            </a:extLst>
          </p:cNvPr>
          <p:cNvGrpSpPr/>
          <p:nvPr/>
        </p:nvGrpSpPr>
        <p:grpSpPr>
          <a:xfrm>
            <a:off x="3695393" y="6284587"/>
            <a:ext cx="7131666" cy="830997"/>
            <a:chOff x="3695393" y="6284587"/>
            <a:chExt cx="6745805" cy="830997"/>
          </a:xfrm>
        </p:grpSpPr>
        <p:grpSp>
          <p:nvGrpSpPr>
            <p:cNvPr id="17" name="object 19">
              <a:extLst>
                <a:ext uri="{FF2B5EF4-FFF2-40B4-BE49-F238E27FC236}">
                  <a16:creationId xmlns:a16="http://schemas.microsoft.com/office/drawing/2014/main" id="{E2099AF1-0B0B-1C76-5657-6754E246AA34}"/>
                </a:ext>
              </a:extLst>
            </p:cNvPr>
            <p:cNvGrpSpPr/>
            <p:nvPr/>
          </p:nvGrpSpPr>
          <p:grpSpPr>
            <a:xfrm>
              <a:off x="3695393" y="6399096"/>
              <a:ext cx="1616710" cy="601980"/>
              <a:chOff x="2518410" y="1933955"/>
              <a:chExt cx="1616710" cy="601980"/>
            </a:xfrm>
          </p:grpSpPr>
          <p:sp>
            <p:nvSpPr>
              <p:cNvPr id="18" name="object 20">
                <a:extLst>
                  <a:ext uri="{FF2B5EF4-FFF2-40B4-BE49-F238E27FC236}">
                    <a16:creationId xmlns:a16="http://schemas.microsoft.com/office/drawing/2014/main" id="{BCBBF7F8-292A-160A-2F9E-7ECEFB30C70E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CABD6836-C648-BC76-C379-377E45756FBE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27F7BAF9-4CC5-0130-5887-2FFE43A192A2}"/>
                </a:ext>
              </a:extLst>
            </p:cNvPr>
            <p:cNvSpPr txBox="1"/>
            <p:nvPr/>
          </p:nvSpPr>
          <p:spPr>
            <a:xfrm>
              <a:off x="5849592" y="6284587"/>
              <a:ext cx="45916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Surgimento de uma parceria rica em sinergias</a:t>
              </a:r>
              <a:endParaRPr lang="pt-BR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C0675F7-D6A7-BAA3-FAC9-2FFE5A299070}"/>
              </a:ext>
            </a:extLst>
          </p:cNvPr>
          <p:cNvSpPr txBox="1"/>
          <p:nvPr/>
        </p:nvSpPr>
        <p:spPr>
          <a:xfrm>
            <a:off x="0" y="356036"/>
            <a:ext cx="6581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Montserrat" panose="00000500000000000000" pitchFamily="2" charset="0"/>
              </a:rPr>
              <a:t>Business </a:t>
            </a:r>
            <a:r>
              <a:rPr lang="pt-BR" sz="2400" b="1" err="1">
                <a:solidFill>
                  <a:srgbClr val="FFFFFF"/>
                </a:solidFill>
                <a:latin typeface="Montserrat" panose="00000500000000000000" pitchFamily="2" charset="0"/>
              </a:rPr>
              <a:t>Plan</a:t>
            </a:r>
            <a:r>
              <a:rPr lang="pt-BR" sz="2400" b="1">
                <a:solidFill>
                  <a:srgbClr val="FFFFFF"/>
                </a:solidFill>
                <a:latin typeface="Montserrat" panose="00000500000000000000" pitchFamily="2" charset="0"/>
              </a:rPr>
              <a:t> – Sumário Executivo </a:t>
            </a:r>
            <a:endParaRPr lang="pt-BR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4C816C69-882E-05F3-FC49-E66B75E5E915}"/>
              </a:ext>
            </a:extLst>
          </p:cNvPr>
          <p:cNvGrpSpPr/>
          <p:nvPr/>
        </p:nvGrpSpPr>
        <p:grpSpPr>
          <a:xfrm>
            <a:off x="3695393" y="4968653"/>
            <a:ext cx="8572807" cy="601980"/>
            <a:chOff x="3695393" y="5191488"/>
            <a:chExt cx="8108972" cy="601980"/>
          </a:xfrm>
        </p:grpSpPr>
        <p:grpSp>
          <p:nvGrpSpPr>
            <p:cNvPr id="22" name="object 19">
              <a:extLst>
                <a:ext uri="{FF2B5EF4-FFF2-40B4-BE49-F238E27FC236}">
                  <a16:creationId xmlns:a16="http://schemas.microsoft.com/office/drawing/2014/main" id="{DD222206-E19C-D385-A8EC-6E699BE58935}"/>
                </a:ext>
              </a:extLst>
            </p:cNvPr>
            <p:cNvGrpSpPr/>
            <p:nvPr/>
          </p:nvGrpSpPr>
          <p:grpSpPr>
            <a:xfrm>
              <a:off x="3695393" y="5191488"/>
              <a:ext cx="1616710" cy="601980"/>
              <a:chOff x="2518410" y="1933955"/>
              <a:chExt cx="1616710" cy="601980"/>
            </a:xfrm>
          </p:grpSpPr>
          <p:sp>
            <p:nvSpPr>
              <p:cNvPr id="23" name="object 20">
                <a:extLst>
                  <a:ext uri="{FF2B5EF4-FFF2-40B4-BE49-F238E27FC236}">
                    <a16:creationId xmlns:a16="http://schemas.microsoft.com/office/drawing/2014/main" id="{82195613-A1AD-A233-1B93-3F2B08ECA1C7}"/>
                  </a:ext>
                </a:extLst>
              </p:cNvPr>
              <p:cNvSpPr/>
              <p:nvPr/>
            </p:nvSpPr>
            <p:spPr>
              <a:xfrm>
                <a:off x="2518410" y="2239517"/>
                <a:ext cx="15690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69085">
                    <a:moveTo>
                      <a:pt x="0" y="0"/>
                    </a:moveTo>
                    <a:lnTo>
                      <a:pt x="1568830" y="0"/>
                    </a:lnTo>
                  </a:path>
                </a:pathLst>
              </a:custGeom>
              <a:ln w="1905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1">
                <a:extLst>
                  <a:ext uri="{FF2B5EF4-FFF2-40B4-BE49-F238E27FC236}">
                    <a16:creationId xmlns:a16="http://schemas.microsoft.com/office/drawing/2014/main" id="{B6347D3A-1E0D-280B-F357-89EB159BAB13}"/>
                  </a:ext>
                </a:extLst>
              </p:cNvPr>
              <p:cNvSpPr/>
              <p:nvPr/>
            </p:nvSpPr>
            <p:spPr>
              <a:xfrm>
                <a:off x="4085844" y="1933955"/>
                <a:ext cx="48895" cy="601980"/>
              </a:xfrm>
              <a:custGeom>
                <a:avLst/>
                <a:gdLst/>
                <a:ahLst/>
                <a:cxnLst/>
                <a:rect l="l" t="t" r="r" b="b"/>
                <a:pathLst>
                  <a:path w="48895" h="601980">
                    <a:moveTo>
                      <a:pt x="45084" y="0"/>
                    </a:moveTo>
                    <a:lnTo>
                      <a:pt x="3682" y="0"/>
                    </a:lnTo>
                    <a:lnTo>
                      <a:pt x="0" y="3683"/>
                    </a:lnTo>
                    <a:lnTo>
                      <a:pt x="0" y="8128"/>
                    </a:lnTo>
                    <a:lnTo>
                      <a:pt x="0" y="598297"/>
                    </a:lnTo>
                    <a:lnTo>
                      <a:pt x="3682" y="601980"/>
                    </a:lnTo>
                    <a:lnTo>
                      <a:pt x="45084" y="601980"/>
                    </a:lnTo>
                    <a:lnTo>
                      <a:pt x="48767" y="598297"/>
                    </a:lnTo>
                    <a:lnTo>
                      <a:pt x="48767" y="3683"/>
                    </a:lnTo>
                    <a:lnTo>
                      <a:pt x="45084" y="0"/>
                    </a:lnTo>
                    <a:close/>
                  </a:path>
                </a:pathLst>
              </a:custGeom>
              <a:solidFill>
                <a:srgbClr val="EA1C2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B6F22B67-E36D-CD0F-8157-D5897D07DD49}"/>
                </a:ext>
              </a:extLst>
            </p:cNvPr>
            <p:cNvSpPr txBox="1"/>
            <p:nvPr/>
          </p:nvSpPr>
          <p:spPr>
            <a:xfrm>
              <a:off x="5379277" y="5247478"/>
              <a:ext cx="6425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FFFF"/>
                  </a:solidFill>
                  <a:latin typeface="Montserrat" panose="00000500000000000000" pitchFamily="2" charset="0"/>
                </a:rPr>
                <a:t>Projeções financeiras e operacionais</a:t>
              </a:r>
              <a:endParaRPr lang="pt-BR" dirty="0">
                <a:solidFill>
                  <a:srgbClr val="FFFFFF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32" name="Retângulo 17">
            <a:extLst>
              <a:ext uri="{FF2B5EF4-FFF2-40B4-BE49-F238E27FC236}">
                <a16:creationId xmlns:a16="http://schemas.microsoft.com/office/drawing/2014/main" id="{7107AF67-465B-349B-40B8-02573FF0413C}"/>
              </a:ext>
            </a:extLst>
          </p:cNvPr>
          <p:cNvSpPr/>
          <p:nvPr/>
        </p:nvSpPr>
        <p:spPr>
          <a:xfrm>
            <a:off x="-248546" y="-1590824"/>
            <a:ext cx="15460933" cy="7491797"/>
          </a:xfrm>
          <a:prstGeom prst="rect">
            <a:avLst/>
          </a:prstGeom>
          <a:gradFill flip="none" rotWithShape="1">
            <a:gsLst>
              <a:gs pos="10000">
                <a:srgbClr val="0E2841">
                  <a:alpha val="20000"/>
                </a:srgbClr>
              </a:gs>
              <a:gs pos="100000">
                <a:srgbClr val="2E3434"/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65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2682F-A77C-F236-606A-AD19C720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E2BEEBA-997F-9B84-65D0-E81681DAEDA8}"/>
              </a:ext>
            </a:extLst>
          </p:cNvPr>
          <p:cNvSpPr txBox="1">
            <a:spLocks/>
          </p:cNvSpPr>
          <p:nvPr/>
        </p:nvSpPr>
        <p:spPr>
          <a:xfrm>
            <a:off x="922918" y="399301"/>
            <a:ext cx="10349444" cy="1188199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>
                <a:latin typeface="Montserrat" panose="00000500000000000000" pitchFamily="2" charset="0"/>
              </a:rPr>
              <a:t>Uma parceria duradoura que tende a trazer sinergias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DAA7CB9F-2A24-04AE-BF76-DE133AFFC4EE}"/>
              </a:ext>
            </a:extLst>
          </p:cNvPr>
          <p:cNvSpPr/>
          <p:nvPr/>
        </p:nvSpPr>
        <p:spPr>
          <a:xfrm>
            <a:off x="1424539" y="1571561"/>
            <a:ext cx="12471801" cy="6051647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45" name="Agrupar 144">
            <a:extLst>
              <a:ext uri="{FF2B5EF4-FFF2-40B4-BE49-F238E27FC236}">
                <a16:creationId xmlns:a16="http://schemas.microsoft.com/office/drawing/2014/main" id="{3792F859-2ABD-E97C-7AFB-D89CD0FC6AA3}"/>
              </a:ext>
            </a:extLst>
          </p:cNvPr>
          <p:cNvGrpSpPr/>
          <p:nvPr/>
        </p:nvGrpSpPr>
        <p:grpSpPr>
          <a:xfrm>
            <a:off x="5883874" y="1472285"/>
            <a:ext cx="3553131" cy="1462394"/>
            <a:chOff x="5654369" y="1472285"/>
            <a:chExt cx="3553131" cy="1462394"/>
          </a:xfrm>
        </p:grpSpPr>
        <p:pic>
          <p:nvPicPr>
            <p:cNvPr id="16" name="Picture 2" descr="Generated image">
              <a:extLst>
                <a:ext uri="{FF2B5EF4-FFF2-40B4-BE49-F238E27FC236}">
                  <a16:creationId xmlns:a16="http://schemas.microsoft.com/office/drawing/2014/main" id="{3A70DA86-FFA8-E8D7-B314-A603F2ED61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7392" y="1472285"/>
              <a:ext cx="2349614" cy="14623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46E0FC3C-9DB9-40C6-25C1-AC491836CCAF}"/>
                </a:ext>
              </a:extLst>
            </p:cNvPr>
            <p:cNvSpPr/>
            <p:nvPr/>
          </p:nvSpPr>
          <p:spPr>
            <a:xfrm>
              <a:off x="5654369" y="1795742"/>
              <a:ext cx="3553131" cy="838213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tângulo 24">
            <a:extLst>
              <a:ext uri="{FF2B5EF4-FFF2-40B4-BE49-F238E27FC236}">
                <a16:creationId xmlns:a16="http://schemas.microsoft.com/office/drawing/2014/main" id="{D12E8FCB-D67C-C4E1-7094-281E2711522B}"/>
              </a:ext>
            </a:extLst>
          </p:cNvPr>
          <p:cNvSpPr/>
          <p:nvPr/>
        </p:nvSpPr>
        <p:spPr>
          <a:xfrm>
            <a:off x="1632461" y="1799271"/>
            <a:ext cx="11969723" cy="56307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0B62064A-2749-F808-4A6B-2D447A6C7CF1}"/>
              </a:ext>
            </a:extLst>
          </p:cNvPr>
          <p:cNvSpPr txBox="1"/>
          <p:nvPr/>
        </p:nvSpPr>
        <p:spPr>
          <a:xfrm>
            <a:off x="5125133" y="2705369"/>
            <a:ext cx="5418748" cy="441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2000" b="1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Porquê a MULTYLOG é o </a:t>
            </a:r>
            <a:r>
              <a:rPr lang="pt-BR" sz="2000" b="1" dirty="0" err="1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Dealer</a:t>
            </a:r>
            <a:r>
              <a:rPr lang="pt-BR" sz="2000" b="1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certo?</a:t>
            </a:r>
            <a:endParaRPr lang="en-US" sz="2000" b="1" dirty="0">
              <a:solidFill>
                <a:srgbClr val="0E284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CB0E6EEE-D28B-6F2E-714D-9E0A10734993}"/>
              </a:ext>
            </a:extLst>
          </p:cNvPr>
          <p:cNvGrpSpPr/>
          <p:nvPr/>
        </p:nvGrpSpPr>
        <p:grpSpPr>
          <a:xfrm>
            <a:off x="2361052" y="3330178"/>
            <a:ext cx="10494670" cy="3794521"/>
            <a:chOff x="2093385" y="3194869"/>
            <a:chExt cx="11030004" cy="3909499"/>
          </a:xfrm>
        </p:grpSpPr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010EE8BC-A4FF-22C0-43D3-47AB864BF68E}"/>
                </a:ext>
              </a:extLst>
            </p:cNvPr>
            <p:cNvSpPr txBox="1"/>
            <p:nvPr/>
          </p:nvSpPr>
          <p:spPr>
            <a:xfrm>
              <a:off x="4813656" y="6413823"/>
              <a:ext cx="2588543" cy="343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pt-BR" sz="144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ED8CD37A-E38E-188D-87F6-A81F39170895}"/>
                </a:ext>
              </a:extLst>
            </p:cNvPr>
            <p:cNvSpPr txBox="1"/>
            <p:nvPr/>
          </p:nvSpPr>
          <p:spPr>
            <a:xfrm>
              <a:off x="5853007" y="4332030"/>
              <a:ext cx="3745297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pt-BR" sz="144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Sinônimo de qualidade e excelência de serviço em contratos corporativos</a:t>
              </a:r>
              <a:endParaRPr lang="en-US" sz="144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TextBox 10">
              <a:extLst>
                <a:ext uri="{FF2B5EF4-FFF2-40B4-BE49-F238E27FC236}">
                  <a16:creationId xmlns:a16="http://schemas.microsoft.com/office/drawing/2014/main" id="{7FA30466-0229-5288-7224-162259C3BA49}"/>
                </a:ext>
              </a:extLst>
            </p:cNvPr>
            <p:cNvSpPr txBox="1"/>
            <p:nvPr/>
          </p:nvSpPr>
          <p:spPr>
            <a:xfrm>
              <a:off x="2093385" y="6494970"/>
              <a:ext cx="2588543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pt-BR" sz="144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Empresa consolidada na região</a:t>
              </a:r>
              <a:endParaRPr lang="en-US" sz="144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3" name="TextBox 10">
              <a:extLst>
                <a:ext uri="{FF2B5EF4-FFF2-40B4-BE49-F238E27FC236}">
                  <a16:creationId xmlns:a16="http://schemas.microsoft.com/office/drawing/2014/main" id="{F3AB69A6-5F28-A620-756A-DC71424A43FD}"/>
                </a:ext>
              </a:extLst>
            </p:cNvPr>
            <p:cNvSpPr txBox="1"/>
            <p:nvPr/>
          </p:nvSpPr>
          <p:spPr>
            <a:xfrm>
              <a:off x="2093385" y="4332030"/>
              <a:ext cx="2588543" cy="60939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pt-BR" sz="1400">
                  <a:solidFill>
                    <a:srgbClr val="0E2841"/>
                  </a:solidFill>
                  <a:latin typeface="Poppins"/>
                  <a:cs typeface="Poppins"/>
                </a:rPr>
                <a:t>Comprometimento com a marca KION</a:t>
              </a:r>
              <a:endParaRPr lang="en-US" sz="144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2" name="TextBox 10">
              <a:extLst>
                <a:ext uri="{FF2B5EF4-FFF2-40B4-BE49-F238E27FC236}">
                  <a16:creationId xmlns:a16="http://schemas.microsoft.com/office/drawing/2014/main" id="{0A04501E-B31C-1FF1-06BA-ADE3EC959711}"/>
                </a:ext>
              </a:extLst>
            </p:cNvPr>
            <p:cNvSpPr txBox="1"/>
            <p:nvPr/>
          </p:nvSpPr>
          <p:spPr>
            <a:xfrm>
              <a:off x="10534846" y="4332030"/>
              <a:ext cx="2588543" cy="87530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pt-BR" sz="1400">
                  <a:solidFill>
                    <a:srgbClr val="0E2841"/>
                  </a:solidFill>
                  <a:latin typeface="Poppins"/>
                  <a:cs typeface="Poppins"/>
                </a:rPr>
                <a:t>Foco especializado em empilhadeiras</a:t>
              </a:r>
              <a:endParaRPr lang="en-US" sz="144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>
                <a:lnSpc>
                  <a:spcPct val="120000"/>
                </a:lnSpc>
              </a:pPr>
              <a:endParaRPr lang="en-US" sz="144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" name="TextBox 10">
              <a:extLst>
                <a:ext uri="{FF2B5EF4-FFF2-40B4-BE49-F238E27FC236}">
                  <a16:creationId xmlns:a16="http://schemas.microsoft.com/office/drawing/2014/main" id="{52513169-D43F-9373-7739-A00538527E4A}"/>
                </a:ext>
              </a:extLst>
            </p:cNvPr>
            <p:cNvSpPr txBox="1"/>
            <p:nvPr/>
          </p:nvSpPr>
          <p:spPr>
            <a:xfrm>
              <a:off x="5988050" y="6494970"/>
              <a:ext cx="3460750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pt-BR" sz="144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Acesso a crédito bancário e financiamento</a:t>
              </a:r>
              <a:endParaRPr lang="en-US" sz="144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F93DA51A-AE41-BB12-E812-248277B2F4DB}"/>
                </a:ext>
              </a:extLst>
            </p:cNvPr>
            <p:cNvSpPr txBox="1"/>
            <p:nvPr/>
          </p:nvSpPr>
          <p:spPr>
            <a:xfrm>
              <a:off x="10534846" y="6494970"/>
              <a:ext cx="2588543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pt-BR" sz="144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Sucessão familiar estruturada</a:t>
              </a:r>
              <a:endParaRPr lang="en-US" sz="144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grpSp>
          <p:nvGrpSpPr>
            <p:cNvPr id="36" name="Group 99">
              <a:extLst>
                <a:ext uri="{FF2B5EF4-FFF2-40B4-BE49-F238E27FC236}">
                  <a16:creationId xmlns:a16="http://schemas.microsoft.com/office/drawing/2014/main" id="{7BDC93F8-0CCD-FCAD-3334-4648DAF156F0}"/>
                </a:ext>
              </a:extLst>
            </p:cNvPr>
            <p:cNvGrpSpPr/>
            <p:nvPr/>
          </p:nvGrpSpPr>
          <p:grpSpPr>
            <a:xfrm>
              <a:off x="2631587" y="5284231"/>
              <a:ext cx="1652545" cy="1161101"/>
              <a:chOff x="2504327" y="992262"/>
              <a:chExt cx="3755703" cy="2980688"/>
            </a:xfrm>
          </p:grpSpPr>
          <p:grpSp>
            <p:nvGrpSpPr>
              <p:cNvPr id="37" name="Agrupar 36">
                <a:extLst>
                  <a:ext uri="{FF2B5EF4-FFF2-40B4-BE49-F238E27FC236}">
                    <a16:creationId xmlns:a16="http://schemas.microsoft.com/office/drawing/2014/main" id="{FDE0F7E6-2B06-19CB-25D3-C25E36136F22}"/>
                  </a:ext>
                </a:extLst>
              </p:cNvPr>
              <p:cNvGrpSpPr/>
              <p:nvPr/>
            </p:nvGrpSpPr>
            <p:grpSpPr>
              <a:xfrm>
                <a:off x="2504327" y="1209260"/>
                <a:ext cx="2688502" cy="2763690"/>
                <a:chOff x="5554273" y="1294251"/>
                <a:chExt cx="3048554" cy="3133804"/>
              </a:xfrm>
            </p:grpSpPr>
            <p:sp>
              <p:nvSpPr>
                <p:cNvPr id="39" name="Google Shape;1564;p19">
                  <a:extLst>
                    <a:ext uri="{FF2B5EF4-FFF2-40B4-BE49-F238E27FC236}">
                      <a16:creationId xmlns:a16="http://schemas.microsoft.com/office/drawing/2014/main" id="{89F46A95-9B28-24B5-E333-923C61E344AF}"/>
                    </a:ext>
                  </a:extLst>
                </p:cNvPr>
                <p:cNvSpPr/>
                <p:nvPr/>
              </p:nvSpPr>
              <p:spPr>
                <a:xfrm>
                  <a:off x="7164661" y="2707425"/>
                  <a:ext cx="576163" cy="580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9" h="5323" extrusionOk="0">
                      <a:moveTo>
                        <a:pt x="3864" y="2293"/>
                      </a:moveTo>
                      <a:cubicBezTo>
                        <a:pt x="3890" y="2293"/>
                        <a:pt x="3910" y="2293"/>
                        <a:pt x="3917" y="2296"/>
                      </a:cubicBezTo>
                      <a:cubicBezTo>
                        <a:pt x="3937" y="2302"/>
                        <a:pt x="4002" y="2322"/>
                        <a:pt x="4022" y="2322"/>
                      </a:cubicBezTo>
                      <a:cubicBezTo>
                        <a:pt x="4035" y="2322"/>
                        <a:pt x="4147" y="2328"/>
                        <a:pt x="4147" y="2328"/>
                      </a:cubicBezTo>
                      <a:lnTo>
                        <a:pt x="4226" y="2414"/>
                      </a:lnTo>
                      <a:lnTo>
                        <a:pt x="4226" y="2506"/>
                      </a:lnTo>
                      <a:cubicBezTo>
                        <a:pt x="4226" y="2526"/>
                        <a:pt x="4206" y="2526"/>
                        <a:pt x="4187" y="2546"/>
                      </a:cubicBezTo>
                      <a:cubicBezTo>
                        <a:pt x="4167" y="2565"/>
                        <a:pt x="4167" y="2644"/>
                        <a:pt x="4167" y="2664"/>
                      </a:cubicBezTo>
                      <a:cubicBezTo>
                        <a:pt x="4167" y="2684"/>
                        <a:pt x="4206" y="2710"/>
                        <a:pt x="4160" y="2723"/>
                      </a:cubicBezTo>
                      <a:cubicBezTo>
                        <a:pt x="4114" y="2736"/>
                        <a:pt x="4035" y="2743"/>
                        <a:pt x="3996" y="2750"/>
                      </a:cubicBezTo>
                      <a:cubicBezTo>
                        <a:pt x="3950" y="2750"/>
                        <a:pt x="3871" y="2743"/>
                        <a:pt x="3752" y="2730"/>
                      </a:cubicBezTo>
                      <a:cubicBezTo>
                        <a:pt x="3634" y="2710"/>
                        <a:pt x="3542" y="2710"/>
                        <a:pt x="3515" y="2704"/>
                      </a:cubicBezTo>
                      <a:cubicBezTo>
                        <a:pt x="3489" y="2697"/>
                        <a:pt x="3450" y="2638"/>
                        <a:pt x="3489" y="2598"/>
                      </a:cubicBezTo>
                      <a:cubicBezTo>
                        <a:pt x="3522" y="2559"/>
                        <a:pt x="3535" y="2552"/>
                        <a:pt x="3548" y="2539"/>
                      </a:cubicBezTo>
                      <a:cubicBezTo>
                        <a:pt x="3561" y="2526"/>
                        <a:pt x="3601" y="2506"/>
                        <a:pt x="3601" y="2500"/>
                      </a:cubicBezTo>
                      <a:cubicBezTo>
                        <a:pt x="3601" y="2486"/>
                        <a:pt x="3581" y="2427"/>
                        <a:pt x="3607" y="2388"/>
                      </a:cubicBezTo>
                      <a:cubicBezTo>
                        <a:pt x="3634" y="2348"/>
                        <a:pt x="3673" y="2296"/>
                        <a:pt x="3713" y="2296"/>
                      </a:cubicBezTo>
                      <a:cubicBezTo>
                        <a:pt x="3739" y="2296"/>
                        <a:pt x="3812" y="2293"/>
                        <a:pt x="3864" y="2293"/>
                      </a:cubicBezTo>
                      <a:close/>
                      <a:moveTo>
                        <a:pt x="2156" y="1"/>
                      </a:moveTo>
                      <a:cubicBezTo>
                        <a:pt x="2141" y="1"/>
                        <a:pt x="2096" y="86"/>
                        <a:pt x="2061" y="150"/>
                      </a:cubicBezTo>
                      <a:cubicBezTo>
                        <a:pt x="2015" y="222"/>
                        <a:pt x="1975" y="374"/>
                        <a:pt x="1975" y="374"/>
                      </a:cubicBezTo>
                      <a:lnTo>
                        <a:pt x="1903" y="532"/>
                      </a:lnTo>
                      <a:cubicBezTo>
                        <a:pt x="1903" y="532"/>
                        <a:pt x="1863" y="683"/>
                        <a:pt x="1863" y="716"/>
                      </a:cubicBezTo>
                      <a:cubicBezTo>
                        <a:pt x="1863" y="756"/>
                        <a:pt x="1850" y="788"/>
                        <a:pt x="1804" y="867"/>
                      </a:cubicBezTo>
                      <a:cubicBezTo>
                        <a:pt x="1752" y="953"/>
                        <a:pt x="1699" y="900"/>
                        <a:pt x="1699" y="1071"/>
                      </a:cubicBezTo>
                      <a:cubicBezTo>
                        <a:pt x="1699" y="1243"/>
                        <a:pt x="1732" y="1269"/>
                        <a:pt x="1699" y="1348"/>
                      </a:cubicBezTo>
                      <a:cubicBezTo>
                        <a:pt x="1659" y="1427"/>
                        <a:pt x="1580" y="1447"/>
                        <a:pt x="1561" y="1578"/>
                      </a:cubicBezTo>
                      <a:cubicBezTo>
                        <a:pt x="1534" y="1703"/>
                        <a:pt x="1561" y="1782"/>
                        <a:pt x="1541" y="1848"/>
                      </a:cubicBezTo>
                      <a:cubicBezTo>
                        <a:pt x="1521" y="1914"/>
                        <a:pt x="1284" y="1953"/>
                        <a:pt x="1218" y="2059"/>
                      </a:cubicBezTo>
                      <a:cubicBezTo>
                        <a:pt x="1146" y="2164"/>
                        <a:pt x="1139" y="2276"/>
                        <a:pt x="1074" y="2394"/>
                      </a:cubicBezTo>
                      <a:cubicBezTo>
                        <a:pt x="1014" y="2519"/>
                        <a:pt x="975" y="2598"/>
                        <a:pt x="903" y="2625"/>
                      </a:cubicBezTo>
                      <a:cubicBezTo>
                        <a:pt x="830" y="2658"/>
                        <a:pt x="718" y="2644"/>
                        <a:pt x="646" y="2690"/>
                      </a:cubicBezTo>
                      <a:cubicBezTo>
                        <a:pt x="580" y="2730"/>
                        <a:pt x="573" y="2815"/>
                        <a:pt x="475" y="2862"/>
                      </a:cubicBezTo>
                      <a:cubicBezTo>
                        <a:pt x="383" y="2901"/>
                        <a:pt x="330" y="2894"/>
                        <a:pt x="330" y="2954"/>
                      </a:cubicBezTo>
                      <a:cubicBezTo>
                        <a:pt x="330" y="3019"/>
                        <a:pt x="363" y="3026"/>
                        <a:pt x="363" y="3092"/>
                      </a:cubicBezTo>
                      <a:cubicBezTo>
                        <a:pt x="363" y="3158"/>
                        <a:pt x="383" y="3230"/>
                        <a:pt x="258" y="3322"/>
                      </a:cubicBezTo>
                      <a:cubicBezTo>
                        <a:pt x="251" y="3329"/>
                        <a:pt x="244" y="3335"/>
                        <a:pt x="238" y="3342"/>
                      </a:cubicBezTo>
                      <a:cubicBezTo>
                        <a:pt x="225" y="3349"/>
                        <a:pt x="218" y="3355"/>
                        <a:pt x="211" y="3362"/>
                      </a:cubicBezTo>
                      <a:cubicBezTo>
                        <a:pt x="205" y="3375"/>
                        <a:pt x="198" y="3381"/>
                        <a:pt x="192" y="3395"/>
                      </a:cubicBezTo>
                      <a:cubicBezTo>
                        <a:pt x="179" y="3401"/>
                        <a:pt x="172" y="3414"/>
                        <a:pt x="165" y="3421"/>
                      </a:cubicBezTo>
                      <a:cubicBezTo>
                        <a:pt x="165" y="3428"/>
                        <a:pt x="159" y="3434"/>
                        <a:pt x="159" y="3441"/>
                      </a:cubicBezTo>
                      <a:cubicBezTo>
                        <a:pt x="152" y="3441"/>
                        <a:pt x="152" y="3447"/>
                        <a:pt x="146" y="3454"/>
                      </a:cubicBezTo>
                      <a:cubicBezTo>
                        <a:pt x="139" y="3467"/>
                        <a:pt x="133" y="3474"/>
                        <a:pt x="126" y="3487"/>
                      </a:cubicBezTo>
                      <a:cubicBezTo>
                        <a:pt x="119" y="3500"/>
                        <a:pt x="113" y="3507"/>
                        <a:pt x="106" y="3520"/>
                      </a:cubicBezTo>
                      <a:cubicBezTo>
                        <a:pt x="100" y="3533"/>
                        <a:pt x="93" y="3539"/>
                        <a:pt x="86" y="3553"/>
                      </a:cubicBezTo>
                      <a:cubicBezTo>
                        <a:pt x="86" y="3553"/>
                        <a:pt x="86" y="3559"/>
                        <a:pt x="86" y="3559"/>
                      </a:cubicBezTo>
                      <a:cubicBezTo>
                        <a:pt x="80" y="3566"/>
                        <a:pt x="80" y="3572"/>
                        <a:pt x="73" y="3585"/>
                      </a:cubicBezTo>
                      <a:cubicBezTo>
                        <a:pt x="67" y="3599"/>
                        <a:pt x="60" y="3618"/>
                        <a:pt x="54" y="3632"/>
                      </a:cubicBezTo>
                      <a:cubicBezTo>
                        <a:pt x="47" y="3638"/>
                        <a:pt x="47" y="3645"/>
                        <a:pt x="47" y="3645"/>
                      </a:cubicBezTo>
                      <a:cubicBezTo>
                        <a:pt x="40" y="3658"/>
                        <a:pt x="40" y="3664"/>
                        <a:pt x="34" y="3678"/>
                      </a:cubicBezTo>
                      <a:cubicBezTo>
                        <a:pt x="34" y="3684"/>
                        <a:pt x="34" y="3691"/>
                        <a:pt x="34" y="3697"/>
                      </a:cubicBezTo>
                      <a:cubicBezTo>
                        <a:pt x="27" y="3704"/>
                        <a:pt x="27" y="3704"/>
                        <a:pt x="27" y="3711"/>
                      </a:cubicBezTo>
                      <a:cubicBezTo>
                        <a:pt x="27" y="3717"/>
                        <a:pt x="21" y="3724"/>
                        <a:pt x="21" y="3724"/>
                      </a:cubicBezTo>
                      <a:cubicBezTo>
                        <a:pt x="21" y="3730"/>
                        <a:pt x="21" y="3730"/>
                        <a:pt x="21" y="3730"/>
                      </a:cubicBezTo>
                      <a:cubicBezTo>
                        <a:pt x="21" y="3737"/>
                        <a:pt x="21" y="3737"/>
                        <a:pt x="21" y="3743"/>
                      </a:cubicBezTo>
                      <a:cubicBezTo>
                        <a:pt x="21" y="3743"/>
                        <a:pt x="21" y="3750"/>
                        <a:pt x="21" y="3750"/>
                      </a:cubicBezTo>
                      <a:cubicBezTo>
                        <a:pt x="21" y="3829"/>
                        <a:pt x="21" y="3901"/>
                        <a:pt x="27" y="3954"/>
                      </a:cubicBezTo>
                      <a:cubicBezTo>
                        <a:pt x="34" y="4013"/>
                        <a:pt x="93" y="4092"/>
                        <a:pt x="93" y="4132"/>
                      </a:cubicBezTo>
                      <a:cubicBezTo>
                        <a:pt x="93" y="4178"/>
                        <a:pt x="133" y="4230"/>
                        <a:pt x="67" y="4230"/>
                      </a:cubicBezTo>
                      <a:cubicBezTo>
                        <a:pt x="67" y="4230"/>
                        <a:pt x="1" y="4290"/>
                        <a:pt x="67" y="4342"/>
                      </a:cubicBezTo>
                      <a:cubicBezTo>
                        <a:pt x="133" y="4395"/>
                        <a:pt x="304" y="4408"/>
                        <a:pt x="304" y="4408"/>
                      </a:cubicBezTo>
                      <a:cubicBezTo>
                        <a:pt x="304" y="4408"/>
                        <a:pt x="277" y="4533"/>
                        <a:pt x="251" y="4546"/>
                      </a:cubicBezTo>
                      <a:cubicBezTo>
                        <a:pt x="225" y="4566"/>
                        <a:pt x="165" y="4612"/>
                        <a:pt x="218" y="4639"/>
                      </a:cubicBezTo>
                      <a:cubicBezTo>
                        <a:pt x="254" y="4664"/>
                        <a:pt x="258" y="4702"/>
                        <a:pt x="298" y="4702"/>
                      </a:cubicBezTo>
                      <a:cubicBezTo>
                        <a:pt x="310" y="4702"/>
                        <a:pt x="324" y="4698"/>
                        <a:pt x="343" y="4691"/>
                      </a:cubicBezTo>
                      <a:cubicBezTo>
                        <a:pt x="411" y="4660"/>
                        <a:pt x="367" y="4641"/>
                        <a:pt x="408" y="4641"/>
                      </a:cubicBezTo>
                      <a:cubicBezTo>
                        <a:pt x="419" y="4641"/>
                        <a:pt x="435" y="4642"/>
                        <a:pt x="462" y="4645"/>
                      </a:cubicBezTo>
                      <a:cubicBezTo>
                        <a:pt x="580" y="4658"/>
                        <a:pt x="600" y="4639"/>
                        <a:pt x="639" y="4704"/>
                      </a:cubicBezTo>
                      <a:cubicBezTo>
                        <a:pt x="685" y="4764"/>
                        <a:pt x="777" y="4810"/>
                        <a:pt x="863" y="4875"/>
                      </a:cubicBezTo>
                      <a:cubicBezTo>
                        <a:pt x="949" y="4948"/>
                        <a:pt x="1146" y="4961"/>
                        <a:pt x="1192" y="4968"/>
                      </a:cubicBezTo>
                      <a:cubicBezTo>
                        <a:pt x="1232" y="4974"/>
                        <a:pt x="1363" y="5027"/>
                        <a:pt x="1383" y="5053"/>
                      </a:cubicBezTo>
                      <a:cubicBezTo>
                        <a:pt x="1396" y="5086"/>
                        <a:pt x="1409" y="5112"/>
                        <a:pt x="1482" y="5145"/>
                      </a:cubicBezTo>
                      <a:cubicBezTo>
                        <a:pt x="1554" y="5185"/>
                        <a:pt x="1580" y="5264"/>
                        <a:pt x="1633" y="5323"/>
                      </a:cubicBezTo>
                      <a:cubicBezTo>
                        <a:pt x="1646" y="5310"/>
                        <a:pt x="1659" y="5297"/>
                        <a:pt x="1666" y="5283"/>
                      </a:cubicBezTo>
                      <a:cubicBezTo>
                        <a:pt x="1679" y="5237"/>
                        <a:pt x="1666" y="5191"/>
                        <a:pt x="1679" y="5145"/>
                      </a:cubicBezTo>
                      <a:cubicBezTo>
                        <a:pt x="1699" y="5079"/>
                        <a:pt x="1817" y="5053"/>
                        <a:pt x="1857" y="5014"/>
                      </a:cubicBezTo>
                      <a:cubicBezTo>
                        <a:pt x="1863" y="5014"/>
                        <a:pt x="1863" y="5007"/>
                        <a:pt x="1870" y="5007"/>
                      </a:cubicBezTo>
                      <a:cubicBezTo>
                        <a:pt x="1870" y="5000"/>
                        <a:pt x="1877" y="5000"/>
                        <a:pt x="1877" y="5000"/>
                      </a:cubicBezTo>
                      <a:cubicBezTo>
                        <a:pt x="1877" y="4994"/>
                        <a:pt x="1877" y="4994"/>
                        <a:pt x="1883" y="4987"/>
                      </a:cubicBezTo>
                      <a:cubicBezTo>
                        <a:pt x="1883" y="4987"/>
                        <a:pt x="1883" y="4981"/>
                        <a:pt x="1890" y="4981"/>
                      </a:cubicBezTo>
                      <a:cubicBezTo>
                        <a:pt x="1890" y="4974"/>
                        <a:pt x="1896" y="4961"/>
                        <a:pt x="1896" y="4954"/>
                      </a:cubicBezTo>
                      <a:cubicBezTo>
                        <a:pt x="1903" y="4954"/>
                        <a:pt x="1903" y="4948"/>
                        <a:pt x="1903" y="4941"/>
                      </a:cubicBezTo>
                      <a:cubicBezTo>
                        <a:pt x="1909" y="4922"/>
                        <a:pt x="1916" y="4902"/>
                        <a:pt x="1923" y="4875"/>
                      </a:cubicBezTo>
                      <a:cubicBezTo>
                        <a:pt x="1936" y="4829"/>
                        <a:pt x="1988" y="4737"/>
                        <a:pt x="2021" y="4704"/>
                      </a:cubicBezTo>
                      <a:cubicBezTo>
                        <a:pt x="2061" y="4671"/>
                        <a:pt x="2179" y="4671"/>
                        <a:pt x="2252" y="4652"/>
                      </a:cubicBezTo>
                      <a:cubicBezTo>
                        <a:pt x="2324" y="4632"/>
                        <a:pt x="2449" y="4599"/>
                        <a:pt x="2469" y="4599"/>
                      </a:cubicBezTo>
                      <a:cubicBezTo>
                        <a:pt x="2489" y="4599"/>
                        <a:pt x="2587" y="4553"/>
                        <a:pt x="2614" y="4553"/>
                      </a:cubicBezTo>
                      <a:cubicBezTo>
                        <a:pt x="2640" y="4553"/>
                        <a:pt x="2706" y="4599"/>
                        <a:pt x="2778" y="4599"/>
                      </a:cubicBezTo>
                      <a:cubicBezTo>
                        <a:pt x="2851" y="4599"/>
                        <a:pt x="2851" y="4592"/>
                        <a:pt x="2870" y="4573"/>
                      </a:cubicBezTo>
                      <a:cubicBezTo>
                        <a:pt x="2890" y="4546"/>
                        <a:pt x="2962" y="4507"/>
                        <a:pt x="3002" y="4487"/>
                      </a:cubicBezTo>
                      <a:cubicBezTo>
                        <a:pt x="3048" y="4461"/>
                        <a:pt x="3068" y="4454"/>
                        <a:pt x="3120" y="4448"/>
                      </a:cubicBezTo>
                      <a:cubicBezTo>
                        <a:pt x="3147" y="4444"/>
                        <a:pt x="3185" y="4443"/>
                        <a:pt x="3218" y="4443"/>
                      </a:cubicBezTo>
                      <a:cubicBezTo>
                        <a:pt x="3252" y="4443"/>
                        <a:pt x="3282" y="4444"/>
                        <a:pt x="3292" y="4448"/>
                      </a:cubicBezTo>
                      <a:cubicBezTo>
                        <a:pt x="3301" y="4450"/>
                        <a:pt x="3315" y="4452"/>
                        <a:pt x="3332" y="4452"/>
                      </a:cubicBezTo>
                      <a:cubicBezTo>
                        <a:pt x="3360" y="4452"/>
                        <a:pt x="3396" y="4447"/>
                        <a:pt x="3430" y="4434"/>
                      </a:cubicBezTo>
                      <a:cubicBezTo>
                        <a:pt x="3446" y="4426"/>
                        <a:pt x="3463" y="4423"/>
                        <a:pt x="3480" y="4423"/>
                      </a:cubicBezTo>
                      <a:cubicBezTo>
                        <a:pt x="3517" y="4423"/>
                        <a:pt x="3552" y="4439"/>
                        <a:pt x="3575" y="4448"/>
                      </a:cubicBezTo>
                      <a:cubicBezTo>
                        <a:pt x="3607" y="4461"/>
                        <a:pt x="3700" y="4494"/>
                        <a:pt x="3746" y="4520"/>
                      </a:cubicBezTo>
                      <a:cubicBezTo>
                        <a:pt x="3751" y="4523"/>
                        <a:pt x="3757" y="4525"/>
                        <a:pt x="3764" y="4525"/>
                      </a:cubicBezTo>
                      <a:cubicBezTo>
                        <a:pt x="3816" y="4525"/>
                        <a:pt x="3920" y="4453"/>
                        <a:pt x="3943" y="4448"/>
                      </a:cubicBezTo>
                      <a:cubicBezTo>
                        <a:pt x="3969" y="4434"/>
                        <a:pt x="4055" y="4375"/>
                        <a:pt x="4108" y="4336"/>
                      </a:cubicBezTo>
                      <a:cubicBezTo>
                        <a:pt x="4167" y="4296"/>
                        <a:pt x="4193" y="4270"/>
                        <a:pt x="4220" y="4237"/>
                      </a:cubicBezTo>
                      <a:cubicBezTo>
                        <a:pt x="4246" y="4198"/>
                        <a:pt x="4206" y="4165"/>
                        <a:pt x="4206" y="4138"/>
                      </a:cubicBezTo>
                      <a:cubicBezTo>
                        <a:pt x="4200" y="4119"/>
                        <a:pt x="4173" y="4046"/>
                        <a:pt x="4173" y="4013"/>
                      </a:cubicBezTo>
                      <a:cubicBezTo>
                        <a:pt x="4167" y="3980"/>
                        <a:pt x="4206" y="3941"/>
                        <a:pt x="4213" y="3921"/>
                      </a:cubicBezTo>
                      <a:cubicBezTo>
                        <a:pt x="4226" y="3908"/>
                        <a:pt x="4213" y="3836"/>
                        <a:pt x="4187" y="3822"/>
                      </a:cubicBezTo>
                      <a:cubicBezTo>
                        <a:pt x="4167" y="3809"/>
                        <a:pt x="4127" y="3816"/>
                        <a:pt x="4081" y="3776"/>
                      </a:cubicBezTo>
                      <a:cubicBezTo>
                        <a:pt x="4042" y="3737"/>
                        <a:pt x="4094" y="3691"/>
                        <a:pt x="4121" y="3645"/>
                      </a:cubicBezTo>
                      <a:cubicBezTo>
                        <a:pt x="4141" y="3599"/>
                        <a:pt x="4220" y="3539"/>
                        <a:pt x="4246" y="3507"/>
                      </a:cubicBezTo>
                      <a:cubicBezTo>
                        <a:pt x="4272" y="3474"/>
                        <a:pt x="4325" y="3454"/>
                        <a:pt x="4358" y="3434"/>
                      </a:cubicBezTo>
                      <a:cubicBezTo>
                        <a:pt x="4384" y="3414"/>
                        <a:pt x="4345" y="3342"/>
                        <a:pt x="4318" y="3289"/>
                      </a:cubicBezTo>
                      <a:cubicBezTo>
                        <a:pt x="4292" y="3237"/>
                        <a:pt x="4259" y="3197"/>
                        <a:pt x="4206" y="3138"/>
                      </a:cubicBezTo>
                      <a:cubicBezTo>
                        <a:pt x="4154" y="3079"/>
                        <a:pt x="4167" y="3052"/>
                        <a:pt x="4154" y="3013"/>
                      </a:cubicBezTo>
                      <a:cubicBezTo>
                        <a:pt x="4141" y="2973"/>
                        <a:pt x="4173" y="2987"/>
                        <a:pt x="4206" y="2941"/>
                      </a:cubicBezTo>
                      <a:cubicBezTo>
                        <a:pt x="4239" y="2888"/>
                        <a:pt x="4206" y="2881"/>
                        <a:pt x="4206" y="2815"/>
                      </a:cubicBezTo>
                      <a:cubicBezTo>
                        <a:pt x="4206" y="2750"/>
                        <a:pt x="4226" y="2710"/>
                        <a:pt x="4239" y="2684"/>
                      </a:cubicBezTo>
                      <a:cubicBezTo>
                        <a:pt x="4246" y="2664"/>
                        <a:pt x="4318" y="2664"/>
                        <a:pt x="4331" y="2664"/>
                      </a:cubicBezTo>
                      <a:cubicBezTo>
                        <a:pt x="4345" y="2664"/>
                        <a:pt x="4410" y="2651"/>
                        <a:pt x="4483" y="2638"/>
                      </a:cubicBezTo>
                      <a:cubicBezTo>
                        <a:pt x="4555" y="2618"/>
                        <a:pt x="4562" y="2605"/>
                        <a:pt x="4601" y="2579"/>
                      </a:cubicBezTo>
                      <a:cubicBezTo>
                        <a:pt x="4634" y="2552"/>
                        <a:pt x="4601" y="2513"/>
                        <a:pt x="4601" y="2500"/>
                      </a:cubicBezTo>
                      <a:cubicBezTo>
                        <a:pt x="4595" y="2493"/>
                        <a:pt x="4555" y="2453"/>
                        <a:pt x="4535" y="2407"/>
                      </a:cubicBezTo>
                      <a:cubicBezTo>
                        <a:pt x="4516" y="2361"/>
                        <a:pt x="4483" y="2328"/>
                        <a:pt x="4483" y="2309"/>
                      </a:cubicBezTo>
                      <a:cubicBezTo>
                        <a:pt x="4476" y="2282"/>
                        <a:pt x="4549" y="2230"/>
                        <a:pt x="4555" y="2203"/>
                      </a:cubicBezTo>
                      <a:cubicBezTo>
                        <a:pt x="4562" y="2177"/>
                        <a:pt x="4509" y="2124"/>
                        <a:pt x="4483" y="2085"/>
                      </a:cubicBezTo>
                      <a:cubicBezTo>
                        <a:pt x="4463" y="2045"/>
                        <a:pt x="4529" y="1993"/>
                        <a:pt x="4562" y="1986"/>
                      </a:cubicBezTo>
                      <a:cubicBezTo>
                        <a:pt x="4571" y="1984"/>
                        <a:pt x="4579" y="1983"/>
                        <a:pt x="4586" y="1983"/>
                      </a:cubicBezTo>
                      <a:cubicBezTo>
                        <a:pt x="4601" y="1983"/>
                        <a:pt x="4612" y="1986"/>
                        <a:pt x="4621" y="1986"/>
                      </a:cubicBezTo>
                      <a:cubicBezTo>
                        <a:pt x="4641" y="1986"/>
                        <a:pt x="4693" y="2006"/>
                        <a:pt x="4733" y="2019"/>
                      </a:cubicBezTo>
                      <a:cubicBezTo>
                        <a:pt x="4744" y="2021"/>
                        <a:pt x="4753" y="2022"/>
                        <a:pt x="4760" y="2022"/>
                      </a:cubicBezTo>
                      <a:cubicBezTo>
                        <a:pt x="4781" y="2022"/>
                        <a:pt x="4786" y="2014"/>
                        <a:pt x="4805" y="1999"/>
                      </a:cubicBezTo>
                      <a:cubicBezTo>
                        <a:pt x="4825" y="1986"/>
                        <a:pt x="4799" y="1953"/>
                        <a:pt x="4779" y="1920"/>
                      </a:cubicBezTo>
                      <a:cubicBezTo>
                        <a:pt x="4759" y="1888"/>
                        <a:pt x="4746" y="1855"/>
                        <a:pt x="4733" y="1835"/>
                      </a:cubicBezTo>
                      <a:cubicBezTo>
                        <a:pt x="4726" y="1815"/>
                        <a:pt x="4786" y="1716"/>
                        <a:pt x="4786" y="1716"/>
                      </a:cubicBezTo>
                      <a:cubicBezTo>
                        <a:pt x="4786" y="1716"/>
                        <a:pt x="4878" y="1789"/>
                        <a:pt x="4891" y="1802"/>
                      </a:cubicBezTo>
                      <a:cubicBezTo>
                        <a:pt x="4904" y="1815"/>
                        <a:pt x="4937" y="1855"/>
                        <a:pt x="4990" y="1901"/>
                      </a:cubicBezTo>
                      <a:cubicBezTo>
                        <a:pt x="5005" y="1916"/>
                        <a:pt x="5017" y="1921"/>
                        <a:pt x="5027" y="1921"/>
                      </a:cubicBezTo>
                      <a:cubicBezTo>
                        <a:pt x="5047" y="1921"/>
                        <a:pt x="5062" y="1901"/>
                        <a:pt x="5088" y="1901"/>
                      </a:cubicBezTo>
                      <a:cubicBezTo>
                        <a:pt x="5128" y="1901"/>
                        <a:pt x="5207" y="1914"/>
                        <a:pt x="5207" y="1914"/>
                      </a:cubicBezTo>
                      <a:cubicBezTo>
                        <a:pt x="5213" y="1888"/>
                        <a:pt x="5167" y="1861"/>
                        <a:pt x="5167" y="1848"/>
                      </a:cubicBezTo>
                      <a:lnTo>
                        <a:pt x="5167" y="1611"/>
                      </a:lnTo>
                      <a:cubicBezTo>
                        <a:pt x="5167" y="1545"/>
                        <a:pt x="5200" y="1558"/>
                        <a:pt x="5226" y="1539"/>
                      </a:cubicBezTo>
                      <a:cubicBezTo>
                        <a:pt x="5253" y="1526"/>
                        <a:pt x="5233" y="1486"/>
                        <a:pt x="5207" y="1473"/>
                      </a:cubicBezTo>
                      <a:cubicBezTo>
                        <a:pt x="5187" y="1460"/>
                        <a:pt x="5121" y="1407"/>
                        <a:pt x="5049" y="1361"/>
                      </a:cubicBezTo>
                      <a:cubicBezTo>
                        <a:pt x="4983" y="1315"/>
                        <a:pt x="5029" y="1210"/>
                        <a:pt x="5036" y="1177"/>
                      </a:cubicBezTo>
                      <a:cubicBezTo>
                        <a:pt x="5042" y="1144"/>
                        <a:pt x="5055" y="1065"/>
                        <a:pt x="5049" y="1019"/>
                      </a:cubicBezTo>
                      <a:cubicBezTo>
                        <a:pt x="5049" y="966"/>
                        <a:pt x="5029" y="953"/>
                        <a:pt x="5029" y="887"/>
                      </a:cubicBezTo>
                      <a:cubicBezTo>
                        <a:pt x="5029" y="821"/>
                        <a:pt x="5042" y="841"/>
                        <a:pt x="5088" y="788"/>
                      </a:cubicBezTo>
                      <a:cubicBezTo>
                        <a:pt x="5134" y="742"/>
                        <a:pt x="5226" y="723"/>
                        <a:pt x="5253" y="683"/>
                      </a:cubicBezTo>
                      <a:cubicBezTo>
                        <a:pt x="5278" y="647"/>
                        <a:pt x="5200" y="643"/>
                        <a:pt x="5152" y="643"/>
                      </a:cubicBezTo>
                      <a:cubicBezTo>
                        <a:pt x="5138" y="643"/>
                        <a:pt x="5127" y="644"/>
                        <a:pt x="5121" y="644"/>
                      </a:cubicBezTo>
                      <a:cubicBezTo>
                        <a:pt x="5106" y="644"/>
                        <a:pt x="5075" y="651"/>
                        <a:pt x="5046" y="651"/>
                      </a:cubicBezTo>
                      <a:cubicBezTo>
                        <a:pt x="5015" y="651"/>
                        <a:pt x="4986" y="642"/>
                        <a:pt x="4983" y="604"/>
                      </a:cubicBezTo>
                      <a:cubicBezTo>
                        <a:pt x="4970" y="532"/>
                        <a:pt x="5036" y="512"/>
                        <a:pt x="5055" y="486"/>
                      </a:cubicBezTo>
                      <a:cubicBezTo>
                        <a:pt x="5055" y="486"/>
                        <a:pt x="4917" y="459"/>
                        <a:pt x="4865" y="459"/>
                      </a:cubicBezTo>
                      <a:cubicBezTo>
                        <a:pt x="4812" y="459"/>
                        <a:pt x="4739" y="466"/>
                        <a:pt x="4687" y="479"/>
                      </a:cubicBezTo>
                      <a:cubicBezTo>
                        <a:pt x="4634" y="492"/>
                        <a:pt x="4522" y="584"/>
                        <a:pt x="4476" y="630"/>
                      </a:cubicBezTo>
                      <a:cubicBezTo>
                        <a:pt x="4446" y="661"/>
                        <a:pt x="4399" y="667"/>
                        <a:pt x="4354" y="667"/>
                      </a:cubicBezTo>
                      <a:cubicBezTo>
                        <a:pt x="4320" y="667"/>
                        <a:pt x="4288" y="663"/>
                        <a:pt x="4266" y="663"/>
                      </a:cubicBezTo>
                      <a:cubicBezTo>
                        <a:pt x="4213" y="663"/>
                        <a:pt x="4193" y="644"/>
                        <a:pt x="4160" y="617"/>
                      </a:cubicBezTo>
                      <a:cubicBezTo>
                        <a:pt x="4132" y="594"/>
                        <a:pt x="4104" y="590"/>
                        <a:pt x="4071" y="590"/>
                      </a:cubicBezTo>
                      <a:cubicBezTo>
                        <a:pt x="4058" y="590"/>
                        <a:pt x="4044" y="591"/>
                        <a:pt x="4029" y="591"/>
                      </a:cubicBezTo>
                      <a:cubicBezTo>
                        <a:pt x="3976" y="591"/>
                        <a:pt x="4048" y="690"/>
                        <a:pt x="4022" y="716"/>
                      </a:cubicBezTo>
                      <a:cubicBezTo>
                        <a:pt x="3996" y="749"/>
                        <a:pt x="4042" y="769"/>
                        <a:pt x="4022" y="815"/>
                      </a:cubicBezTo>
                      <a:cubicBezTo>
                        <a:pt x="4018" y="825"/>
                        <a:pt x="4011" y="828"/>
                        <a:pt x="4003" y="828"/>
                      </a:cubicBezTo>
                      <a:cubicBezTo>
                        <a:pt x="3972" y="828"/>
                        <a:pt x="3923" y="775"/>
                        <a:pt x="3923" y="775"/>
                      </a:cubicBezTo>
                      <a:cubicBezTo>
                        <a:pt x="3923" y="775"/>
                        <a:pt x="3627" y="663"/>
                        <a:pt x="3588" y="663"/>
                      </a:cubicBezTo>
                      <a:cubicBezTo>
                        <a:pt x="3555" y="663"/>
                        <a:pt x="3522" y="690"/>
                        <a:pt x="3496" y="696"/>
                      </a:cubicBezTo>
                      <a:cubicBezTo>
                        <a:pt x="3490" y="698"/>
                        <a:pt x="3477" y="700"/>
                        <a:pt x="3459" y="700"/>
                      </a:cubicBezTo>
                      <a:cubicBezTo>
                        <a:pt x="3419" y="700"/>
                        <a:pt x="3355" y="690"/>
                        <a:pt x="3305" y="644"/>
                      </a:cubicBezTo>
                      <a:cubicBezTo>
                        <a:pt x="3232" y="578"/>
                        <a:pt x="3305" y="558"/>
                        <a:pt x="3305" y="525"/>
                      </a:cubicBezTo>
                      <a:cubicBezTo>
                        <a:pt x="3305" y="486"/>
                        <a:pt x="3239" y="420"/>
                        <a:pt x="3199" y="407"/>
                      </a:cubicBezTo>
                      <a:cubicBezTo>
                        <a:pt x="3196" y="405"/>
                        <a:pt x="3193" y="405"/>
                        <a:pt x="3191" y="405"/>
                      </a:cubicBezTo>
                      <a:cubicBezTo>
                        <a:pt x="3166" y="405"/>
                        <a:pt x="3161" y="457"/>
                        <a:pt x="3107" y="492"/>
                      </a:cubicBezTo>
                      <a:cubicBezTo>
                        <a:pt x="3095" y="502"/>
                        <a:pt x="3086" y="506"/>
                        <a:pt x="3079" y="506"/>
                      </a:cubicBezTo>
                      <a:cubicBezTo>
                        <a:pt x="3056" y="506"/>
                        <a:pt x="3052" y="462"/>
                        <a:pt x="3002" y="407"/>
                      </a:cubicBezTo>
                      <a:cubicBezTo>
                        <a:pt x="2985" y="385"/>
                        <a:pt x="2975" y="377"/>
                        <a:pt x="2969" y="377"/>
                      </a:cubicBezTo>
                      <a:cubicBezTo>
                        <a:pt x="2953" y="377"/>
                        <a:pt x="2954" y="425"/>
                        <a:pt x="2903" y="453"/>
                      </a:cubicBezTo>
                      <a:cubicBezTo>
                        <a:pt x="2824" y="499"/>
                        <a:pt x="2837" y="598"/>
                        <a:pt x="2824" y="650"/>
                      </a:cubicBezTo>
                      <a:cubicBezTo>
                        <a:pt x="2819" y="692"/>
                        <a:pt x="2784" y="697"/>
                        <a:pt x="2771" y="697"/>
                      </a:cubicBezTo>
                      <a:cubicBezTo>
                        <a:pt x="2767" y="697"/>
                        <a:pt x="2765" y="696"/>
                        <a:pt x="2765" y="696"/>
                      </a:cubicBezTo>
                      <a:lnTo>
                        <a:pt x="2620" y="624"/>
                      </a:lnTo>
                      <a:cubicBezTo>
                        <a:pt x="2620" y="624"/>
                        <a:pt x="2508" y="512"/>
                        <a:pt x="2462" y="459"/>
                      </a:cubicBezTo>
                      <a:cubicBezTo>
                        <a:pt x="2445" y="444"/>
                        <a:pt x="2423" y="439"/>
                        <a:pt x="2400" y="439"/>
                      </a:cubicBezTo>
                      <a:cubicBezTo>
                        <a:pt x="2356" y="439"/>
                        <a:pt x="2309" y="459"/>
                        <a:pt x="2291" y="459"/>
                      </a:cubicBezTo>
                      <a:cubicBezTo>
                        <a:pt x="2265" y="459"/>
                        <a:pt x="2206" y="446"/>
                        <a:pt x="2133" y="400"/>
                      </a:cubicBezTo>
                      <a:cubicBezTo>
                        <a:pt x="2054" y="361"/>
                        <a:pt x="2120" y="255"/>
                        <a:pt x="2133" y="190"/>
                      </a:cubicBezTo>
                      <a:cubicBezTo>
                        <a:pt x="2140" y="124"/>
                        <a:pt x="2166" y="25"/>
                        <a:pt x="2160" y="5"/>
                      </a:cubicBezTo>
                      <a:cubicBezTo>
                        <a:pt x="2159" y="2"/>
                        <a:pt x="2157" y="1"/>
                        <a:pt x="2156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1565;p19">
                  <a:extLst>
                    <a:ext uri="{FF2B5EF4-FFF2-40B4-BE49-F238E27FC236}">
                      <a16:creationId xmlns:a16="http://schemas.microsoft.com/office/drawing/2014/main" id="{EA8AAA7D-4A16-99FD-F8DB-1422EB19A0C5}"/>
                    </a:ext>
                  </a:extLst>
                </p:cNvPr>
                <p:cNvSpPr/>
                <p:nvPr/>
              </p:nvSpPr>
              <p:spPr>
                <a:xfrm>
                  <a:off x="7113692" y="3804087"/>
                  <a:ext cx="427511" cy="275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7" h="2528" extrusionOk="0">
                      <a:moveTo>
                        <a:pt x="2765" y="0"/>
                      </a:moveTo>
                      <a:cubicBezTo>
                        <a:pt x="2745" y="0"/>
                        <a:pt x="2659" y="27"/>
                        <a:pt x="2574" y="40"/>
                      </a:cubicBezTo>
                      <a:cubicBezTo>
                        <a:pt x="2488" y="60"/>
                        <a:pt x="2482" y="73"/>
                        <a:pt x="2482" y="73"/>
                      </a:cubicBezTo>
                      <a:cubicBezTo>
                        <a:pt x="2482" y="73"/>
                        <a:pt x="2423" y="46"/>
                        <a:pt x="2390" y="40"/>
                      </a:cubicBezTo>
                      <a:cubicBezTo>
                        <a:pt x="2363" y="40"/>
                        <a:pt x="2258" y="125"/>
                        <a:pt x="2238" y="139"/>
                      </a:cubicBezTo>
                      <a:cubicBezTo>
                        <a:pt x="2219" y="158"/>
                        <a:pt x="2166" y="185"/>
                        <a:pt x="2166" y="185"/>
                      </a:cubicBezTo>
                      <a:lnTo>
                        <a:pt x="2001" y="185"/>
                      </a:lnTo>
                      <a:cubicBezTo>
                        <a:pt x="1999" y="185"/>
                        <a:pt x="1997" y="184"/>
                        <a:pt x="1995" y="184"/>
                      </a:cubicBezTo>
                      <a:cubicBezTo>
                        <a:pt x="1890" y="184"/>
                        <a:pt x="1903" y="344"/>
                        <a:pt x="1903" y="395"/>
                      </a:cubicBezTo>
                      <a:lnTo>
                        <a:pt x="1903" y="533"/>
                      </a:lnTo>
                      <a:cubicBezTo>
                        <a:pt x="1903" y="566"/>
                        <a:pt x="1817" y="553"/>
                        <a:pt x="1764" y="560"/>
                      </a:cubicBezTo>
                      <a:cubicBezTo>
                        <a:pt x="1763" y="560"/>
                        <a:pt x="1761" y="560"/>
                        <a:pt x="1760" y="560"/>
                      </a:cubicBezTo>
                      <a:cubicBezTo>
                        <a:pt x="1704" y="560"/>
                        <a:pt x="1559" y="448"/>
                        <a:pt x="1501" y="435"/>
                      </a:cubicBezTo>
                      <a:cubicBezTo>
                        <a:pt x="1481" y="428"/>
                        <a:pt x="1460" y="426"/>
                        <a:pt x="1441" y="426"/>
                      </a:cubicBezTo>
                      <a:cubicBezTo>
                        <a:pt x="1402" y="426"/>
                        <a:pt x="1370" y="435"/>
                        <a:pt x="1370" y="435"/>
                      </a:cubicBezTo>
                      <a:cubicBezTo>
                        <a:pt x="1370" y="435"/>
                        <a:pt x="1350" y="422"/>
                        <a:pt x="1297" y="376"/>
                      </a:cubicBezTo>
                      <a:cubicBezTo>
                        <a:pt x="1271" y="353"/>
                        <a:pt x="1229" y="350"/>
                        <a:pt x="1188" y="350"/>
                      </a:cubicBezTo>
                      <a:cubicBezTo>
                        <a:pt x="1168" y="350"/>
                        <a:pt x="1148" y="351"/>
                        <a:pt x="1131" y="351"/>
                      </a:cubicBezTo>
                      <a:cubicBezTo>
                        <a:pt x="1119" y="351"/>
                        <a:pt x="1109" y="350"/>
                        <a:pt x="1100" y="349"/>
                      </a:cubicBezTo>
                      <a:cubicBezTo>
                        <a:pt x="1089" y="348"/>
                        <a:pt x="1077" y="347"/>
                        <a:pt x="1064" y="347"/>
                      </a:cubicBezTo>
                      <a:cubicBezTo>
                        <a:pt x="1031" y="347"/>
                        <a:pt x="997" y="351"/>
                        <a:pt x="977" y="351"/>
                      </a:cubicBezTo>
                      <a:cubicBezTo>
                        <a:pt x="970" y="351"/>
                        <a:pt x="964" y="351"/>
                        <a:pt x="961" y="349"/>
                      </a:cubicBezTo>
                      <a:cubicBezTo>
                        <a:pt x="942" y="343"/>
                        <a:pt x="836" y="283"/>
                        <a:pt x="797" y="231"/>
                      </a:cubicBezTo>
                      <a:cubicBezTo>
                        <a:pt x="786" y="218"/>
                        <a:pt x="772" y="214"/>
                        <a:pt x="757" y="214"/>
                      </a:cubicBezTo>
                      <a:cubicBezTo>
                        <a:pt x="722" y="214"/>
                        <a:pt x="681" y="235"/>
                        <a:pt x="651" y="235"/>
                      </a:cubicBezTo>
                      <a:cubicBezTo>
                        <a:pt x="644" y="235"/>
                        <a:pt x="638" y="233"/>
                        <a:pt x="632" y="231"/>
                      </a:cubicBezTo>
                      <a:cubicBezTo>
                        <a:pt x="629" y="230"/>
                        <a:pt x="626" y="229"/>
                        <a:pt x="623" y="229"/>
                      </a:cubicBezTo>
                      <a:cubicBezTo>
                        <a:pt x="594" y="229"/>
                        <a:pt x="567" y="283"/>
                        <a:pt x="567" y="283"/>
                      </a:cubicBezTo>
                      <a:cubicBezTo>
                        <a:pt x="567" y="283"/>
                        <a:pt x="461" y="270"/>
                        <a:pt x="448" y="218"/>
                      </a:cubicBezTo>
                      <a:cubicBezTo>
                        <a:pt x="436" y="188"/>
                        <a:pt x="404" y="183"/>
                        <a:pt x="375" y="183"/>
                      </a:cubicBezTo>
                      <a:cubicBezTo>
                        <a:pt x="358" y="183"/>
                        <a:pt x="342" y="185"/>
                        <a:pt x="330" y="185"/>
                      </a:cubicBezTo>
                      <a:cubicBezTo>
                        <a:pt x="310" y="185"/>
                        <a:pt x="238" y="211"/>
                        <a:pt x="178" y="231"/>
                      </a:cubicBezTo>
                      <a:cubicBezTo>
                        <a:pt x="185" y="250"/>
                        <a:pt x="185" y="270"/>
                        <a:pt x="178" y="290"/>
                      </a:cubicBezTo>
                      <a:cubicBezTo>
                        <a:pt x="172" y="428"/>
                        <a:pt x="185" y="553"/>
                        <a:pt x="159" y="672"/>
                      </a:cubicBezTo>
                      <a:cubicBezTo>
                        <a:pt x="126" y="784"/>
                        <a:pt x="80" y="856"/>
                        <a:pt x="60" y="863"/>
                      </a:cubicBezTo>
                      <a:cubicBezTo>
                        <a:pt x="60" y="863"/>
                        <a:pt x="53" y="869"/>
                        <a:pt x="53" y="869"/>
                      </a:cubicBezTo>
                      <a:cubicBezTo>
                        <a:pt x="47" y="869"/>
                        <a:pt x="40" y="876"/>
                        <a:pt x="27" y="876"/>
                      </a:cubicBezTo>
                      <a:cubicBezTo>
                        <a:pt x="27" y="882"/>
                        <a:pt x="20" y="882"/>
                        <a:pt x="14" y="889"/>
                      </a:cubicBezTo>
                      <a:cubicBezTo>
                        <a:pt x="7" y="889"/>
                        <a:pt x="7" y="889"/>
                        <a:pt x="1" y="895"/>
                      </a:cubicBezTo>
                      <a:cubicBezTo>
                        <a:pt x="119" y="895"/>
                        <a:pt x="323" y="895"/>
                        <a:pt x="356" y="889"/>
                      </a:cubicBezTo>
                      <a:cubicBezTo>
                        <a:pt x="365" y="889"/>
                        <a:pt x="390" y="889"/>
                        <a:pt x="425" y="889"/>
                      </a:cubicBezTo>
                      <a:cubicBezTo>
                        <a:pt x="548" y="889"/>
                        <a:pt x="796" y="893"/>
                        <a:pt x="909" y="928"/>
                      </a:cubicBezTo>
                      <a:cubicBezTo>
                        <a:pt x="1054" y="981"/>
                        <a:pt x="1238" y="1080"/>
                        <a:pt x="1304" y="1106"/>
                      </a:cubicBezTo>
                      <a:cubicBezTo>
                        <a:pt x="1370" y="1132"/>
                        <a:pt x="1620" y="1172"/>
                        <a:pt x="1620" y="1172"/>
                      </a:cubicBezTo>
                      <a:cubicBezTo>
                        <a:pt x="1620" y="1172"/>
                        <a:pt x="1692" y="1185"/>
                        <a:pt x="1705" y="1225"/>
                      </a:cubicBezTo>
                      <a:cubicBezTo>
                        <a:pt x="1712" y="1257"/>
                        <a:pt x="2179" y="1606"/>
                        <a:pt x="2232" y="1685"/>
                      </a:cubicBezTo>
                      <a:cubicBezTo>
                        <a:pt x="2291" y="1764"/>
                        <a:pt x="2462" y="1856"/>
                        <a:pt x="2534" y="1856"/>
                      </a:cubicBezTo>
                      <a:cubicBezTo>
                        <a:pt x="2607" y="1856"/>
                        <a:pt x="2837" y="1823"/>
                        <a:pt x="2857" y="1823"/>
                      </a:cubicBezTo>
                      <a:cubicBezTo>
                        <a:pt x="2866" y="1823"/>
                        <a:pt x="2903" y="1815"/>
                        <a:pt x="2938" y="1815"/>
                      </a:cubicBezTo>
                      <a:cubicBezTo>
                        <a:pt x="2982" y="1815"/>
                        <a:pt x="3022" y="1829"/>
                        <a:pt x="2989" y="1896"/>
                      </a:cubicBezTo>
                      <a:cubicBezTo>
                        <a:pt x="2936" y="2008"/>
                        <a:pt x="2857" y="2027"/>
                        <a:pt x="2837" y="2047"/>
                      </a:cubicBezTo>
                      <a:cubicBezTo>
                        <a:pt x="2817" y="2067"/>
                        <a:pt x="2844" y="2120"/>
                        <a:pt x="2817" y="2179"/>
                      </a:cubicBezTo>
                      <a:cubicBezTo>
                        <a:pt x="2791" y="2238"/>
                        <a:pt x="2719" y="2317"/>
                        <a:pt x="2706" y="2343"/>
                      </a:cubicBezTo>
                      <a:cubicBezTo>
                        <a:pt x="2700" y="2353"/>
                        <a:pt x="2692" y="2355"/>
                        <a:pt x="2684" y="2355"/>
                      </a:cubicBezTo>
                      <a:cubicBezTo>
                        <a:pt x="2675" y="2355"/>
                        <a:pt x="2666" y="2351"/>
                        <a:pt x="2664" y="2351"/>
                      </a:cubicBezTo>
                      <a:cubicBezTo>
                        <a:pt x="2661" y="2351"/>
                        <a:pt x="2666" y="2356"/>
                        <a:pt x="2686" y="2376"/>
                      </a:cubicBezTo>
                      <a:cubicBezTo>
                        <a:pt x="2699" y="2390"/>
                        <a:pt x="2712" y="2394"/>
                        <a:pt x="2725" y="2394"/>
                      </a:cubicBezTo>
                      <a:cubicBezTo>
                        <a:pt x="2751" y="2394"/>
                        <a:pt x="2774" y="2374"/>
                        <a:pt x="2786" y="2374"/>
                      </a:cubicBezTo>
                      <a:cubicBezTo>
                        <a:pt x="2788" y="2374"/>
                        <a:pt x="2790" y="2375"/>
                        <a:pt x="2791" y="2376"/>
                      </a:cubicBezTo>
                      <a:cubicBezTo>
                        <a:pt x="2796" y="2380"/>
                        <a:pt x="2804" y="2381"/>
                        <a:pt x="2813" y="2381"/>
                      </a:cubicBezTo>
                      <a:cubicBezTo>
                        <a:pt x="2840" y="2381"/>
                        <a:pt x="2877" y="2370"/>
                        <a:pt x="2877" y="2370"/>
                      </a:cubicBezTo>
                      <a:cubicBezTo>
                        <a:pt x="2877" y="2370"/>
                        <a:pt x="2903" y="2403"/>
                        <a:pt x="2923" y="2435"/>
                      </a:cubicBezTo>
                      <a:cubicBezTo>
                        <a:pt x="2923" y="2442"/>
                        <a:pt x="2942" y="2475"/>
                        <a:pt x="2969" y="2528"/>
                      </a:cubicBezTo>
                      <a:cubicBezTo>
                        <a:pt x="3100" y="2363"/>
                        <a:pt x="3272" y="2185"/>
                        <a:pt x="3370" y="2106"/>
                      </a:cubicBezTo>
                      <a:cubicBezTo>
                        <a:pt x="3377" y="2100"/>
                        <a:pt x="3383" y="2093"/>
                        <a:pt x="3390" y="2087"/>
                      </a:cubicBezTo>
                      <a:cubicBezTo>
                        <a:pt x="3390" y="2087"/>
                        <a:pt x="3397" y="2080"/>
                        <a:pt x="3403" y="2073"/>
                      </a:cubicBezTo>
                      <a:cubicBezTo>
                        <a:pt x="3528" y="1988"/>
                        <a:pt x="3752" y="1804"/>
                        <a:pt x="3759" y="1712"/>
                      </a:cubicBezTo>
                      <a:cubicBezTo>
                        <a:pt x="3772" y="1626"/>
                        <a:pt x="3798" y="1290"/>
                        <a:pt x="3831" y="1211"/>
                      </a:cubicBezTo>
                      <a:cubicBezTo>
                        <a:pt x="3864" y="1132"/>
                        <a:pt x="3877" y="1067"/>
                        <a:pt x="3877" y="1067"/>
                      </a:cubicBezTo>
                      <a:cubicBezTo>
                        <a:pt x="3877" y="1067"/>
                        <a:pt x="3798" y="948"/>
                        <a:pt x="3791" y="922"/>
                      </a:cubicBezTo>
                      <a:cubicBezTo>
                        <a:pt x="3778" y="895"/>
                        <a:pt x="3759" y="764"/>
                        <a:pt x="3759" y="737"/>
                      </a:cubicBezTo>
                      <a:cubicBezTo>
                        <a:pt x="3759" y="718"/>
                        <a:pt x="3759" y="533"/>
                        <a:pt x="3759" y="481"/>
                      </a:cubicBezTo>
                      <a:cubicBezTo>
                        <a:pt x="3765" y="435"/>
                        <a:pt x="3917" y="204"/>
                        <a:pt x="3917" y="204"/>
                      </a:cubicBezTo>
                      <a:cubicBezTo>
                        <a:pt x="3917" y="204"/>
                        <a:pt x="3884" y="171"/>
                        <a:pt x="3844" y="132"/>
                      </a:cubicBezTo>
                      <a:cubicBezTo>
                        <a:pt x="3818" y="106"/>
                        <a:pt x="3785" y="66"/>
                        <a:pt x="3772" y="33"/>
                      </a:cubicBezTo>
                      <a:cubicBezTo>
                        <a:pt x="3669" y="14"/>
                        <a:pt x="3581" y="8"/>
                        <a:pt x="3510" y="8"/>
                      </a:cubicBezTo>
                      <a:cubicBezTo>
                        <a:pt x="3408" y="8"/>
                        <a:pt x="3341" y="22"/>
                        <a:pt x="3318" y="33"/>
                      </a:cubicBezTo>
                      <a:cubicBezTo>
                        <a:pt x="3272" y="53"/>
                        <a:pt x="3179" y="132"/>
                        <a:pt x="3127" y="171"/>
                      </a:cubicBezTo>
                      <a:cubicBezTo>
                        <a:pt x="3108" y="182"/>
                        <a:pt x="3092" y="186"/>
                        <a:pt x="3079" y="186"/>
                      </a:cubicBezTo>
                      <a:cubicBezTo>
                        <a:pt x="3051" y="186"/>
                        <a:pt x="3033" y="169"/>
                        <a:pt x="3015" y="165"/>
                      </a:cubicBezTo>
                      <a:cubicBezTo>
                        <a:pt x="2989" y="158"/>
                        <a:pt x="2962" y="125"/>
                        <a:pt x="2923" y="73"/>
                      </a:cubicBezTo>
                      <a:cubicBezTo>
                        <a:pt x="2883" y="20"/>
                        <a:pt x="2785" y="0"/>
                        <a:pt x="2765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E98AAC"/>
                    </a:solidFill>
                  </a:endParaRPr>
                </a:p>
              </p:txBody>
            </p:sp>
            <p:sp>
              <p:nvSpPr>
                <p:cNvPr id="41" name="Google Shape;1566;p19">
                  <a:extLst>
                    <a:ext uri="{FF2B5EF4-FFF2-40B4-BE49-F238E27FC236}">
                      <a16:creationId xmlns:a16="http://schemas.microsoft.com/office/drawing/2014/main" id="{1A1B6F9D-5D2F-35F0-3F42-E622F876CF46}"/>
                    </a:ext>
                  </a:extLst>
                </p:cNvPr>
                <p:cNvSpPr/>
                <p:nvPr/>
              </p:nvSpPr>
              <p:spPr>
                <a:xfrm>
                  <a:off x="7548950" y="1789975"/>
                  <a:ext cx="510132" cy="745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4" h="6832" extrusionOk="0">
                      <a:moveTo>
                        <a:pt x="1541" y="0"/>
                      </a:moveTo>
                      <a:cubicBezTo>
                        <a:pt x="1548" y="132"/>
                        <a:pt x="1548" y="310"/>
                        <a:pt x="1541" y="402"/>
                      </a:cubicBezTo>
                      <a:cubicBezTo>
                        <a:pt x="1521" y="573"/>
                        <a:pt x="1429" y="909"/>
                        <a:pt x="1376" y="1014"/>
                      </a:cubicBezTo>
                      <a:cubicBezTo>
                        <a:pt x="1317" y="1119"/>
                        <a:pt x="1218" y="1244"/>
                        <a:pt x="1199" y="1336"/>
                      </a:cubicBezTo>
                      <a:cubicBezTo>
                        <a:pt x="1172" y="1428"/>
                        <a:pt x="1172" y="1540"/>
                        <a:pt x="1146" y="1606"/>
                      </a:cubicBezTo>
                      <a:cubicBezTo>
                        <a:pt x="1126" y="1672"/>
                        <a:pt x="1100" y="1725"/>
                        <a:pt x="1041" y="1810"/>
                      </a:cubicBezTo>
                      <a:cubicBezTo>
                        <a:pt x="975" y="1896"/>
                        <a:pt x="896" y="1968"/>
                        <a:pt x="876" y="2021"/>
                      </a:cubicBezTo>
                      <a:cubicBezTo>
                        <a:pt x="856" y="2073"/>
                        <a:pt x="883" y="2100"/>
                        <a:pt x="824" y="2185"/>
                      </a:cubicBezTo>
                      <a:cubicBezTo>
                        <a:pt x="771" y="2271"/>
                        <a:pt x="758" y="2304"/>
                        <a:pt x="692" y="2389"/>
                      </a:cubicBezTo>
                      <a:cubicBezTo>
                        <a:pt x="659" y="2429"/>
                        <a:pt x="633" y="2475"/>
                        <a:pt x="600" y="2521"/>
                      </a:cubicBezTo>
                      <a:cubicBezTo>
                        <a:pt x="560" y="2574"/>
                        <a:pt x="514" y="2626"/>
                        <a:pt x="462" y="2659"/>
                      </a:cubicBezTo>
                      <a:cubicBezTo>
                        <a:pt x="356" y="2725"/>
                        <a:pt x="238" y="2758"/>
                        <a:pt x="198" y="2804"/>
                      </a:cubicBezTo>
                      <a:cubicBezTo>
                        <a:pt x="152" y="2843"/>
                        <a:pt x="119" y="2830"/>
                        <a:pt x="54" y="2936"/>
                      </a:cubicBezTo>
                      <a:cubicBezTo>
                        <a:pt x="34" y="2962"/>
                        <a:pt x="21" y="2982"/>
                        <a:pt x="1" y="2995"/>
                      </a:cubicBezTo>
                      <a:lnTo>
                        <a:pt x="60" y="3133"/>
                      </a:lnTo>
                      <a:cubicBezTo>
                        <a:pt x="60" y="3133"/>
                        <a:pt x="107" y="3130"/>
                        <a:pt x="154" y="3130"/>
                      </a:cubicBezTo>
                      <a:cubicBezTo>
                        <a:pt x="177" y="3130"/>
                        <a:pt x="201" y="3131"/>
                        <a:pt x="218" y="3133"/>
                      </a:cubicBezTo>
                      <a:cubicBezTo>
                        <a:pt x="220" y="3133"/>
                        <a:pt x="222" y="3133"/>
                        <a:pt x="224" y="3133"/>
                      </a:cubicBezTo>
                      <a:cubicBezTo>
                        <a:pt x="252" y="3133"/>
                        <a:pt x="274" y="3105"/>
                        <a:pt x="302" y="3105"/>
                      </a:cubicBezTo>
                      <a:cubicBezTo>
                        <a:pt x="315" y="3105"/>
                        <a:pt x="331" y="3112"/>
                        <a:pt x="350" y="3133"/>
                      </a:cubicBezTo>
                      <a:cubicBezTo>
                        <a:pt x="409" y="3192"/>
                        <a:pt x="527" y="3271"/>
                        <a:pt x="554" y="3317"/>
                      </a:cubicBezTo>
                      <a:cubicBezTo>
                        <a:pt x="587" y="3370"/>
                        <a:pt x="652" y="3482"/>
                        <a:pt x="659" y="3567"/>
                      </a:cubicBezTo>
                      <a:cubicBezTo>
                        <a:pt x="666" y="3646"/>
                        <a:pt x="652" y="3864"/>
                        <a:pt x="659" y="3923"/>
                      </a:cubicBezTo>
                      <a:cubicBezTo>
                        <a:pt x="666" y="3989"/>
                        <a:pt x="659" y="4133"/>
                        <a:pt x="659" y="4133"/>
                      </a:cubicBezTo>
                      <a:cubicBezTo>
                        <a:pt x="659" y="4133"/>
                        <a:pt x="626" y="4449"/>
                        <a:pt x="567" y="4489"/>
                      </a:cubicBezTo>
                      <a:cubicBezTo>
                        <a:pt x="514" y="4535"/>
                        <a:pt x="376" y="4587"/>
                        <a:pt x="409" y="4620"/>
                      </a:cubicBezTo>
                      <a:cubicBezTo>
                        <a:pt x="442" y="4643"/>
                        <a:pt x="476" y="4669"/>
                        <a:pt x="517" y="4669"/>
                      </a:cubicBezTo>
                      <a:cubicBezTo>
                        <a:pt x="524" y="4669"/>
                        <a:pt x="532" y="4669"/>
                        <a:pt x="541" y="4666"/>
                      </a:cubicBezTo>
                      <a:cubicBezTo>
                        <a:pt x="568" y="4659"/>
                        <a:pt x="584" y="4641"/>
                        <a:pt x="592" y="4641"/>
                      </a:cubicBezTo>
                      <a:cubicBezTo>
                        <a:pt x="598" y="4641"/>
                        <a:pt x="600" y="4649"/>
                        <a:pt x="600" y="4673"/>
                      </a:cubicBezTo>
                      <a:cubicBezTo>
                        <a:pt x="600" y="4726"/>
                        <a:pt x="600" y="4765"/>
                        <a:pt x="633" y="4824"/>
                      </a:cubicBezTo>
                      <a:cubicBezTo>
                        <a:pt x="659" y="4890"/>
                        <a:pt x="758" y="4976"/>
                        <a:pt x="778" y="5009"/>
                      </a:cubicBezTo>
                      <a:cubicBezTo>
                        <a:pt x="796" y="5046"/>
                        <a:pt x="880" y="5201"/>
                        <a:pt x="905" y="5201"/>
                      </a:cubicBezTo>
                      <a:cubicBezTo>
                        <a:pt x="907" y="5201"/>
                        <a:pt x="908" y="5201"/>
                        <a:pt x="909" y="5200"/>
                      </a:cubicBezTo>
                      <a:cubicBezTo>
                        <a:pt x="929" y="5180"/>
                        <a:pt x="1001" y="5101"/>
                        <a:pt x="1080" y="5081"/>
                      </a:cubicBezTo>
                      <a:cubicBezTo>
                        <a:pt x="1118" y="5072"/>
                        <a:pt x="1156" y="5065"/>
                        <a:pt x="1190" y="5065"/>
                      </a:cubicBezTo>
                      <a:cubicBezTo>
                        <a:pt x="1227" y="5065"/>
                        <a:pt x="1257" y="5073"/>
                        <a:pt x="1271" y="5094"/>
                      </a:cubicBezTo>
                      <a:cubicBezTo>
                        <a:pt x="1297" y="5140"/>
                        <a:pt x="1317" y="5232"/>
                        <a:pt x="1324" y="5311"/>
                      </a:cubicBezTo>
                      <a:cubicBezTo>
                        <a:pt x="1330" y="5384"/>
                        <a:pt x="1297" y="5483"/>
                        <a:pt x="1278" y="5483"/>
                      </a:cubicBezTo>
                      <a:cubicBezTo>
                        <a:pt x="1265" y="5483"/>
                        <a:pt x="1243" y="5474"/>
                        <a:pt x="1216" y="5474"/>
                      </a:cubicBezTo>
                      <a:cubicBezTo>
                        <a:pt x="1202" y="5474"/>
                        <a:pt x="1188" y="5476"/>
                        <a:pt x="1172" y="5483"/>
                      </a:cubicBezTo>
                      <a:cubicBezTo>
                        <a:pt x="1133" y="5509"/>
                        <a:pt x="1107" y="5476"/>
                        <a:pt x="1080" y="5542"/>
                      </a:cubicBezTo>
                      <a:cubicBezTo>
                        <a:pt x="1061" y="5608"/>
                        <a:pt x="1067" y="5647"/>
                        <a:pt x="1034" y="5713"/>
                      </a:cubicBezTo>
                      <a:cubicBezTo>
                        <a:pt x="995" y="5779"/>
                        <a:pt x="975" y="5831"/>
                        <a:pt x="935" y="5891"/>
                      </a:cubicBezTo>
                      <a:cubicBezTo>
                        <a:pt x="935" y="5891"/>
                        <a:pt x="942" y="5937"/>
                        <a:pt x="962" y="5956"/>
                      </a:cubicBezTo>
                      <a:cubicBezTo>
                        <a:pt x="988" y="5983"/>
                        <a:pt x="1014" y="5956"/>
                        <a:pt x="1028" y="6009"/>
                      </a:cubicBezTo>
                      <a:cubicBezTo>
                        <a:pt x="1047" y="6062"/>
                        <a:pt x="1034" y="6108"/>
                        <a:pt x="1061" y="6134"/>
                      </a:cubicBezTo>
                      <a:cubicBezTo>
                        <a:pt x="1087" y="6160"/>
                        <a:pt x="1166" y="6180"/>
                        <a:pt x="1192" y="6193"/>
                      </a:cubicBezTo>
                      <a:cubicBezTo>
                        <a:pt x="1195" y="6195"/>
                        <a:pt x="1198" y="6196"/>
                        <a:pt x="1201" y="6196"/>
                      </a:cubicBezTo>
                      <a:cubicBezTo>
                        <a:pt x="1210" y="6196"/>
                        <a:pt x="1219" y="6192"/>
                        <a:pt x="1228" y="6192"/>
                      </a:cubicBezTo>
                      <a:cubicBezTo>
                        <a:pt x="1242" y="6192"/>
                        <a:pt x="1255" y="6200"/>
                        <a:pt x="1265" y="6239"/>
                      </a:cubicBezTo>
                      <a:cubicBezTo>
                        <a:pt x="1284" y="6312"/>
                        <a:pt x="1297" y="6332"/>
                        <a:pt x="1297" y="6345"/>
                      </a:cubicBezTo>
                      <a:cubicBezTo>
                        <a:pt x="1291" y="6358"/>
                        <a:pt x="1212" y="6411"/>
                        <a:pt x="1212" y="6443"/>
                      </a:cubicBezTo>
                      <a:cubicBezTo>
                        <a:pt x="1212" y="6476"/>
                        <a:pt x="1284" y="6522"/>
                        <a:pt x="1291" y="6529"/>
                      </a:cubicBezTo>
                      <a:cubicBezTo>
                        <a:pt x="1304" y="6529"/>
                        <a:pt x="1330" y="6542"/>
                        <a:pt x="1344" y="6588"/>
                      </a:cubicBezTo>
                      <a:cubicBezTo>
                        <a:pt x="1357" y="6628"/>
                        <a:pt x="1357" y="6694"/>
                        <a:pt x="1383" y="6733"/>
                      </a:cubicBezTo>
                      <a:cubicBezTo>
                        <a:pt x="1409" y="6772"/>
                        <a:pt x="1455" y="6812"/>
                        <a:pt x="1469" y="6812"/>
                      </a:cubicBezTo>
                      <a:cubicBezTo>
                        <a:pt x="1482" y="6812"/>
                        <a:pt x="1692" y="6832"/>
                        <a:pt x="1692" y="6832"/>
                      </a:cubicBezTo>
                      <a:cubicBezTo>
                        <a:pt x="1692" y="6832"/>
                        <a:pt x="1719" y="6799"/>
                        <a:pt x="1719" y="6740"/>
                      </a:cubicBezTo>
                      <a:cubicBezTo>
                        <a:pt x="1725" y="6680"/>
                        <a:pt x="1738" y="6503"/>
                        <a:pt x="1745" y="6496"/>
                      </a:cubicBezTo>
                      <a:cubicBezTo>
                        <a:pt x="1752" y="6483"/>
                        <a:pt x="1798" y="6450"/>
                        <a:pt x="1791" y="6417"/>
                      </a:cubicBezTo>
                      <a:cubicBezTo>
                        <a:pt x="1784" y="6391"/>
                        <a:pt x="1752" y="6292"/>
                        <a:pt x="1752" y="6279"/>
                      </a:cubicBezTo>
                      <a:cubicBezTo>
                        <a:pt x="1752" y="6266"/>
                        <a:pt x="1765" y="6206"/>
                        <a:pt x="1752" y="6180"/>
                      </a:cubicBezTo>
                      <a:cubicBezTo>
                        <a:pt x="1732" y="6147"/>
                        <a:pt x="1679" y="6042"/>
                        <a:pt x="1679" y="6042"/>
                      </a:cubicBezTo>
                      <a:cubicBezTo>
                        <a:pt x="1679" y="6042"/>
                        <a:pt x="1659" y="5950"/>
                        <a:pt x="1659" y="5891"/>
                      </a:cubicBezTo>
                      <a:cubicBezTo>
                        <a:pt x="1659" y="5831"/>
                        <a:pt x="1686" y="5792"/>
                        <a:pt x="1725" y="5759"/>
                      </a:cubicBezTo>
                      <a:cubicBezTo>
                        <a:pt x="1758" y="5726"/>
                        <a:pt x="1804" y="5706"/>
                        <a:pt x="1824" y="5627"/>
                      </a:cubicBezTo>
                      <a:cubicBezTo>
                        <a:pt x="1844" y="5548"/>
                        <a:pt x="1942" y="5397"/>
                        <a:pt x="1962" y="5311"/>
                      </a:cubicBezTo>
                      <a:cubicBezTo>
                        <a:pt x="1982" y="5226"/>
                        <a:pt x="1988" y="5180"/>
                        <a:pt x="1988" y="5127"/>
                      </a:cubicBezTo>
                      <a:cubicBezTo>
                        <a:pt x="1988" y="5074"/>
                        <a:pt x="2035" y="5015"/>
                        <a:pt x="2067" y="4982"/>
                      </a:cubicBezTo>
                      <a:cubicBezTo>
                        <a:pt x="2094" y="4956"/>
                        <a:pt x="2153" y="4910"/>
                        <a:pt x="2199" y="4877"/>
                      </a:cubicBezTo>
                      <a:cubicBezTo>
                        <a:pt x="2219" y="4864"/>
                        <a:pt x="2232" y="4851"/>
                        <a:pt x="2239" y="4851"/>
                      </a:cubicBezTo>
                      <a:cubicBezTo>
                        <a:pt x="2252" y="4844"/>
                        <a:pt x="2469" y="4791"/>
                        <a:pt x="2568" y="4732"/>
                      </a:cubicBezTo>
                      <a:cubicBezTo>
                        <a:pt x="2660" y="4680"/>
                        <a:pt x="2765" y="4548"/>
                        <a:pt x="2831" y="4515"/>
                      </a:cubicBezTo>
                      <a:cubicBezTo>
                        <a:pt x="2897" y="4476"/>
                        <a:pt x="3002" y="4423"/>
                        <a:pt x="3028" y="4377"/>
                      </a:cubicBezTo>
                      <a:cubicBezTo>
                        <a:pt x="3061" y="4331"/>
                        <a:pt x="3055" y="4298"/>
                        <a:pt x="3120" y="4278"/>
                      </a:cubicBezTo>
                      <a:cubicBezTo>
                        <a:pt x="3169" y="4261"/>
                        <a:pt x="3240" y="4249"/>
                        <a:pt x="3285" y="4249"/>
                      </a:cubicBezTo>
                      <a:cubicBezTo>
                        <a:pt x="3307" y="4249"/>
                        <a:pt x="3322" y="4252"/>
                        <a:pt x="3325" y="4258"/>
                      </a:cubicBezTo>
                      <a:cubicBezTo>
                        <a:pt x="3338" y="4278"/>
                        <a:pt x="3371" y="4311"/>
                        <a:pt x="3371" y="4318"/>
                      </a:cubicBezTo>
                      <a:cubicBezTo>
                        <a:pt x="3376" y="4323"/>
                        <a:pt x="3428" y="4358"/>
                        <a:pt x="3489" y="4358"/>
                      </a:cubicBezTo>
                      <a:cubicBezTo>
                        <a:pt x="3504" y="4358"/>
                        <a:pt x="3520" y="4356"/>
                        <a:pt x="3535" y="4351"/>
                      </a:cubicBezTo>
                      <a:cubicBezTo>
                        <a:pt x="3608" y="4318"/>
                        <a:pt x="3660" y="4272"/>
                        <a:pt x="3706" y="4265"/>
                      </a:cubicBezTo>
                      <a:cubicBezTo>
                        <a:pt x="3729" y="4265"/>
                        <a:pt x="3762" y="4276"/>
                        <a:pt x="3793" y="4276"/>
                      </a:cubicBezTo>
                      <a:cubicBezTo>
                        <a:pt x="3814" y="4276"/>
                        <a:pt x="3835" y="4271"/>
                        <a:pt x="3851" y="4252"/>
                      </a:cubicBezTo>
                      <a:cubicBezTo>
                        <a:pt x="3884" y="4206"/>
                        <a:pt x="3930" y="4160"/>
                        <a:pt x="3937" y="4114"/>
                      </a:cubicBezTo>
                      <a:cubicBezTo>
                        <a:pt x="3950" y="4074"/>
                        <a:pt x="3976" y="4002"/>
                        <a:pt x="3963" y="3969"/>
                      </a:cubicBezTo>
                      <a:cubicBezTo>
                        <a:pt x="3956" y="3936"/>
                        <a:pt x="3937" y="3896"/>
                        <a:pt x="3897" y="3883"/>
                      </a:cubicBezTo>
                      <a:cubicBezTo>
                        <a:pt x="3858" y="3877"/>
                        <a:pt x="3818" y="3857"/>
                        <a:pt x="3798" y="3844"/>
                      </a:cubicBezTo>
                      <a:cubicBezTo>
                        <a:pt x="3785" y="3831"/>
                        <a:pt x="3726" y="3824"/>
                        <a:pt x="3726" y="3778"/>
                      </a:cubicBezTo>
                      <a:cubicBezTo>
                        <a:pt x="3726" y="3725"/>
                        <a:pt x="3706" y="3462"/>
                        <a:pt x="3739" y="3409"/>
                      </a:cubicBezTo>
                      <a:cubicBezTo>
                        <a:pt x="3779" y="3357"/>
                        <a:pt x="3844" y="3324"/>
                        <a:pt x="3871" y="3298"/>
                      </a:cubicBezTo>
                      <a:cubicBezTo>
                        <a:pt x="3904" y="3265"/>
                        <a:pt x="3930" y="3238"/>
                        <a:pt x="3930" y="3199"/>
                      </a:cubicBezTo>
                      <a:cubicBezTo>
                        <a:pt x="3930" y="3159"/>
                        <a:pt x="3917" y="3067"/>
                        <a:pt x="3891" y="3021"/>
                      </a:cubicBezTo>
                      <a:cubicBezTo>
                        <a:pt x="3864" y="2975"/>
                        <a:pt x="3825" y="2916"/>
                        <a:pt x="3818" y="2876"/>
                      </a:cubicBezTo>
                      <a:cubicBezTo>
                        <a:pt x="3812" y="2843"/>
                        <a:pt x="3798" y="2784"/>
                        <a:pt x="3831" y="2732"/>
                      </a:cubicBezTo>
                      <a:cubicBezTo>
                        <a:pt x="3871" y="2679"/>
                        <a:pt x="3877" y="2666"/>
                        <a:pt x="3884" y="2633"/>
                      </a:cubicBezTo>
                      <a:cubicBezTo>
                        <a:pt x="3884" y="2606"/>
                        <a:pt x="3825" y="2554"/>
                        <a:pt x="3818" y="2508"/>
                      </a:cubicBezTo>
                      <a:cubicBezTo>
                        <a:pt x="3805" y="2462"/>
                        <a:pt x="3798" y="2449"/>
                        <a:pt x="3798" y="2449"/>
                      </a:cubicBezTo>
                      <a:cubicBezTo>
                        <a:pt x="3798" y="2449"/>
                        <a:pt x="3884" y="2350"/>
                        <a:pt x="3923" y="2291"/>
                      </a:cubicBezTo>
                      <a:cubicBezTo>
                        <a:pt x="3969" y="2231"/>
                        <a:pt x="4009" y="2166"/>
                        <a:pt x="4009" y="2119"/>
                      </a:cubicBezTo>
                      <a:cubicBezTo>
                        <a:pt x="4009" y="2073"/>
                        <a:pt x="3956" y="2060"/>
                        <a:pt x="4009" y="1981"/>
                      </a:cubicBezTo>
                      <a:cubicBezTo>
                        <a:pt x="4068" y="1909"/>
                        <a:pt x="4141" y="1843"/>
                        <a:pt x="4141" y="1843"/>
                      </a:cubicBezTo>
                      <a:cubicBezTo>
                        <a:pt x="4141" y="1843"/>
                        <a:pt x="4272" y="1830"/>
                        <a:pt x="4345" y="1777"/>
                      </a:cubicBezTo>
                      <a:cubicBezTo>
                        <a:pt x="4410" y="1725"/>
                        <a:pt x="4470" y="1692"/>
                        <a:pt x="4509" y="1652"/>
                      </a:cubicBezTo>
                      <a:cubicBezTo>
                        <a:pt x="4549" y="1613"/>
                        <a:pt x="4641" y="1547"/>
                        <a:pt x="4661" y="1468"/>
                      </a:cubicBezTo>
                      <a:cubicBezTo>
                        <a:pt x="4661" y="1448"/>
                        <a:pt x="4667" y="1422"/>
                        <a:pt x="4674" y="1389"/>
                      </a:cubicBezTo>
                      <a:cubicBezTo>
                        <a:pt x="4661" y="1382"/>
                        <a:pt x="4647" y="1382"/>
                        <a:pt x="4641" y="1376"/>
                      </a:cubicBezTo>
                      <a:cubicBezTo>
                        <a:pt x="4628" y="1363"/>
                        <a:pt x="4476" y="1297"/>
                        <a:pt x="4424" y="1290"/>
                      </a:cubicBezTo>
                      <a:lnTo>
                        <a:pt x="4391" y="1290"/>
                      </a:lnTo>
                      <a:cubicBezTo>
                        <a:pt x="4391" y="1290"/>
                        <a:pt x="4384" y="1290"/>
                        <a:pt x="4378" y="1284"/>
                      </a:cubicBezTo>
                      <a:lnTo>
                        <a:pt x="4338" y="1284"/>
                      </a:lnTo>
                      <a:cubicBezTo>
                        <a:pt x="4325" y="1277"/>
                        <a:pt x="4318" y="1277"/>
                        <a:pt x="4312" y="1277"/>
                      </a:cubicBezTo>
                      <a:lnTo>
                        <a:pt x="4292" y="1277"/>
                      </a:lnTo>
                      <a:cubicBezTo>
                        <a:pt x="4285" y="1277"/>
                        <a:pt x="4272" y="1270"/>
                        <a:pt x="4266" y="1270"/>
                      </a:cubicBezTo>
                      <a:cubicBezTo>
                        <a:pt x="4239" y="1270"/>
                        <a:pt x="4206" y="1264"/>
                        <a:pt x="4180" y="1264"/>
                      </a:cubicBezTo>
                      <a:lnTo>
                        <a:pt x="4174" y="1264"/>
                      </a:lnTo>
                      <a:cubicBezTo>
                        <a:pt x="4154" y="1257"/>
                        <a:pt x="4141" y="1257"/>
                        <a:pt x="4127" y="1257"/>
                      </a:cubicBezTo>
                      <a:cubicBezTo>
                        <a:pt x="4121" y="1251"/>
                        <a:pt x="4114" y="1251"/>
                        <a:pt x="4108" y="1251"/>
                      </a:cubicBezTo>
                      <a:lnTo>
                        <a:pt x="4075" y="1251"/>
                      </a:lnTo>
                      <a:cubicBezTo>
                        <a:pt x="4068" y="1251"/>
                        <a:pt x="3917" y="1192"/>
                        <a:pt x="3917" y="1192"/>
                      </a:cubicBezTo>
                      <a:cubicBezTo>
                        <a:pt x="3917" y="1192"/>
                        <a:pt x="3660" y="1053"/>
                        <a:pt x="3601" y="1027"/>
                      </a:cubicBezTo>
                      <a:cubicBezTo>
                        <a:pt x="3545" y="1005"/>
                        <a:pt x="3485" y="963"/>
                        <a:pt x="3423" y="963"/>
                      </a:cubicBezTo>
                      <a:cubicBezTo>
                        <a:pt x="3412" y="963"/>
                        <a:pt x="3401" y="965"/>
                        <a:pt x="3390" y="968"/>
                      </a:cubicBezTo>
                      <a:cubicBezTo>
                        <a:pt x="3311" y="994"/>
                        <a:pt x="3292" y="987"/>
                        <a:pt x="3246" y="1040"/>
                      </a:cubicBezTo>
                      <a:cubicBezTo>
                        <a:pt x="3199" y="1086"/>
                        <a:pt x="3081" y="1145"/>
                        <a:pt x="3081" y="1145"/>
                      </a:cubicBezTo>
                      <a:cubicBezTo>
                        <a:pt x="3081" y="1145"/>
                        <a:pt x="3055" y="1086"/>
                        <a:pt x="3042" y="1080"/>
                      </a:cubicBezTo>
                      <a:cubicBezTo>
                        <a:pt x="3028" y="1080"/>
                        <a:pt x="2916" y="1119"/>
                        <a:pt x="2916" y="1119"/>
                      </a:cubicBezTo>
                      <a:lnTo>
                        <a:pt x="2897" y="1126"/>
                      </a:lnTo>
                      <a:cubicBezTo>
                        <a:pt x="2897" y="1126"/>
                        <a:pt x="2831" y="1093"/>
                        <a:pt x="2831" y="1066"/>
                      </a:cubicBezTo>
                      <a:cubicBezTo>
                        <a:pt x="2837" y="1047"/>
                        <a:pt x="2837" y="981"/>
                        <a:pt x="2844" y="961"/>
                      </a:cubicBezTo>
                      <a:cubicBezTo>
                        <a:pt x="2844" y="941"/>
                        <a:pt x="2699" y="632"/>
                        <a:pt x="2647" y="560"/>
                      </a:cubicBezTo>
                      <a:cubicBezTo>
                        <a:pt x="2587" y="481"/>
                        <a:pt x="2436" y="257"/>
                        <a:pt x="2397" y="257"/>
                      </a:cubicBezTo>
                      <a:cubicBezTo>
                        <a:pt x="2394" y="257"/>
                        <a:pt x="2391" y="256"/>
                        <a:pt x="2388" y="256"/>
                      </a:cubicBezTo>
                      <a:cubicBezTo>
                        <a:pt x="2346" y="256"/>
                        <a:pt x="2270" y="298"/>
                        <a:pt x="2252" y="323"/>
                      </a:cubicBezTo>
                      <a:cubicBezTo>
                        <a:pt x="2236" y="349"/>
                        <a:pt x="2208" y="375"/>
                        <a:pt x="2187" y="375"/>
                      </a:cubicBezTo>
                      <a:cubicBezTo>
                        <a:pt x="2182" y="375"/>
                        <a:pt x="2177" y="373"/>
                        <a:pt x="2173" y="369"/>
                      </a:cubicBezTo>
                      <a:cubicBezTo>
                        <a:pt x="2153" y="349"/>
                        <a:pt x="2081" y="224"/>
                        <a:pt x="2067" y="211"/>
                      </a:cubicBezTo>
                      <a:cubicBezTo>
                        <a:pt x="2048" y="204"/>
                        <a:pt x="1890" y="106"/>
                        <a:pt x="1863" y="99"/>
                      </a:cubicBezTo>
                      <a:lnTo>
                        <a:pt x="1857" y="99"/>
                      </a:lnTo>
                      <a:cubicBezTo>
                        <a:pt x="1837" y="92"/>
                        <a:pt x="1784" y="73"/>
                        <a:pt x="1719" y="53"/>
                      </a:cubicBezTo>
                      <a:cubicBezTo>
                        <a:pt x="1712" y="53"/>
                        <a:pt x="1705" y="46"/>
                        <a:pt x="1692" y="46"/>
                      </a:cubicBezTo>
                      <a:cubicBezTo>
                        <a:pt x="1686" y="46"/>
                        <a:pt x="1679" y="40"/>
                        <a:pt x="1666" y="40"/>
                      </a:cubicBezTo>
                      <a:cubicBezTo>
                        <a:pt x="1646" y="33"/>
                        <a:pt x="1627" y="27"/>
                        <a:pt x="1607" y="20"/>
                      </a:cubicBezTo>
                      <a:cubicBezTo>
                        <a:pt x="1600" y="20"/>
                        <a:pt x="1594" y="13"/>
                        <a:pt x="1587" y="13"/>
                      </a:cubicBezTo>
                      <a:cubicBezTo>
                        <a:pt x="1574" y="7"/>
                        <a:pt x="1561" y="7"/>
                        <a:pt x="1541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1567;p19">
                  <a:extLst>
                    <a:ext uri="{FF2B5EF4-FFF2-40B4-BE49-F238E27FC236}">
                      <a16:creationId xmlns:a16="http://schemas.microsoft.com/office/drawing/2014/main" id="{CFBC5DEB-44B0-1A88-C582-F86772379091}"/>
                    </a:ext>
                  </a:extLst>
                </p:cNvPr>
                <p:cNvSpPr/>
                <p:nvPr/>
              </p:nvSpPr>
              <p:spPr>
                <a:xfrm>
                  <a:off x="7331321" y="2856732"/>
                  <a:ext cx="877178" cy="70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37" h="6432" extrusionOk="0">
                      <a:moveTo>
                        <a:pt x="5076" y="1"/>
                      </a:moveTo>
                      <a:cubicBezTo>
                        <a:pt x="4992" y="1"/>
                        <a:pt x="4851" y="12"/>
                        <a:pt x="4799" y="26"/>
                      </a:cubicBezTo>
                      <a:cubicBezTo>
                        <a:pt x="4726" y="46"/>
                        <a:pt x="4535" y="217"/>
                        <a:pt x="4535" y="217"/>
                      </a:cubicBezTo>
                      <a:lnTo>
                        <a:pt x="4437" y="269"/>
                      </a:lnTo>
                      <a:lnTo>
                        <a:pt x="4410" y="289"/>
                      </a:lnTo>
                      <a:cubicBezTo>
                        <a:pt x="4410" y="289"/>
                        <a:pt x="4239" y="335"/>
                        <a:pt x="4187" y="368"/>
                      </a:cubicBezTo>
                      <a:cubicBezTo>
                        <a:pt x="4134" y="401"/>
                        <a:pt x="4055" y="460"/>
                        <a:pt x="4029" y="487"/>
                      </a:cubicBezTo>
                      <a:cubicBezTo>
                        <a:pt x="4002" y="520"/>
                        <a:pt x="3805" y="684"/>
                        <a:pt x="3792" y="704"/>
                      </a:cubicBezTo>
                      <a:cubicBezTo>
                        <a:pt x="3774" y="722"/>
                        <a:pt x="3652" y="751"/>
                        <a:pt x="3605" y="751"/>
                      </a:cubicBezTo>
                      <a:cubicBezTo>
                        <a:pt x="3601" y="751"/>
                        <a:pt x="3597" y="750"/>
                        <a:pt x="3594" y="750"/>
                      </a:cubicBezTo>
                      <a:cubicBezTo>
                        <a:pt x="3568" y="750"/>
                        <a:pt x="3607" y="684"/>
                        <a:pt x="3627" y="625"/>
                      </a:cubicBezTo>
                      <a:cubicBezTo>
                        <a:pt x="3647" y="559"/>
                        <a:pt x="3673" y="572"/>
                        <a:pt x="3680" y="546"/>
                      </a:cubicBezTo>
                      <a:cubicBezTo>
                        <a:pt x="3680" y="546"/>
                        <a:pt x="3601" y="533"/>
                        <a:pt x="3561" y="533"/>
                      </a:cubicBezTo>
                      <a:cubicBezTo>
                        <a:pt x="3535" y="533"/>
                        <a:pt x="3520" y="553"/>
                        <a:pt x="3500" y="553"/>
                      </a:cubicBezTo>
                      <a:cubicBezTo>
                        <a:pt x="3490" y="553"/>
                        <a:pt x="3478" y="548"/>
                        <a:pt x="3463" y="533"/>
                      </a:cubicBezTo>
                      <a:cubicBezTo>
                        <a:pt x="3410" y="487"/>
                        <a:pt x="3377" y="447"/>
                        <a:pt x="3364" y="434"/>
                      </a:cubicBezTo>
                      <a:cubicBezTo>
                        <a:pt x="3351" y="414"/>
                        <a:pt x="3259" y="348"/>
                        <a:pt x="3259" y="348"/>
                      </a:cubicBezTo>
                      <a:cubicBezTo>
                        <a:pt x="3259" y="348"/>
                        <a:pt x="3199" y="441"/>
                        <a:pt x="3206" y="467"/>
                      </a:cubicBezTo>
                      <a:cubicBezTo>
                        <a:pt x="3219" y="487"/>
                        <a:pt x="3232" y="520"/>
                        <a:pt x="3252" y="552"/>
                      </a:cubicBezTo>
                      <a:cubicBezTo>
                        <a:pt x="3272" y="585"/>
                        <a:pt x="3298" y="618"/>
                        <a:pt x="3278" y="631"/>
                      </a:cubicBezTo>
                      <a:cubicBezTo>
                        <a:pt x="3264" y="641"/>
                        <a:pt x="3257" y="650"/>
                        <a:pt x="3240" y="650"/>
                      </a:cubicBezTo>
                      <a:cubicBezTo>
                        <a:pt x="3233" y="650"/>
                        <a:pt x="3224" y="648"/>
                        <a:pt x="3212" y="645"/>
                      </a:cubicBezTo>
                      <a:cubicBezTo>
                        <a:pt x="3166" y="638"/>
                        <a:pt x="3114" y="618"/>
                        <a:pt x="3101" y="618"/>
                      </a:cubicBezTo>
                      <a:cubicBezTo>
                        <a:pt x="3087" y="618"/>
                        <a:pt x="3074" y="612"/>
                        <a:pt x="3059" y="612"/>
                      </a:cubicBezTo>
                      <a:cubicBezTo>
                        <a:pt x="3052" y="612"/>
                        <a:pt x="3044" y="614"/>
                        <a:pt x="3035" y="618"/>
                      </a:cubicBezTo>
                      <a:cubicBezTo>
                        <a:pt x="3002" y="625"/>
                        <a:pt x="2936" y="677"/>
                        <a:pt x="2962" y="717"/>
                      </a:cubicBezTo>
                      <a:cubicBezTo>
                        <a:pt x="2982" y="756"/>
                        <a:pt x="3041" y="809"/>
                        <a:pt x="3028" y="835"/>
                      </a:cubicBezTo>
                      <a:cubicBezTo>
                        <a:pt x="3022" y="855"/>
                        <a:pt x="2949" y="914"/>
                        <a:pt x="2956" y="934"/>
                      </a:cubicBezTo>
                      <a:cubicBezTo>
                        <a:pt x="2962" y="960"/>
                        <a:pt x="2989" y="993"/>
                        <a:pt x="3008" y="1039"/>
                      </a:cubicBezTo>
                      <a:cubicBezTo>
                        <a:pt x="3028" y="1085"/>
                        <a:pt x="3068" y="1125"/>
                        <a:pt x="3074" y="1132"/>
                      </a:cubicBezTo>
                      <a:cubicBezTo>
                        <a:pt x="3074" y="1145"/>
                        <a:pt x="3107" y="1184"/>
                        <a:pt x="3074" y="1211"/>
                      </a:cubicBezTo>
                      <a:cubicBezTo>
                        <a:pt x="3041" y="1237"/>
                        <a:pt x="3028" y="1250"/>
                        <a:pt x="2956" y="1270"/>
                      </a:cubicBezTo>
                      <a:cubicBezTo>
                        <a:pt x="2883" y="1283"/>
                        <a:pt x="2818" y="1296"/>
                        <a:pt x="2804" y="1296"/>
                      </a:cubicBezTo>
                      <a:cubicBezTo>
                        <a:pt x="2800" y="1296"/>
                        <a:pt x="2790" y="1295"/>
                        <a:pt x="2778" y="1295"/>
                      </a:cubicBezTo>
                      <a:cubicBezTo>
                        <a:pt x="2753" y="1295"/>
                        <a:pt x="2721" y="1298"/>
                        <a:pt x="2712" y="1316"/>
                      </a:cubicBezTo>
                      <a:cubicBezTo>
                        <a:pt x="2699" y="1342"/>
                        <a:pt x="2679" y="1382"/>
                        <a:pt x="2679" y="1447"/>
                      </a:cubicBezTo>
                      <a:cubicBezTo>
                        <a:pt x="2679" y="1513"/>
                        <a:pt x="2712" y="1520"/>
                        <a:pt x="2679" y="1573"/>
                      </a:cubicBezTo>
                      <a:cubicBezTo>
                        <a:pt x="2646" y="1619"/>
                        <a:pt x="2614" y="1605"/>
                        <a:pt x="2627" y="1645"/>
                      </a:cubicBezTo>
                      <a:cubicBezTo>
                        <a:pt x="2640" y="1684"/>
                        <a:pt x="2627" y="1711"/>
                        <a:pt x="2679" y="1770"/>
                      </a:cubicBezTo>
                      <a:cubicBezTo>
                        <a:pt x="2732" y="1829"/>
                        <a:pt x="2765" y="1869"/>
                        <a:pt x="2791" y="1921"/>
                      </a:cubicBezTo>
                      <a:cubicBezTo>
                        <a:pt x="2818" y="1974"/>
                        <a:pt x="2857" y="2040"/>
                        <a:pt x="2831" y="2066"/>
                      </a:cubicBezTo>
                      <a:cubicBezTo>
                        <a:pt x="2798" y="2086"/>
                        <a:pt x="2745" y="2106"/>
                        <a:pt x="2719" y="2139"/>
                      </a:cubicBezTo>
                      <a:cubicBezTo>
                        <a:pt x="2693" y="2171"/>
                        <a:pt x="2614" y="2231"/>
                        <a:pt x="2594" y="2277"/>
                      </a:cubicBezTo>
                      <a:cubicBezTo>
                        <a:pt x="2567" y="2323"/>
                        <a:pt x="2515" y="2369"/>
                        <a:pt x="2561" y="2408"/>
                      </a:cubicBezTo>
                      <a:cubicBezTo>
                        <a:pt x="2600" y="2448"/>
                        <a:pt x="2640" y="2441"/>
                        <a:pt x="2660" y="2454"/>
                      </a:cubicBezTo>
                      <a:cubicBezTo>
                        <a:pt x="2686" y="2468"/>
                        <a:pt x="2699" y="2540"/>
                        <a:pt x="2693" y="2553"/>
                      </a:cubicBezTo>
                      <a:cubicBezTo>
                        <a:pt x="2679" y="2573"/>
                        <a:pt x="2646" y="2612"/>
                        <a:pt x="2646" y="2645"/>
                      </a:cubicBezTo>
                      <a:cubicBezTo>
                        <a:pt x="2653" y="2678"/>
                        <a:pt x="2679" y="2744"/>
                        <a:pt x="2679" y="2770"/>
                      </a:cubicBezTo>
                      <a:cubicBezTo>
                        <a:pt x="2686" y="2797"/>
                        <a:pt x="2719" y="2830"/>
                        <a:pt x="2693" y="2862"/>
                      </a:cubicBezTo>
                      <a:cubicBezTo>
                        <a:pt x="2666" y="2902"/>
                        <a:pt x="2640" y="2928"/>
                        <a:pt x="2581" y="2968"/>
                      </a:cubicBezTo>
                      <a:cubicBezTo>
                        <a:pt x="2528" y="3007"/>
                        <a:pt x="2449" y="3066"/>
                        <a:pt x="2416" y="3080"/>
                      </a:cubicBezTo>
                      <a:cubicBezTo>
                        <a:pt x="2393" y="3085"/>
                        <a:pt x="2294" y="3157"/>
                        <a:pt x="2239" y="3157"/>
                      </a:cubicBezTo>
                      <a:cubicBezTo>
                        <a:pt x="2231" y="3157"/>
                        <a:pt x="2224" y="3155"/>
                        <a:pt x="2219" y="3152"/>
                      </a:cubicBezTo>
                      <a:cubicBezTo>
                        <a:pt x="2173" y="3126"/>
                        <a:pt x="2080" y="3093"/>
                        <a:pt x="2048" y="3080"/>
                      </a:cubicBezTo>
                      <a:cubicBezTo>
                        <a:pt x="2029" y="3071"/>
                        <a:pt x="1992" y="3055"/>
                        <a:pt x="1954" y="3055"/>
                      </a:cubicBezTo>
                      <a:cubicBezTo>
                        <a:pt x="1937" y="3055"/>
                        <a:pt x="1919" y="3058"/>
                        <a:pt x="1903" y="3066"/>
                      </a:cubicBezTo>
                      <a:cubicBezTo>
                        <a:pt x="1869" y="3079"/>
                        <a:pt x="1833" y="3084"/>
                        <a:pt x="1806" y="3084"/>
                      </a:cubicBezTo>
                      <a:cubicBezTo>
                        <a:pt x="1791" y="3084"/>
                        <a:pt x="1778" y="3082"/>
                        <a:pt x="1771" y="3080"/>
                      </a:cubicBezTo>
                      <a:cubicBezTo>
                        <a:pt x="1763" y="3074"/>
                        <a:pt x="1739" y="3072"/>
                        <a:pt x="1711" y="3072"/>
                      </a:cubicBezTo>
                      <a:cubicBezTo>
                        <a:pt x="1672" y="3072"/>
                        <a:pt x="1624" y="3076"/>
                        <a:pt x="1593" y="3080"/>
                      </a:cubicBezTo>
                      <a:cubicBezTo>
                        <a:pt x="1547" y="3086"/>
                        <a:pt x="1521" y="3093"/>
                        <a:pt x="1482" y="3113"/>
                      </a:cubicBezTo>
                      <a:cubicBezTo>
                        <a:pt x="1435" y="3139"/>
                        <a:pt x="1370" y="3178"/>
                        <a:pt x="1343" y="3198"/>
                      </a:cubicBezTo>
                      <a:cubicBezTo>
                        <a:pt x="1324" y="3224"/>
                        <a:pt x="1324" y="3231"/>
                        <a:pt x="1258" y="3231"/>
                      </a:cubicBezTo>
                      <a:cubicBezTo>
                        <a:pt x="1185" y="3231"/>
                        <a:pt x="1113" y="3185"/>
                        <a:pt x="1093" y="3185"/>
                      </a:cubicBezTo>
                      <a:cubicBezTo>
                        <a:pt x="1067" y="3185"/>
                        <a:pt x="968" y="3231"/>
                        <a:pt x="948" y="3231"/>
                      </a:cubicBezTo>
                      <a:cubicBezTo>
                        <a:pt x="929" y="3231"/>
                        <a:pt x="804" y="3264"/>
                        <a:pt x="725" y="3284"/>
                      </a:cubicBezTo>
                      <a:cubicBezTo>
                        <a:pt x="652" y="3303"/>
                        <a:pt x="534" y="3303"/>
                        <a:pt x="501" y="3336"/>
                      </a:cubicBezTo>
                      <a:cubicBezTo>
                        <a:pt x="461" y="3369"/>
                        <a:pt x="415" y="3461"/>
                        <a:pt x="396" y="3507"/>
                      </a:cubicBezTo>
                      <a:cubicBezTo>
                        <a:pt x="389" y="3527"/>
                        <a:pt x="389" y="3554"/>
                        <a:pt x="376" y="3573"/>
                      </a:cubicBezTo>
                      <a:cubicBezTo>
                        <a:pt x="376" y="3580"/>
                        <a:pt x="376" y="3580"/>
                        <a:pt x="376" y="3586"/>
                      </a:cubicBezTo>
                      <a:cubicBezTo>
                        <a:pt x="369" y="3593"/>
                        <a:pt x="369" y="3600"/>
                        <a:pt x="363" y="3613"/>
                      </a:cubicBezTo>
                      <a:cubicBezTo>
                        <a:pt x="363" y="3613"/>
                        <a:pt x="363" y="3619"/>
                        <a:pt x="356" y="3619"/>
                      </a:cubicBezTo>
                      <a:cubicBezTo>
                        <a:pt x="356" y="3626"/>
                        <a:pt x="356" y="3626"/>
                        <a:pt x="350" y="3632"/>
                      </a:cubicBezTo>
                      <a:cubicBezTo>
                        <a:pt x="350" y="3632"/>
                        <a:pt x="350" y="3632"/>
                        <a:pt x="343" y="3639"/>
                      </a:cubicBezTo>
                      <a:cubicBezTo>
                        <a:pt x="343" y="3639"/>
                        <a:pt x="336" y="3646"/>
                        <a:pt x="336" y="3646"/>
                      </a:cubicBezTo>
                      <a:cubicBezTo>
                        <a:pt x="290" y="3685"/>
                        <a:pt x="178" y="3711"/>
                        <a:pt x="159" y="3777"/>
                      </a:cubicBezTo>
                      <a:cubicBezTo>
                        <a:pt x="146" y="3823"/>
                        <a:pt x="159" y="3869"/>
                        <a:pt x="139" y="3915"/>
                      </a:cubicBezTo>
                      <a:cubicBezTo>
                        <a:pt x="132" y="3929"/>
                        <a:pt x="126" y="3942"/>
                        <a:pt x="113" y="3955"/>
                      </a:cubicBezTo>
                      <a:cubicBezTo>
                        <a:pt x="47" y="4008"/>
                        <a:pt x="1" y="4027"/>
                        <a:pt x="1" y="4067"/>
                      </a:cubicBezTo>
                      <a:cubicBezTo>
                        <a:pt x="1" y="4106"/>
                        <a:pt x="27" y="4212"/>
                        <a:pt x="27" y="4238"/>
                      </a:cubicBezTo>
                      <a:cubicBezTo>
                        <a:pt x="27" y="4258"/>
                        <a:pt x="40" y="4363"/>
                        <a:pt x="40" y="4363"/>
                      </a:cubicBezTo>
                      <a:cubicBezTo>
                        <a:pt x="40" y="4356"/>
                        <a:pt x="40" y="4356"/>
                        <a:pt x="47" y="4356"/>
                      </a:cubicBezTo>
                      <a:cubicBezTo>
                        <a:pt x="47" y="4356"/>
                        <a:pt x="53" y="4350"/>
                        <a:pt x="53" y="4350"/>
                      </a:cubicBezTo>
                      <a:cubicBezTo>
                        <a:pt x="60" y="4343"/>
                        <a:pt x="60" y="4343"/>
                        <a:pt x="67" y="4337"/>
                      </a:cubicBezTo>
                      <a:cubicBezTo>
                        <a:pt x="73" y="4337"/>
                        <a:pt x="73" y="4330"/>
                        <a:pt x="80" y="4330"/>
                      </a:cubicBezTo>
                      <a:cubicBezTo>
                        <a:pt x="86" y="4324"/>
                        <a:pt x="99" y="4317"/>
                        <a:pt x="113" y="4304"/>
                      </a:cubicBezTo>
                      <a:cubicBezTo>
                        <a:pt x="113" y="4304"/>
                        <a:pt x="119" y="4297"/>
                        <a:pt x="126" y="4297"/>
                      </a:cubicBezTo>
                      <a:cubicBezTo>
                        <a:pt x="126" y="4291"/>
                        <a:pt x="126" y="4291"/>
                        <a:pt x="126" y="4291"/>
                      </a:cubicBezTo>
                      <a:cubicBezTo>
                        <a:pt x="139" y="4284"/>
                        <a:pt x="146" y="4277"/>
                        <a:pt x="152" y="4277"/>
                      </a:cubicBezTo>
                      <a:cubicBezTo>
                        <a:pt x="159" y="4264"/>
                        <a:pt x="172" y="4258"/>
                        <a:pt x="185" y="4245"/>
                      </a:cubicBezTo>
                      <a:cubicBezTo>
                        <a:pt x="192" y="4238"/>
                        <a:pt x="205" y="4231"/>
                        <a:pt x="211" y="4225"/>
                      </a:cubicBezTo>
                      <a:cubicBezTo>
                        <a:pt x="225" y="4218"/>
                        <a:pt x="231" y="4212"/>
                        <a:pt x="244" y="4205"/>
                      </a:cubicBezTo>
                      <a:cubicBezTo>
                        <a:pt x="244" y="4198"/>
                        <a:pt x="251" y="4198"/>
                        <a:pt x="251" y="4198"/>
                      </a:cubicBezTo>
                      <a:cubicBezTo>
                        <a:pt x="271" y="4185"/>
                        <a:pt x="277" y="4179"/>
                        <a:pt x="290" y="4172"/>
                      </a:cubicBezTo>
                      <a:cubicBezTo>
                        <a:pt x="330" y="4152"/>
                        <a:pt x="369" y="4113"/>
                        <a:pt x="389" y="4113"/>
                      </a:cubicBezTo>
                      <a:cubicBezTo>
                        <a:pt x="409" y="4113"/>
                        <a:pt x="508" y="4126"/>
                        <a:pt x="527" y="4152"/>
                      </a:cubicBezTo>
                      <a:cubicBezTo>
                        <a:pt x="540" y="4179"/>
                        <a:pt x="652" y="4238"/>
                        <a:pt x="698" y="4238"/>
                      </a:cubicBezTo>
                      <a:cubicBezTo>
                        <a:pt x="729" y="4238"/>
                        <a:pt x="780" y="4241"/>
                        <a:pt x="821" y="4241"/>
                      </a:cubicBezTo>
                      <a:cubicBezTo>
                        <a:pt x="841" y="4241"/>
                        <a:pt x="859" y="4240"/>
                        <a:pt x="869" y="4238"/>
                      </a:cubicBezTo>
                      <a:cubicBezTo>
                        <a:pt x="909" y="4231"/>
                        <a:pt x="1021" y="4192"/>
                        <a:pt x="1074" y="4192"/>
                      </a:cubicBezTo>
                      <a:cubicBezTo>
                        <a:pt x="1120" y="4192"/>
                        <a:pt x="1238" y="4212"/>
                        <a:pt x="1238" y="4212"/>
                      </a:cubicBezTo>
                      <a:cubicBezTo>
                        <a:pt x="1238" y="4212"/>
                        <a:pt x="1240" y="4210"/>
                        <a:pt x="1243" y="4210"/>
                      </a:cubicBezTo>
                      <a:cubicBezTo>
                        <a:pt x="1250" y="4210"/>
                        <a:pt x="1260" y="4216"/>
                        <a:pt x="1264" y="4251"/>
                      </a:cubicBezTo>
                      <a:cubicBezTo>
                        <a:pt x="1271" y="4304"/>
                        <a:pt x="1278" y="4356"/>
                        <a:pt x="1284" y="4396"/>
                      </a:cubicBezTo>
                      <a:cubicBezTo>
                        <a:pt x="1284" y="4427"/>
                        <a:pt x="1296" y="4495"/>
                        <a:pt x="1315" y="4495"/>
                      </a:cubicBezTo>
                      <a:cubicBezTo>
                        <a:pt x="1315" y="4495"/>
                        <a:pt x="1316" y="4495"/>
                        <a:pt x="1317" y="4495"/>
                      </a:cubicBezTo>
                      <a:cubicBezTo>
                        <a:pt x="1330" y="4488"/>
                        <a:pt x="1416" y="4435"/>
                        <a:pt x="1416" y="4435"/>
                      </a:cubicBezTo>
                      <a:cubicBezTo>
                        <a:pt x="1416" y="4435"/>
                        <a:pt x="1451" y="4408"/>
                        <a:pt x="1472" y="4408"/>
                      </a:cubicBezTo>
                      <a:cubicBezTo>
                        <a:pt x="1480" y="4408"/>
                        <a:pt x="1486" y="4411"/>
                        <a:pt x="1488" y="4422"/>
                      </a:cubicBezTo>
                      <a:cubicBezTo>
                        <a:pt x="1488" y="4459"/>
                        <a:pt x="1499" y="4529"/>
                        <a:pt x="1511" y="4529"/>
                      </a:cubicBezTo>
                      <a:cubicBezTo>
                        <a:pt x="1512" y="4529"/>
                        <a:pt x="1513" y="4529"/>
                        <a:pt x="1514" y="4528"/>
                      </a:cubicBezTo>
                      <a:cubicBezTo>
                        <a:pt x="1528" y="4514"/>
                        <a:pt x="1587" y="4455"/>
                        <a:pt x="1587" y="4455"/>
                      </a:cubicBezTo>
                      <a:lnTo>
                        <a:pt x="1626" y="4396"/>
                      </a:lnTo>
                      <a:lnTo>
                        <a:pt x="1659" y="4383"/>
                      </a:lnTo>
                      <a:cubicBezTo>
                        <a:pt x="1659" y="4383"/>
                        <a:pt x="1694" y="4402"/>
                        <a:pt x="1737" y="4402"/>
                      </a:cubicBezTo>
                      <a:cubicBezTo>
                        <a:pt x="1750" y="4402"/>
                        <a:pt x="1764" y="4400"/>
                        <a:pt x="1778" y="4396"/>
                      </a:cubicBezTo>
                      <a:cubicBezTo>
                        <a:pt x="1844" y="4383"/>
                        <a:pt x="2008" y="4383"/>
                        <a:pt x="2015" y="4376"/>
                      </a:cubicBezTo>
                      <a:cubicBezTo>
                        <a:pt x="2028" y="4376"/>
                        <a:pt x="2048" y="4343"/>
                        <a:pt x="2067" y="4343"/>
                      </a:cubicBezTo>
                      <a:cubicBezTo>
                        <a:pt x="2094" y="4343"/>
                        <a:pt x="2173" y="4356"/>
                        <a:pt x="2186" y="4363"/>
                      </a:cubicBezTo>
                      <a:cubicBezTo>
                        <a:pt x="2192" y="4367"/>
                        <a:pt x="2200" y="4368"/>
                        <a:pt x="2209" y="4368"/>
                      </a:cubicBezTo>
                      <a:cubicBezTo>
                        <a:pt x="2230" y="4368"/>
                        <a:pt x="2257" y="4359"/>
                        <a:pt x="2271" y="4350"/>
                      </a:cubicBezTo>
                      <a:cubicBezTo>
                        <a:pt x="2284" y="4343"/>
                        <a:pt x="2278" y="4330"/>
                        <a:pt x="2344" y="4297"/>
                      </a:cubicBezTo>
                      <a:cubicBezTo>
                        <a:pt x="2403" y="4264"/>
                        <a:pt x="2482" y="4251"/>
                        <a:pt x="2489" y="4251"/>
                      </a:cubicBezTo>
                      <a:cubicBezTo>
                        <a:pt x="2495" y="4251"/>
                        <a:pt x="2554" y="4291"/>
                        <a:pt x="2554" y="4291"/>
                      </a:cubicBezTo>
                      <a:cubicBezTo>
                        <a:pt x="2554" y="4291"/>
                        <a:pt x="2567" y="4286"/>
                        <a:pt x="2588" y="4286"/>
                      </a:cubicBezTo>
                      <a:cubicBezTo>
                        <a:pt x="2604" y="4286"/>
                        <a:pt x="2624" y="4289"/>
                        <a:pt x="2646" y="4297"/>
                      </a:cubicBezTo>
                      <a:cubicBezTo>
                        <a:pt x="2693" y="4317"/>
                        <a:pt x="2765" y="4429"/>
                        <a:pt x="2772" y="4449"/>
                      </a:cubicBezTo>
                      <a:cubicBezTo>
                        <a:pt x="2772" y="4468"/>
                        <a:pt x="2699" y="4560"/>
                        <a:pt x="2693" y="4587"/>
                      </a:cubicBezTo>
                      <a:cubicBezTo>
                        <a:pt x="2686" y="4607"/>
                        <a:pt x="2765" y="4653"/>
                        <a:pt x="2785" y="4666"/>
                      </a:cubicBezTo>
                      <a:cubicBezTo>
                        <a:pt x="2804" y="4679"/>
                        <a:pt x="2844" y="4712"/>
                        <a:pt x="2831" y="4764"/>
                      </a:cubicBezTo>
                      <a:cubicBezTo>
                        <a:pt x="2811" y="4824"/>
                        <a:pt x="2824" y="4817"/>
                        <a:pt x="2798" y="4870"/>
                      </a:cubicBezTo>
                      <a:cubicBezTo>
                        <a:pt x="2765" y="4916"/>
                        <a:pt x="2818" y="5094"/>
                        <a:pt x="2844" y="5140"/>
                      </a:cubicBezTo>
                      <a:cubicBezTo>
                        <a:pt x="2864" y="5179"/>
                        <a:pt x="2897" y="5291"/>
                        <a:pt x="2910" y="5298"/>
                      </a:cubicBezTo>
                      <a:cubicBezTo>
                        <a:pt x="2914" y="5300"/>
                        <a:pt x="2921" y="5300"/>
                        <a:pt x="2930" y="5300"/>
                      </a:cubicBezTo>
                      <a:cubicBezTo>
                        <a:pt x="2948" y="5300"/>
                        <a:pt x="2971" y="5298"/>
                        <a:pt x="2989" y="5298"/>
                      </a:cubicBezTo>
                      <a:cubicBezTo>
                        <a:pt x="2992" y="5298"/>
                        <a:pt x="2994" y="5299"/>
                        <a:pt x="2995" y="5299"/>
                      </a:cubicBezTo>
                      <a:cubicBezTo>
                        <a:pt x="3007" y="5299"/>
                        <a:pt x="2984" y="5278"/>
                        <a:pt x="3101" y="5278"/>
                      </a:cubicBezTo>
                      <a:cubicBezTo>
                        <a:pt x="3232" y="5278"/>
                        <a:pt x="3291" y="5344"/>
                        <a:pt x="3291" y="5363"/>
                      </a:cubicBezTo>
                      <a:cubicBezTo>
                        <a:pt x="3291" y="5383"/>
                        <a:pt x="3272" y="5462"/>
                        <a:pt x="3245" y="5488"/>
                      </a:cubicBezTo>
                      <a:cubicBezTo>
                        <a:pt x="3212" y="5515"/>
                        <a:pt x="3153" y="5567"/>
                        <a:pt x="3147" y="5594"/>
                      </a:cubicBezTo>
                      <a:cubicBezTo>
                        <a:pt x="3140" y="5620"/>
                        <a:pt x="3147" y="5692"/>
                        <a:pt x="3153" y="5712"/>
                      </a:cubicBezTo>
                      <a:cubicBezTo>
                        <a:pt x="3160" y="5732"/>
                        <a:pt x="3166" y="5824"/>
                        <a:pt x="3160" y="5844"/>
                      </a:cubicBezTo>
                      <a:cubicBezTo>
                        <a:pt x="3147" y="5864"/>
                        <a:pt x="3140" y="5844"/>
                        <a:pt x="3153" y="5923"/>
                      </a:cubicBezTo>
                      <a:cubicBezTo>
                        <a:pt x="3166" y="5995"/>
                        <a:pt x="3212" y="6068"/>
                        <a:pt x="3226" y="6081"/>
                      </a:cubicBezTo>
                      <a:cubicBezTo>
                        <a:pt x="3245" y="6087"/>
                        <a:pt x="3311" y="6114"/>
                        <a:pt x="3318" y="6166"/>
                      </a:cubicBezTo>
                      <a:cubicBezTo>
                        <a:pt x="3324" y="6212"/>
                        <a:pt x="3344" y="6324"/>
                        <a:pt x="3384" y="6351"/>
                      </a:cubicBezTo>
                      <a:cubicBezTo>
                        <a:pt x="3416" y="6383"/>
                        <a:pt x="3456" y="6390"/>
                        <a:pt x="3482" y="6390"/>
                      </a:cubicBezTo>
                      <a:cubicBezTo>
                        <a:pt x="3505" y="6396"/>
                        <a:pt x="3700" y="6432"/>
                        <a:pt x="3757" y="6432"/>
                      </a:cubicBezTo>
                      <a:cubicBezTo>
                        <a:pt x="3765" y="6432"/>
                        <a:pt x="3770" y="6431"/>
                        <a:pt x="3772" y="6430"/>
                      </a:cubicBezTo>
                      <a:cubicBezTo>
                        <a:pt x="3778" y="6410"/>
                        <a:pt x="3792" y="6410"/>
                        <a:pt x="3811" y="6344"/>
                      </a:cubicBezTo>
                      <a:cubicBezTo>
                        <a:pt x="3838" y="6278"/>
                        <a:pt x="3851" y="6239"/>
                        <a:pt x="3890" y="6226"/>
                      </a:cubicBezTo>
                      <a:cubicBezTo>
                        <a:pt x="3925" y="6211"/>
                        <a:pt x="3922" y="6203"/>
                        <a:pt x="3955" y="6203"/>
                      </a:cubicBezTo>
                      <a:cubicBezTo>
                        <a:pt x="3966" y="6203"/>
                        <a:pt x="3981" y="6204"/>
                        <a:pt x="4002" y="6206"/>
                      </a:cubicBezTo>
                      <a:cubicBezTo>
                        <a:pt x="4081" y="6212"/>
                        <a:pt x="4114" y="6212"/>
                        <a:pt x="4154" y="6212"/>
                      </a:cubicBezTo>
                      <a:cubicBezTo>
                        <a:pt x="4187" y="6206"/>
                        <a:pt x="4246" y="6206"/>
                        <a:pt x="4279" y="6173"/>
                      </a:cubicBezTo>
                      <a:cubicBezTo>
                        <a:pt x="4312" y="6140"/>
                        <a:pt x="4391" y="6081"/>
                        <a:pt x="4391" y="6081"/>
                      </a:cubicBezTo>
                      <a:lnTo>
                        <a:pt x="4489" y="6054"/>
                      </a:lnTo>
                      <a:lnTo>
                        <a:pt x="4575" y="5975"/>
                      </a:lnTo>
                      <a:cubicBezTo>
                        <a:pt x="4575" y="5975"/>
                        <a:pt x="4831" y="5910"/>
                        <a:pt x="4917" y="5890"/>
                      </a:cubicBezTo>
                      <a:cubicBezTo>
                        <a:pt x="4937" y="5890"/>
                        <a:pt x="4957" y="5883"/>
                        <a:pt x="4983" y="5870"/>
                      </a:cubicBezTo>
                      <a:cubicBezTo>
                        <a:pt x="4989" y="5870"/>
                        <a:pt x="4996" y="5870"/>
                        <a:pt x="5003" y="5864"/>
                      </a:cubicBezTo>
                      <a:cubicBezTo>
                        <a:pt x="5029" y="5857"/>
                        <a:pt x="5055" y="5850"/>
                        <a:pt x="5082" y="5837"/>
                      </a:cubicBezTo>
                      <a:cubicBezTo>
                        <a:pt x="5108" y="5831"/>
                        <a:pt x="5134" y="5817"/>
                        <a:pt x="5154" y="5811"/>
                      </a:cubicBezTo>
                      <a:cubicBezTo>
                        <a:pt x="5161" y="5811"/>
                        <a:pt x="5167" y="5804"/>
                        <a:pt x="5174" y="5804"/>
                      </a:cubicBezTo>
                      <a:cubicBezTo>
                        <a:pt x="5220" y="5791"/>
                        <a:pt x="5266" y="5771"/>
                        <a:pt x="5299" y="5765"/>
                      </a:cubicBezTo>
                      <a:cubicBezTo>
                        <a:pt x="5299" y="5758"/>
                        <a:pt x="5305" y="5758"/>
                        <a:pt x="5305" y="5758"/>
                      </a:cubicBezTo>
                      <a:cubicBezTo>
                        <a:pt x="5312" y="5758"/>
                        <a:pt x="5319" y="5758"/>
                        <a:pt x="5325" y="5752"/>
                      </a:cubicBezTo>
                      <a:cubicBezTo>
                        <a:pt x="5336" y="5750"/>
                        <a:pt x="5348" y="5749"/>
                        <a:pt x="5360" y="5749"/>
                      </a:cubicBezTo>
                      <a:cubicBezTo>
                        <a:pt x="5426" y="5749"/>
                        <a:pt x="5512" y="5774"/>
                        <a:pt x="5562" y="5785"/>
                      </a:cubicBezTo>
                      <a:cubicBezTo>
                        <a:pt x="5615" y="5791"/>
                        <a:pt x="5700" y="5824"/>
                        <a:pt x="5733" y="5831"/>
                      </a:cubicBezTo>
                      <a:cubicBezTo>
                        <a:pt x="5759" y="5831"/>
                        <a:pt x="5799" y="5785"/>
                        <a:pt x="5838" y="5719"/>
                      </a:cubicBezTo>
                      <a:cubicBezTo>
                        <a:pt x="5871" y="5660"/>
                        <a:pt x="6181" y="5600"/>
                        <a:pt x="6181" y="5600"/>
                      </a:cubicBezTo>
                      <a:cubicBezTo>
                        <a:pt x="6181" y="5600"/>
                        <a:pt x="6246" y="5587"/>
                        <a:pt x="6266" y="5574"/>
                      </a:cubicBezTo>
                      <a:cubicBezTo>
                        <a:pt x="6293" y="5561"/>
                        <a:pt x="6299" y="5528"/>
                        <a:pt x="6279" y="5469"/>
                      </a:cubicBezTo>
                      <a:cubicBezTo>
                        <a:pt x="6253" y="5403"/>
                        <a:pt x="6293" y="5357"/>
                        <a:pt x="6312" y="5311"/>
                      </a:cubicBezTo>
                      <a:cubicBezTo>
                        <a:pt x="6332" y="5265"/>
                        <a:pt x="6352" y="5199"/>
                        <a:pt x="6365" y="5159"/>
                      </a:cubicBezTo>
                      <a:cubicBezTo>
                        <a:pt x="6385" y="5113"/>
                        <a:pt x="6385" y="5107"/>
                        <a:pt x="6437" y="5008"/>
                      </a:cubicBezTo>
                      <a:cubicBezTo>
                        <a:pt x="6497" y="4916"/>
                        <a:pt x="6529" y="4936"/>
                        <a:pt x="6556" y="4857"/>
                      </a:cubicBezTo>
                      <a:cubicBezTo>
                        <a:pt x="6562" y="4824"/>
                        <a:pt x="6608" y="4791"/>
                        <a:pt x="6655" y="4764"/>
                      </a:cubicBezTo>
                      <a:cubicBezTo>
                        <a:pt x="6655" y="4764"/>
                        <a:pt x="6655" y="4758"/>
                        <a:pt x="6648" y="4758"/>
                      </a:cubicBezTo>
                      <a:cubicBezTo>
                        <a:pt x="6641" y="4718"/>
                        <a:pt x="6608" y="4587"/>
                        <a:pt x="6608" y="4547"/>
                      </a:cubicBezTo>
                      <a:cubicBezTo>
                        <a:pt x="6608" y="4501"/>
                        <a:pt x="6701" y="4488"/>
                        <a:pt x="6773" y="4462"/>
                      </a:cubicBezTo>
                      <a:cubicBezTo>
                        <a:pt x="6845" y="4429"/>
                        <a:pt x="6878" y="4455"/>
                        <a:pt x="6918" y="4402"/>
                      </a:cubicBezTo>
                      <a:cubicBezTo>
                        <a:pt x="6964" y="4356"/>
                        <a:pt x="7036" y="4291"/>
                        <a:pt x="7063" y="4271"/>
                      </a:cubicBezTo>
                      <a:cubicBezTo>
                        <a:pt x="7089" y="4251"/>
                        <a:pt x="7076" y="4133"/>
                        <a:pt x="7109" y="4080"/>
                      </a:cubicBezTo>
                      <a:cubicBezTo>
                        <a:pt x="7142" y="4034"/>
                        <a:pt x="7201" y="3929"/>
                        <a:pt x="7273" y="3810"/>
                      </a:cubicBezTo>
                      <a:cubicBezTo>
                        <a:pt x="7346" y="3698"/>
                        <a:pt x="7273" y="3659"/>
                        <a:pt x="7267" y="3613"/>
                      </a:cubicBezTo>
                      <a:cubicBezTo>
                        <a:pt x="7260" y="3567"/>
                        <a:pt x="7128" y="3488"/>
                        <a:pt x="7069" y="3461"/>
                      </a:cubicBezTo>
                      <a:cubicBezTo>
                        <a:pt x="7016" y="3428"/>
                        <a:pt x="7181" y="3448"/>
                        <a:pt x="7227" y="3396"/>
                      </a:cubicBezTo>
                      <a:cubicBezTo>
                        <a:pt x="7280" y="3336"/>
                        <a:pt x="7227" y="3317"/>
                        <a:pt x="7221" y="3271"/>
                      </a:cubicBezTo>
                      <a:cubicBezTo>
                        <a:pt x="7214" y="3224"/>
                        <a:pt x="7188" y="3192"/>
                        <a:pt x="7148" y="3172"/>
                      </a:cubicBezTo>
                      <a:cubicBezTo>
                        <a:pt x="7115" y="3152"/>
                        <a:pt x="7115" y="3066"/>
                        <a:pt x="7115" y="3007"/>
                      </a:cubicBezTo>
                      <a:cubicBezTo>
                        <a:pt x="7115" y="2955"/>
                        <a:pt x="7227" y="2935"/>
                        <a:pt x="7273" y="2915"/>
                      </a:cubicBezTo>
                      <a:cubicBezTo>
                        <a:pt x="7293" y="2910"/>
                        <a:pt x="7305" y="2908"/>
                        <a:pt x="7317" y="2908"/>
                      </a:cubicBezTo>
                      <a:cubicBezTo>
                        <a:pt x="7334" y="2908"/>
                        <a:pt x="7351" y="2911"/>
                        <a:pt x="7385" y="2915"/>
                      </a:cubicBezTo>
                      <a:cubicBezTo>
                        <a:pt x="7394" y="2916"/>
                        <a:pt x="7401" y="2917"/>
                        <a:pt x="7406" y="2917"/>
                      </a:cubicBezTo>
                      <a:cubicBezTo>
                        <a:pt x="7430" y="2917"/>
                        <a:pt x="7413" y="2904"/>
                        <a:pt x="7418" y="2882"/>
                      </a:cubicBezTo>
                      <a:cubicBezTo>
                        <a:pt x="7425" y="2856"/>
                        <a:pt x="7530" y="2757"/>
                        <a:pt x="7530" y="2757"/>
                      </a:cubicBezTo>
                      <a:lnTo>
                        <a:pt x="7787" y="2790"/>
                      </a:lnTo>
                      <a:cubicBezTo>
                        <a:pt x="7773" y="2764"/>
                        <a:pt x="7793" y="2711"/>
                        <a:pt x="7793" y="2685"/>
                      </a:cubicBezTo>
                      <a:cubicBezTo>
                        <a:pt x="7793" y="2665"/>
                        <a:pt x="7681" y="2514"/>
                        <a:pt x="7648" y="2468"/>
                      </a:cubicBezTo>
                      <a:cubicBezTo>
                        <a:pt x="7609" y="2428"/>
                        <a:pt x="7576" y="2395"/>
                        <a:pt x="7543" y="2356"/>
                      </a:cubicBezTo>
                      <a:cubicBezTo>
                        <a:pt x="7510" y="2316"/>
                        <a:pt x="7517" y="2277"/>
                        <a:pt x="7517" y="2224"/>
                      </a:cubicBezTo>
                      <a:cubicBezTo>
                        <a:pt x="7517" y="2178"/>
                        <a:pt x="7517" y="2125"/>
                        <a:pt x="7530" y="2099"/>
                      </a:cubicBezTo>
                      <a:cubicBezTo>
                        <a:pt x="7536" y="2066"/>
                        <a:pt x="7582" y="2033"/>
                        <a:pt x="7648" y="2020"/>
                      </a:cubicBezTo>
                      <a:cubicBezTo>
                        <a:pt x="7708" y="2000"/>
                        <a:pt x="7721" y="1981"/>
                        <a:pt x="7747" y="1921"/>
                      </a:cubicBezTo>
                      <a:cubicBezTo>
                        <a:pt x="7767" y="1862"/>
                        <a:pt x="7661" y="1842"/>
                        <a:pt x="7681" y="1803"/>
                      </a:cubicBezTo>
                      <a:cubicBezTo>
                        <a:pt x="7701" y="1770"/>
                        <a:pt x="7767" y="1678"/>
                        <a:pt x="7800" y="1645"/>
                      </a:cubicBezTo>
                      <a:cubicBezTo>
                        <a:pt x="7833" y="1612"/>
                        <a:pt x="7977" y="1566"/>
                        <a:pt x="8004" y="1546"/>
                      </a:cubicBezTo>
                      <a:cubicBezTo>
                        <a:pt x="8030" y="1520"/>
                        <a:pt x="8037" y="1454"/>
                        <a:pt x="7997" y="1382"/>
                      </a:cubicBezTo>
                      <a:cubicBezTo>
                        <a:pt x="7964" y="1309"/>
                        <a:pt x="7912" y="1290"/>
                        <a:pt x="7859" y="1250"/>
                      </a:cubicBezTo>
                      <a:cubicBezTo>
                        <a:pt x="7813" y="1217"/>
                        <a:pt x="7714" y="1217"/>
                        <a:pt x="7681" y="1217"/>
                      </a:cubicBezTo>
                      <a:cubicBezTo>
                        <a:pt x="7642" y="1217"/>
                        <a:pt x="7569" y="1178"/>
                        <a:pt x="7563" y="1145"/>
                      </a:cubicBezTo>
                      <a:cubicBezTo>
                        <a:pt x="7563" y="1112"/>
                        <a:pt x="7530" y="1118"/>
                        <a:pt x="7438" y="1085"/>
                      </a:cubicBezTo>
                      <a:cubicBezTo>
                        <a:pt x="7388" y="1066"/>
                        <a:pt x="7364" y="1061"/>
                        <a:pt x="7342" y="1061"/>
                      </a:cubicBezTo>
                      <a:cubicBezTo>
                        <a:pt x="7321" y="1061"/>
                        <a:pt x="7303" y="1066"/>
                        <a:pt x="7267" y="1066"/>
                      </a:cubicBezTo>
                      <a:cubicBezTo>
                        <a:pt x="7260" y="1065"/>
                        <a:pt x="7254" y="1065"/>
                        <a:pt x="7249" y="1065"/>
                      </a:cubicBezTo>
                      <a:cubicBezTo>
                        <a:pt x="7197" y="1065"/>
                        <a:pt x="7213" y="1094"/>
                        <a:pt x="7201" y="1112"/>
                      </a:cubicBezTo>
                      <a:cubicBezTo>
                        <a:pt x="7194" y="1132"/>
                        <a:pt x="7128" y="1145"/>
                        <a:pt x="7128" y="1145"/>
                      </a:cubicBezTo>
                      <a:cubicBezTo>
                        <a:pt x="7128" y="1145"/>
                        <a:pt x="6997" y="1125"/>
                        <a:pt x="6984" y="1105"/>
                      </a:cubicBezTo>
                      <a:cubicBezTo>
                        <a:pt x="6970" y="1085"/>
                        <a:pt x="6964" y="993"/>
                        <a:pt x="6964" y="993"/>
                      </a:cubicBezTo>
                      <a:lnTo>
                        <a:pt x="6799" y="697"/>
                      </a:lnTo>
                      <a:cubicBezTo>
                        <a:pt x="6799" y="697"/>
                        <a:pt x="6727" y="651"/>
                        <a:pt x="6701" y="645"/>
                      </a:cubicBezTo>
                      <a:cubicBezTo>
                        <a:pt x="6697" y="643"/>
                        <a:pt x="6694" y="643"/>
                        <a:pt x="6690" y="643"/>
                      </a:cubicBezTo>
                      <a:cubicBezTo>
                        <a:pt x="6672" y="643"/>
                        <a:pt x="6650" y="656"/>
                        <a:pt x="6628" y="677"/>
                      </a:cubicBezTo>
                      <a:cubicBezTo>
                        <a:pt x="6608" y="697"/>
                        <a:pt x="6424" y="717"/>
                        <a:pt x="6424" y="717"/>
                      </a:cubicBezTo>
                      <a:cubicBezTo>
                        <a:pt x="6424" y="717"/>
                        <a:pt x="6339" y="697"/>
                        <a:pt x="6293" y="671"/>
                      </a:cubicBezTo>
                      <a:cubicBezTo>
                        <a:pt x="6246" y="645"/>
                        <a:pt x="6181" y="598"/>
                        <a:pt x="6056" y="539"/>
                      </a:cubicBezTo>
                      <a:cubicBezTo>
                        <a:pt x="5931" y="473"/>
                        <a:pt x="5924" y="447"/>
                        <a:pt x="5898" y="421"/>
                      </a:cubicBezTo>
                      <a:cubicBezTo>
                        <a:pt x="5871" y="394"/>
                        <a:pt x="5806" y="329"/>
                        <a:pt x="5680" y="296"/>
                      </a:cubicBezTo>
                      <a:cubicBezTo>
                        <a:pt x="5655" y="289"/>
                        <a:pt x="5635" y="287"/>
                        <a:pt x="5619" y="287"/>
                      </a:cubicBezTo>
                      <a:cubicBezTo>
                        <a:pt x="5552" y="287"/>
                        <a:pt x="5553" y="332"/>
                        <a:pt x="5516" y="348"/>
                      </a:cubicBezTo>
                      <a:cubicBezTo>
                        <a:pt x="5470" y="375"/>
                        <a:pt x="5450" y="447"/>
                        <a:pt x="5424" y="467"/>
                      </a:cubicBezTo>
                      <a:cubicBezTo>
                        <a:pt x="5414" y="475"/>
                        <a:pt x="5401" y="478"/>
                        <a:pt x="5388" y="478"/>
                      </a:cubicBezTo>
                      <a:cubicBezTo>
                        <a:pt x="5358" y="478"/>
                        <a:pt x="5322" y="463"/>
                        <a:pt x="5286" y="454"/>
                      </a:cubicBezTo>
                      <a:cubicBezTo>
                        <a:pt x="5233" y="447"/>
                        <a:pt x="5200" y="394"/>
                        <a:pt x="5174" y="335"/>
                      </a:cubicBezTo>
                      <a:cubicBezTo>
                        <a:pt x="5147" y="283"/>
                        <a:pt x="5193" y="230"/>
                        <a:pt x="5220" y="190"/>
                      </a:cubicBezTo>
                      <a:cubicBezTo>
                        <a:pt x="5246" y="144"/>
                        <a:pt x="5246" y="105"/>
                        <a:pt x="5246" y="105"/>
                      </a:cubicBezTo>
                      <a:cubicBezTo>
                        <a:pt x="5246" y="105"/>
                        <a:pt x="5174" y="26"/>
                        <a:pt x="5141" y="6"/>
                      </a:cubicBezTo>
                      <a:cubicBezTo>
                        <a:pt x="5133" y="2"/>
                        <a:pt x="5109" y="1"/>
                        <a:pt x="5076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750F32"/>
                    </a:solidFill>
                  </a:endParaRPr>
                </a:p>
              </p:txBody>
            </p:sp>
            <p:sp>
              <p:nvSpPr>
                <p:cNvPr id="43" name="Google Shape;1568;p19">
                  <a:extLst>
                    <a:ext uri="{FF2B5EF4-FFF2-40B4-BE49-F238E27FC236}">
                      <a16:creationId xmlns:a16="http://schemas.microsoft.com/office/drawing/2014/main" id="{70BA74B0-FC4F-35C6-1921-8CFFA9918710}"/>
                    </a:ext>
                  </a:extLst>
                </p:cNvPr>
                <p:cNvSpPr/>
                <p:nvPr/>
              </p:nvSpPr>
              <p:spPr>
                <a:xfrm>
                  <a:off x="7172629" y="3304870"/>
                  <a:ext cx="704078" cy="448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1" h="4108" extrusionOk="0">
                      <a:moveTo>
                        <a:pt x="1843" y="0"/>
                      </a:moveTo>
                      <a:cubicBezTo>
                        <a:pt x="1830" y="0"/>
                        <a:pt x="1784" y="46"/>
                        <a:pt x="1744" y="66"/>
                      </a:cubicBezTo>
                      <a:cubicBezTo>
                        <a:pt x="1738" y="73"/>
                        <a:pt x="1725" y="79"/>
                        <a:pt x="1705" y="92"/>
                      </a:cubicBezTo>
                      <a:cubicBezTo>
                        <a:pt x="1705" y="92"/>
                        <a:pt x="1698" y="92"/>
                        <a:pt x="1698" y="99"/>
                      </a:cubicBezTo>
                      <a:cubicBezTo>
                        <a:pt x="1685" y="106"/>
                        <a:pt x="1679" y="112"/>
                        <a:pt x="1665" y="119"/>
                      </a:cubicBezTo>
                      <a:cubicBezTo>
                        <a:pt x="1659" y="125"/>
                        <a:pt x="1652" y="132"/>
                        <a:pt x="1639" y="139"/>
                      </a:cubicBezTo>
                      <a:cubicBezTo>
                        <a:pt x="1626" y="145"/>
                        <a:pt x="1619" y="158"/>
                        <a:pt x="1606" y="165"/>
                      </a:cubicBezTo>
                      <a:cubicBezTo>
                        <a:pt x="1600" y="171"/>
                        <a:pt x="1593" y="178"/>
                        <a:pt x="1586" y="185"/>
                      </a:cubicBezTo>
                      <a:lnTo>
                        <a:pt x="1580" y="185"/>
                      </a:lnTo>
                      <a:cubicBezTo>
                        <a:pt x="1573" y="191"/>
                        <a:pt x="1567" y="198"/>
                        <a:pt x="1567" y="198"/>
                      </a:cubicBezTo>
                      <a:cubicBezTo>
                        <a:pt x="1553" y="204"/>
                        <a:pt x="1547" y="218"/>
                        <a:pt x="1534" y="224"/>
                      </a:cubicBezTo>
                      <a:cubicBezTo>
                        <a:pt x="1534" y="224"/>
                        <a:pt x="1527" y="231"/>
                        <a:pt x="1521" y="231"/>
                      </a:cubicBezTo>
                      <a:cubicBezTo>
                        <a:pt x="1514" y="237"/>
                        <a:pt x="1514" y="237"/>
                        <a:pt x="1507" y="244"/>
                      </a:cubicBezTo>
                      <a:cubicBezTo>
                        <a:pt x="1507" y="244"/>
                        <a:pt x="1501" y="244"/>
                        <a:pt x="1501" y="250"/>
                      </a:cubicBezTo>
                      <a:lnTo>
                        <a:pt x="1494" y="250"/>
                      </a:lnTo>
                      <a:cubicBezTo>
                        <a:pt x="1494" y="250"/>
                        <a:pt x="1428" y="408"/>
                        <a:pt x="1409" y="408"/>
                      </a:cubicBezTo>
                      <a:cubicBezTo>
                        <a:pt x="1389" y="408"/>
                        <a:pt x="1211" y="415"/>
                        <a:pt x="1152" y="494"/>
                      </a:cubicBezTo>
                      <a:cubicBezTo>
                        <a:pt x="1093" y="573"/>
                        <a:pt x="1113" y="705"/>
                        <a:pt x="1113" y="770"/>
                      </a:cubicBezTo>
                      <a:cubicBezTo>
                        <a:pt x="1113" y="836"/>
                        <a:pt x="1159" y="889"/>
                        <a:pt x="1106" y="922"/>
                      </a:cubicBezTo>
                      <a:cubicBezTo>
                        <a:pt x="1100" y="925"/>
                        <a:pt x="1095" y="926"/>
                        <a:pt x="1091" y="926"/>
                      </a:cubicBezTo>
                      <a:cubicBezTo>
                        <a:pt x="1072" y="926"/>
                        <a:pt x="1059" y="905"/>
                        <a:pt x="1036" y="905"/>
                      </a:cubicBezTo>
                      <a:cubicBezTo>
                        <a:pt x="1018" y="905"/>
                        <a:pt x="993" y="919"/>
                        <a:pt x="955" y="968"/>
                      </a:cubicBezTo>
                      <a:cubicBezTo>
                        <a:pt x="856" y="1099"/>
                        <a:pt x="816" y="1132"/>
                        <a:pt x="836" y="1165"/>
                      </a:cubicBezTo>
                      <a:cubicBezTo>
                        <a:pt x="856" y="1198"/>
                        <a:pt x="862" y="1323"/>
                        <a:pt x="862" y="1323"/>
                      </a:cubicBezTo>
                      <a:cubicBezTo>
                        <a:pt x="862" y="1323"/>
                        <a:pt x="777" y="1356"/>
                        <a:pt x="744" y="1376"/>
                      </a:cubicBezTo>
                      <a:cubicBezTo>
                        <a:pt x="711" y="1402"/>
                        <a:pt x="704" y="1468"/>
                        <a:pt x="711" y="1507"/>
                      </a:cubicBezTo>
                      <a:cubicBezTo>
                        <a:pt x="724" y="1540"/>
                        <a:pt x="704" y="1540"/>
                        <a:pt x="619" y="1606"/>
                      </a:cubicBezTo>
                      <a:cubicBezTo>
                        <a:pt x="533" y="1672"/>
                        <a:pt x="421" y="1725"/>
                        <a:pt x="389" y="1758"/>
                      </a:cubicBezTo>
                      <a:cubicBezTo>
                        <a:pt x="375" y="1771"/>
                        <a:pt x="362" y="1784"/>
                        <a:pt x="336" y="1804"/>
                      </a:cubicBezTo>
                      <a:cubicBezTo>
                        <a:pt x="329" y="1810"/>
                        <a:pt x="323" y="1817"/>
                        <a:pt x="316" y="1823"/>
                      </a:cubicBezTo>
                      <a:cubicBezTo>
                        <a:pt x="303" y="1830"/>
                        <a:pt x="296" y="1843"/>
                        <a:pt x="283" y="1856"/>
                      </a:cubicBezTo>
                      <a:cubicBezTo>
                        <a:pt x="277" y="1863"/>
                        <a:pt x="270" y="1869"/>
                        <a:pt x="257" y="1876"/>
                      </a:cubicBezTo>
                      <a:cubicBezTo>
                        <a:pt x="185" y="1942"/>
                        <a:pt x="92" y="2021"/>
                        <a:pt x="20" y="2080"/>
                      </a:cubicBezTo>
                      <a:cubicBezTo>
                        <a:pt x="13" y="2087"/>
                        <a:pt x="7" y="2087"/>
                        <a:pt x="0" y="2093"/>
                      </a:cubicBezTo>
                      <a:lnTo>
                        <a:pt x="224" y="2120"/>
                      </a:lnTo>
                      <a:cubicBezTo>
                        <a:pt x="224" y="2120"/>
                        <a:pt x="421" y="2139"/>
                        <a:pt x="500" y="2139"/>
                      </a:cubicBezTo>
                      <a:cubicBezTo>
                        <a:pt x="579" y="2139"/>
                        <a:pt x="685" y="2106"/>
                        <a:pt x="685" y="2106"/>
                      </a:cubicBezTo>
                      <a:cubicBezTo>
                        <a:pt x="685" y="2106"/>
                        <a:pt x="724" y="2073"/>
                        <a:pt x="777" y="2073"/>
                      </a:cubicBezTo>
                      <a:cubicBezTo>
                        <a:pt x="823" y="2073"/>
                        <a:pt x="928" y="2106"/>
                        <a:pt x="928" y="2106"/>
                      </a:cubicBezTo>
                      <a:lnTo>
                        <a:pt x="1126" y="2166"/>
                      </a:lnTo>
                      <a:cubicBezTo>
                        <a:pt x="1126" y="2166"/>
                        <a:pt x="1540" y="2231"/>
                        <a:pt x="1567" y="2231"/>
                      </a:cubicBezTo>
                      <a:cubicBezTo>
                        <a:pt x="1593" y="2231"/>
                        <a:pt x="1646" y="2324"/>
                        <a:pt x="1646" y="2324"/>
                      </a:cubicBezTo>
                      <a:lnTo>
                        <a:pt x="1902" y="2396"/>
                      </a:lnTo>
                      <a:cubicBezTo>
                        <a:pt x="1902" y="2396"/>
                        <a:pt x="2080" y="2356"/>
                        <a:pt x="2126" y="2324"/>
                      </a:cubicBezTo>
                      <a:cubicBezTo>
                        <a:pt x="2135" y="2319"/>
                        <a:pt x="2145" y="2317"/>
                        <a:pt x="2158" y="2317"/>
                      </a:cubicBezTo>
                      <a:cubicBezTo>
                        <a:pt x="2221" y="2317"/>
                        <a:pt x="2323" y="2366"/>
                        <a:pt x="2356" y="2383"/>
                      </a:cubicBezTo>
                      <a:cubicBezTo>
                        <a:pt x="2389" y="2396"/>
                        <a:pt x="2501" y="2600"/>
                        <a:pt x="2541" y="2666"/>
                      </a:cubicBezTo>
                      <a:cubicBezTo>
                        <a:pt x="2574" y="2732"/>
                        <a:pt x="2541" y="2850"/>
                        <a:pt x="2541" y="2896"/>
                      </a:cubicBezTo>
                      <a:cubicBezTo>
                        <a:pt x="2541" y="2936"/>
                        <a:pt x="2574" y="3034"/>
                        <a:pt x="2600" y="3074"/>
                      </a:cubicBezTo>
                      <a:cubicBezTo>
                        <a:pt x="2626" y="3120"/>
                        <a:pt x="2705" y="3225"/>
                        <a:pt x="2751" y="3265"/>
                      </a:cubicBezTo>
                      <a:cubicBezTo>
                        <a:pt x="2797" y="3311"/>
                        <a:pt x="2778" y="3357"/>
                        <a:pt x="2778" y="3390"/>
                      </a:cubicBezTo>
                      <a:cubicBezTo>
                        <a:pt x="2778" y="3429"/>
                        <a:pt x="2758" y="3475"/>
                        <a:pt x="2751" y="3502"/>
                      </a:cubicBezTo>
                      <a:cubicBezTo>
                        <a:pt x="2745" y="3528"/>
                        <a:pt x="2751" y="3594"/>
                        <a:pt x="2751" y="3594"/>
                      </a:cubicBezTo>
                      <a:cubicBezTo>
                        <a:pt x="2751" y="3594"/>
                        <a:pt x="2862" y="3605"/>
                        <a:pt x="2926" y="3605"/>
                      </a:cubicBezTo>
                      <a:cubicBezTo>
                        <a:pt x="2947" y="3605"/>
                        <a:pt x="2964" y="3604"/>
                        <a:pt x="2968" y="3600"/>
                      </a:cubicBezTo>
                      <a:cubicBezTo>
                        <a:pt x="2975" y="3596"/>
                        <a:pt x="2996" y="3594"/>
                        <a:pt x="3024" y="3594"/>
                      </a:cubicBezTo>
                      <a:cubicBezTo>
                        <a:pt x="3079" y="3594"/>
                        <a:pt x="3159" y="3600"/>
                        <a:pt x="3199" y="3600"/>
                      </a:cubicBezTo>
                      <a:cubicBezTo>
                        <a:pt x="3265" y="3600"/>
                        <a:pt x="3291" y="3646"/>
                        <a:pt x="3291" y="3646"/>
                      </a:cubicBezTo>
                      <a:lnTo>
                        <a:pt x="3291" y="3896"/>
                      </a:lnTo>
                      <a:cubicBezTo>
                        <a:pt x="3291" y="3908"/>
                        <a:pt x="3293" y="3913"/>
                        <a:pt x="3296" y="3913"/>
                      </a:cubicBezTo>
                      <a:cubicBezTo>
                        <a:pt x="3312" y="3913"/>
                        <a:pt x="3357" y="3804"/>
                        <a:pt x="3357" y="3804"/>
                      </a:cubicBezTo>
                      <a:lnTo>
                        <a:pt x="3515" y="3804"/>
                      </a:lnTo>
                      <a:cubicBezTo>
                        <a:pt x="3548" y="3804"/>
                        <a:pt x="3554" y="4002"/>
                        <a:pt x="3600" y="4028"/>
                      </a:cubicBezTo>
                      <a:cubicBezTo>
                        <a:pt x="3620" y="4041"/>
                        <a:pt x="3646" y="4074"/>
                        <a:pt x="3653" y="4107"/>
                      </a:cubicBezTo>
                      <a:cubicBezTo>
                        <a:pt x="3699" y="4061"/>
                        <a:pt x="3732" y="4015"/>
                        <a:pt x="3745" y="3975"/>
                      </a:cubicBezTo>
                      <a:cubicBezTo>
                        <a:pt x="3771" y="3857"/>
                        <a:pt x="3817" y="3758"/>
                        <a:pt x="3817" y="3758"/>
                      </a:cubicBezTo>
                      <a:cubicBezTo>
                        <a:pt x="3817" y="3758"/>
                        <a:pt x="4272" y="3488"/>
                        <a:pt x="4311" y="3456"/>
                      </a:cubicBezTo>
                      <a:cubicBezTo>
                        <a:pt x="4351" y="3423"/>
                        <a:pt x="4410" y="3416"/>
                        <a:pt x="4423" y="3403"/>
                      </a:cubicBezTo>
                      <a:cubicBezTo>
                        <a:pt x="4436" y="3390"/>
                        <a:pt x="4449" y="3357"/>
                        <a:pt x="4482" y="3311"/>
                      </a:cubicBezTo>
                      <a:cubicBezTo>
                        <a:pt x="4522" y="3258"/>
                        <a:pt x="4666" y="3159"/>
                        <a:pt x="4706" y="3146"/>
                      </a:cubicBezTo>
                      <a:cubicBezTo>
                        <a:pt x="4715" y="3143"/>
                        <a:pt x="4728" y="3142"/>
                        <a:pt x="4744" y="3142"/>
                      </a:cubicBezTo>
                      <a:cubicBezTo>
                        <a:pt x="4779" y="3142"/>
                        <a:pt x="4828" y="3147"/>
                        <a:pt x="4865" y="3147"/>
                      </a:cubicBezTo>
                      <a:cubicBezTo>
                        <a:pt x="4888" y="3147"/>
                        <a:pt x="4907" y="3145"/>
                        <a:pt x="4917" y="3140"/>
                      </a:cubicBezTo>
                      <a:cubicBezTo>
                        <a:pt x="4956" y="3113"/>
                        <a:pt x="5035" y="3015"/>
                        <a:pt x="5048" y="2995"/>
                      </a:cubicBezTo>
                      <a:cubicBezTo>
                        <a:pt x="5055" y="2975"/>
                        <a:pt x="5107" y="2955"/>
                        <a:pt x="5147" y="2955"/>
                      </a:cubicBezTo>
                      <a:cubicBezTo>
                        <a:pt x="5186" y="2962"/>
                        <a:pt x="5463" y="3113"/>
                        <a:pt x="5515" y="3120"/>
                      </a:cubicBezTo>
                      <a:cubicBezTo>
                        <a:pt x="5518" y="3120"/>
                        <a:pt x="5521" y="3121"/>
                        <a:pt x="5524" y="3121"/>
                      </a:cubicBezTo>
                      <a:cubicBezTo>
                        <a:pt x="5589" y="3121"/>
                        <a:pt x="5745" y="2988"/>
                        <a:pt x="5726" y="2975"/>
                      </a:cubicBezTo>
                      <a:cubicBezTo>
                        <a:pt x="5706" y="2962"/>
                        <a:pt x="5594" y="2929"/>
                        <a:pt x="5581" y="2916"/>
                      </a:cubicBezTo>
                      <a:cubicBezTo>
                        <a:pt x="5568" y="2903"/>
                        <a:pt x="5542" y="2863"/>
                        <a:pt x="5562" y="2850"/>
                      </a:cubicBezTo>
                      <a:cubicBezTo>
                        <a:pt x="5581" y="2830"/>
                        <a:pt x="5673" y="2778"/>
                        <a:pt x="5680" y="2771"/>
                      </a:cubicBezTo>
                      <a:cubicBezTo>
                        <a:pt x="5693" y="2765"/>
                        <a:pt x="5812" y="2692"/>
                        <a:pt x="5864" y="2659"/>
                      </a:cubicBezTo>
                      <a:cubicBezTo>
                        <a:pt x="5917" y="2633"/>
                        <a:pt x="6022" y="2633"/>
                        <a:pt x="6022" y="2633"/>
                      </a:cubicBezTo>
                      <a:cubicBezTo>
                        <a:pt x="6022" y="2633"/>
                        <a:pt x="6062" y="2593"/>
                        <a:pt x="6062" y="2567"/>
                      </a:cubicBezTo>
                      <a:cubicBezTo>
                        <a:pt x="6062" y="2541"/>
                        <a:pt x="5996" y="2482"/>
                        <a:pt x="6062" y="2435"/>
                      </a:cubicBezTo>
                      <a:cubicBezTo>
                        <a:pt x="6121" y="2396"/>
                        <a:pt x="6246" y="2356"/>
                        <a:pt x="6292" y="2350"/>
                      </a:cubicBezTo>
                      <a:lnTo>
                        <a:pt x="6364" y="2258"/>
                      </a:lnTo>
                      <a:cubicBezTo>
                        <a:pt x="6364" y="2258"/>
                        <a:pt x="6411" y="2199"/>
                        <a:pt x="6430" y="2166"/>
                      </a:cubicBezTo>
                      <a:cubicBezTo>
                        <a:pt x="6450" y="2126"/>
                        <a:pt x="6378" y="2106"/>
                        <a:pt x="6345" y="2100"/>
                      </a:cubicBezTo>
                      <a:cubicBezTo>
                        <a:pt x="6305" y="2100"/>
                        <a:pt x="6147" y="2100"/>
                        <a:pt x="6114" y="2087"/>
                      </a:cubicBezTo>
                      <a:cubicBezTo>
                        <a:pt x="6081" y="2073"/>
                        <a:pt x="6042" y="2034"/>
                        <a:pt x="6029" y="2014"/>
                      </a:cubicBezTo>
                      <a:cubicBezTo>
                        <a:pt x="6016" y="1994"/>
                        <a:pt x="6029" y="1869"/>
                        <a:pt x="6029" y="1869"/>
                      </a:cubicBezTo>
                      <a:lnTo>
                        <a:pt x="6029" y="1869"/>
                      </a:lnTo>
                      <a:lnTo>
                        <a:pt x="5943" y="1948"/>
                      </a:lnTo>
                      <a:lnTo>
                        <a:pt x="5845" y="1968"/>
                      </a:lnTo>
                      <a:cubicBezTo>
                        <a:pt x="5845" y="1968"/>
                        <a:pt x="5766" y="2027"/>
                        <a:pt x="5733" y="2060"/>
                      </a:cubicBezTo>
                      <a:cubicBezTo>
                        <a:pt x="5700" y="2093"/>
                        <a:pt x="5641" y="2100"/>
                        <a:pt x="5608" y="2100"/>
                      </a:cubicBezTo>
                      <a:cubicBezTo>
                        <a:pt x="5596" y="2102"/>
                        <a:pt x="5585" y="2103"/>
                        <a:pt x="5573" y="2103"/>
                      </a:cubicBezTo>
                      <a:cubicBezTo>
                        <a:pt x="5545" y="2103"/>
                        <a:pt x="5512" y="2098"/>
                        <a:pt x="5456" y="2093"/>
                      </a:cubicBezTo>
                      <a:cubicBezTo>
                        <a:pt x="5377" y="2093"/>
                        <a:pt x="5390" y="2100"/>
                        <a:pt x="5344" y="2113"/>
                      </a:cubicBezTo>
                      <a:cubicBezTo>
                        <a:pt x="5305" y="2133"/>
                        <a:pt x="5292" y="2172"/>
                        <a:pt x="5265" y="2238"/>
                      </a:cubicBezTo>
                      <a:cubicBezTo>
                        <a:pt x="5246" y="2297"/>
                        <a:pt x="5232" y="2304"/>
                        <a:pt x="5226" y="2317"/>
                      </a:cubicBezTo>
                      <a:cubicBezTo>
                        <a:pt x="5225" y="2320"/>
                        <a:pt x="5216" y="2322"/>
                        <a:pt x="5202" y="2322"/>
                      </a:cubicBezTo>
                      <a:cubicBezTo>
                        <a:pt x="5137" y="2322"/>
                        <a:pt x="4958" y="2289"/>
                        <a:pt x="4936" y="2284"/>
                      </a:cubicBezTo>
                      <a:cubicBezTo>
                        <a:pt x="4917" y="2277"/>
                        <a:pt x="4877" y="2271"/>
                        <a:pt x="4838" y="2245"/>
                      </a:cubicBezTo>
                      <a:cubicBezTo>
                        <a:pt x="4805" y="2218"/>
                        <a:pt x="4778" y="2106"/>
                        <a:pt x="4772" y="2054"/>
                      </a:cubicBezTo>
                      <a:cubicBezTo>
                        <a:pt x="4765" y="2008"/>
                        <a:pt x="4699" y="1981"/>
                        <a:pt x="4686" y="1968"/>
                      </a:cubicBezTo>
                      <a:cubicBezTo>
                        <a:pt x="4666" y="1962"/>
                        <a:pt x="4620" y="1883"/>
                        <a:pt x="4607" y="1810"/>
                      </a:cubicBezTo>
                      <a:cubicBezTo>
                        <a:pt x="4601" y="1738"/>
                        <a:pt x="4607" y="1758"/>
                        <a:pt x="4614" y="1738"/>
                      </a:cubicBezTo>
                      <a:cubicBezTo>
                        <a:pt x="4620" y="1711"/>
                        <a:pt x="4614" y="1626"/>
                        <a:pt x="4607" y="1606"/>
                      </a:cubicBezTo>
                      <a:cubicBezTo>
                        <a:pt x="4601" y="1580"/>
                        <a:pt x="4594" y="1507"/>
                        <a:pt x="4601" y="1488"/>
                      </a:cubicBezTo>
                      <a:cubicBezTo>
                        <a:pt x="4607" y="1461"/>
                        <a:pt x="4666" y="1409"/>
                        <a:pt x="4699" y="1382"/>
                      </a:cubicBezTo>
                      <a:cubicBezTo>
                        <a:pt x="4726" y="1350"/>
                        <a:pt x="4745" y="1277"/>
                        <a:pt x="4745" y="1257"/>
                      </a:cubicBezTo>
                      <a:cubicBezTo>
                        <a:pt x="4745" y="1238"/>
                        <a:pt x="4686" y="1172"/>
                        <a:pt x="4555" y="1172"/>
                      </a:cubicBezTo>
                      <a:cubicBezTo>
                        <a:pt x="4423" y="1172"/>
                        <a:pt x="4469" y="1192"/>
                        <a:pt x="4443" y="1192"/>
                      </a:cubicBezTo>
                      <a:cubicBezTo>
                        <a:pt x="4437" y="1190"/>
                        <a:pt x="4431" y="1190"/>
                        <a:pt x="4425" y="1190"/>
                      </a:cubicBezTo>
                      <a:cubicBezTo>
                        <a:pt x="4409" y="1190"/>
                        <a:pt x="4392" y="1193"/>
                        <a:pt x="4378" y="1193"/>
                      </a:cubicBezTo>
                      <a:cubicBezTo>
                        <a:pt x="4373" y="1193"/>
                        <a:pt x="4368" y="1193"/>
                        <a:pt x="4364" y="1192"/>
                      </a:cubicBezTo>
                      <a:cubicBezTo>
                        <a:pt x="4351" y="1185"/>
                        <a:pt x="4318" y="1073"/>
                        <a:pt x="4298" y="1027"/>
                      </a:cubicBezTo>
                      <a:cubicBezTo>
                        <a:pt x="4272" y="981"/>
                        <a:pt x="4226" y="810"/>
                        <a:pt x="4252" y="764"/>
                      </a:cubicBezTo>
                      <a:cubicBezTo>
                        <a:pt x="4278" y="711"/>
                        <a:pt x="4265" y="718"/>
                        <a:pt x="4285" y="658"/>
                      </a:cubicBezTo>
                      <a:cubicBezTo>
                        <a:pt x="4298" y="599"/>
                        <a:pt x="4258" y="573"/>
                        <a:pt x="4239" y="560"/>
                      </a:cubicBezTo>
                      <a:cubicBezTo>
                        <a:pt x="4226" y="547"/>
                        <a:pt x="4140" y="501"/>
                        <a:pt x="4147" y="474"/>
                      </a:cubicBezTo>
                      <a:cubicBezTo>
                        <a:pt x="4153" y="454"/>
                        <a:pt x="4232" y="362"/>
                        <a:pt x="4226" y="343"/>
                      </a:cubicBezTo>
                      <a:cubicBezTo>
                        <a:pt x="4226" y="323"/>
                        <a:pt x="4147" y="211"/>
                        <a:pt x="4100" y="191"/>
                      </a:cubicBezTo>
                      <a:cubicBezTo>
                        <a:pt x="4069" y="179"/>
                        <a:pt x="4042" y="177"/>
                        <a:pt x="4026" y="177"/>
                      </a:cubicBezTo>
                      <a:cubicBezTo>
                        <a:pt x="4015" y="177"/>
                        <a:pt x="4008" y="178"/>
                        <a:pt x="4008" y="178"/>
                      </a:cubicBezTo>
                      <a:cubicBezTo>
                        <a:pt x="4008" y="178"/>
                        <a:pt x="3949" y="145"/>
                        <a:pt x="3943" y="145"/>
                      </a:cubicBezTo>
                      <a:cubicBezTo>
                        <a:pt x="3936" y="145"/>
                        <a:pt x="3864" y="158"/>
                        <a:pt x="3798" y="191"/>
                      </a:cubicBezTo>
                      <a:cubicBezTo>
                        <a:pt x="3732" y="218"/>
                        <a:pt x="3738" y="231"/>
                        <a:pt x="3725" y="244"/>
                      </a:cubicBezTo>
                      <a:cubicBezTo>
                        <a:pt x="3711" y="253"/>
                        <a:pt x="3682" y="260"/>
                        <a:pt x="3663" y="260"/>
                      </a:cubicBezTo>
                      <a:cubicBezTo>
                        <a:pt x="3656" y="260"/>
                        <a:pt x="3650" y="259"/>
                        <a:pt x="3646" y="257"/>
                      </a:cubicBezTo>
                      <a:cubicBezTo>
                        <a:pt x="3627" y="250"/>
                        <a:pt x="3548" y="237"/>
                        <a:pt x="3521" y="237"/>
                      </a:cubicBezTo>
                      <a:cubicBezTo>
                        <a:pt x="3502" y="237"/>
                        <a:pt x="3482" y="264"/>
                        <a:pt x="3475" y="270"/>
                      </a:cubicBezTo>
                      <a:cubicBezTo>
                        <a:pt x="3462" y="270"/>
                        <a:pt x="3298" y="277"/>
                        <a:pt x="3232" y="290"/>
                      </a:cubicBezTo>
                      <a:cubicBezTo>
                        <a:pt x="3218" y="294"/>
                        <a:pt x="3204" y="296"/>
                        <a:pt x="3191" y="296"/>
                      </a:cubicBezTo>
                      <a:cubicBezTo>
                        <a:pt x="3148" y="296"/>
                        <a:pt x="3113" y="277"/>
                        <a:pt x="3113" y="277"/>
                      </a:cubicBezTo>
                      <a:lnTo>
                        <a:pt x="3080" y="290"/>
                      </a:lnTo>
                      <a:lnTo>
                        <a:pt x="3041" y="349"/>
                      </a:lnTo>
                      <a:cubicBezTo>
                        <a:pt x="3041" y="349"/>
                        <a:pt x="2982" y="402"/>
                        <a:pt x="2968" y="422"/>
                      </a:cubicBezTo>
                      <a:cubicBezTo>
                        <a:pt x="2967" y="423"/>
                        <a:pt x="2967" y="423"/>
                        <a:pt x="2966" y="423"/>
                      </a:cubicBezTo>
                      <a:cubicBezTo>
                        <a:pt x="2954" y="423"/>
                        <a:pt x="2948" y="353"/>
                        <a:pt x="2942" y="316"/>
                      </a:cubicBezTo>
                      <a:cubicBezTo>
                        <a:pt x="2942" y="304"/>
                        <a:pt x="2936" y="300"/>
                        <a:pt x="2927" y="300"/>
                      </a:cubicBezTo>
                      <a:cubicBezTo>
                        <a:pt x="2905" y="300"/>
                        <a:pt x="2870" y="323"/>
                        <a:pt x="2870" y="323"/>
                      </a:cubicBezTo>
                      <a:cubicBezTo>
                        <a:pt x="2870" y="323"/>
                        <a:pt x="2791" y="382"/>
                        <a:pt x="2771" y="389"/>
                      </a:cubicBezTo>
                      <a:cubicBezTo>
                        <a:pt x="2770" y="389"/>
                        <a:pt x="2769" y="389"/>
                        <a:pt x="2769" y="389"/>
                      </a:cubicBezTo>
                      <a:cubicBezTo>
                        <a:pt x="2751" y="389"/>
                        <a:pt x="2744" y="315"/>
                        <a:pt x="2738" y="283"/>
                      </a:cubicBezTo>
                      <a:cubicBezTo>
                        <a:pt x="2738" y="250"/>
                        <a:pt x="2725" y="191"/>
                        <a:pt x="2718" y="145"/>
                      </a:cubicBezTo>
                      <a:cubicBezTo>
                        <a:pt x="2714" y="110"/>
                        <a:pt x="2704" y="104"/>
                        <a:pt x="2697" y="104"/>
                      </a:cubicBezTo>
                      <a:cubicBezTo>
                        <a:pt x="2694" y="104"/>
                        <a:pt x="2692" y="106"/>
                        <a:pt x="2692" y="106"/>
                      </a:cubicBezTo>
                      <a:cubicBezTo>
                        <a:pt x="2692" y="106"/>
                        <a:pt x="2580" y="86"/>
                        <a:pt x="2528" y="86"/>
                      </a:cubicBezTo>
                      <a:cubicBezTo>
                        <a:pt x="2475" y="86"/>
                        <a:pt x="2363" y="119"/>
                        <a:pt x="2330" y="125"/>
                      </a:cubicBezTo>
                      <a:cubicBezTo>
                        <a:pt x="2317" y="128"/>
                        <a:pt x="2299" y="128"/>
                        <a:pt x="2278" y="128"/>
                      </a:cubicBezTo>
                      <a:cubicBezTo>
                        <a:pt x="2237" y="128"/>
                        <a:pt x="2187" y="125"/>
                        <a:pt x="2152" y="125"/>
                      </a:cubicBezTo>
                      <a:cubicBezTo>
                        <a:pt x="2106" y="125"/>
                        <a:pt x="2001" y="73"/>
                        <a:pt x="1981" y="46"/>
                      </a:cubicBezTo>
                      <a:cubicBezTo>
                        <a:pt x="1962" y="20"/>
                        <a:pt x="1863" y="0"/>
                        <a:pt x="184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750F32"/>
                    </a:solidFill>
                  </a:endParaRPr>
                </a:p>
              </p:txBody>
            </p:sp>
            <p:sp>
              <p:nvSpPr>
                <p:cNvPr id="44" name="Google Shape;1569;p19">
                  <a:extLst>
                    <a:ext uri="{FF2B5EF4-FFF2-40B4-BE49-F238E27FC236}">
                      <a16:creationId xmlns:a16="http://schemas.microsoft.com/office/drawing/2014/main" id="{0EB3357C-190D-5B8C-4DD9-F129579D4CE2}"/>
                    </a:ext>
                  </a:extLst>
                </p:cNvPr>
                <p:cNvSpPr/>
                <p:nvPr/>
              </p:nvSpPr>
              <p:spPr>
                <a:xfrm>
                  <a:off x="7679702" y="2399971"/>
                  <a:ext cx="725579" cy="792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8" h="7259" extrusionOk="0">
                      <a:moveTo>
                        <a:pt x="5168" y="1"/>
                      </a:moveTo>
                      <a:cubicBezTo>
                        <a:pt x="5139" y="1"/>
                        <a:pt x="5110" y="48"/>
                        <a:pt x="5082" y="58"/>
                      </a:cubicBezTo>
                      <a:cubicBezTo>
                        <a:pt x="5049" y="71"/>
                        <a:pt x="4989" y="124"/>
                        <a:pt x="4950" y="163"/>
                      </a:cubicBezTo>
                      <a:cubicBezTo>
                        <a:pt x="4910" y="203"/>
                        <a:pt x="4851" y="269"/>
                        <a:pt x="4818" y="315"/>
                      </a:cubicBezTo>
                      <a:cubicBezTo>
                        <a:pt x="4785" y="361"/>
                        <a:pt x="4766" y="354"/>
                        <a:pt x="4752" y="361"/>
                      </a:cubicBezTo>
                      <a:cubicBezTo>
                        <a:pt x="4733" y="374"/>
                        <a:pt x="4680" y="400"/>
                        <a:pt x="4660" y="400"/>
                      </a:cubicBezTo>
                      <a:cubicBezTo>
                        <a:pt x="4643" y="400"/>
                        <a:pt x="4622" y="397"/>
                        <a:pt x="4599" y="397"/>
                      </a:cubicBezTo>
                      <a:cubicBezTo>
                        <a:pt x="4587" y="397"/>
                        <a:pt x="4575" y="398"/>
                        <a:pt x="4562" y="400"/>
                      </a:cubicBezTo>
                      <a:cubicBezTo>
                        <a:pt x="4529" y="407"/>
                        <a:pt x="4562" y="427"/>
                        <a:pt x="4562" y="479"/>
                      </a:cubicBezTo>
                      <a:cubicBezTo>
                        <a:pt x="4562" y="532"/>
                        <a:pt x="4529" y="565"/>
                        <a:pt x="4509" y="591"/>
                      </a:cubicBezTo>
                      <a:cubicBezTo>
                        <a:pt x="4489" y="617"/>
                        <a:pt x="4450" y="624"/>
                        <a:pt x="4450" y="624"/>
                      </a:cubicBezTo>
                      <a:cubicBezTo>
                        <a:pt x="4450" y="624"/>
                        <a:pt x="4298" y="729"/>
                        <a:pt x="4272" y="736"/>
                      </a:cubicBezTo>
                      <a:cubicBezTo>
                        <a:pt x="4271" y="736"/>
                        <a:pt x="4270" y="736"/>
                        <a:pt x="4270" y="736"/>
                      </a:cubicBezTo>
                      <a:cubicBezTo>
                        <a:pt x="4242" y="736"/>
                        <a:pt x="4180" y="637"/>
                        <a:pt x="4180" y="624"/>
                      </a:cubicBezTo>
                      <a:cubicBezTo>
                        <a:pt x="4180" y="604"/>
                        <a:pt x="4200" y="565"/>
                        <a:pt x="4226" y="539"/>
                      </a:cubicBezTo>
                      <a:cubicBezTo>
                        <a:pt x="4252" y="506"/>
                        <a:pt x="4233" y="499"/>
                        <a:pt x="4226" y="479"/>
                      </a:cubicBezTo>
                      <a:cubicBezTo>
                        <a:pt x="4219" y="453"/>
                        <a:pt x="4140" y="334"/>
                        <a:pt x="4081" y="275"/>
                      </a:cubicBezTo>
                      <a:cubicBezTo>
                        <a:pt x="4022" y="223"/>
                        <a:pt x="3989" y="236"/>
                        <a:pt x="3917" y="170"/>
                      </a:cubicBezTo>
                      <a:cubicBezTo>
                        <a:pt x="3897" y="157"/>
                        <a:pt x="3884" y="137"/>
                        <a:pt x="3871" y="117"/>
                      </a:cubicBezTo>
                      <a:cubicBezTo>
                        <a:pt x="3831" y="150"/>
                        <a:pt x="3713" y="236"/>
                        <a:pt x="3627" y="275"/>
                      </a:cubicBezTo>
                      <a:cubicBezTo>
                        <a:pt x="3522" y="328"/>
                        <a:pt x="3515" y="387"/>
                        <a:pt x="3515" y="387"/>
                      </a:cubicBezTo>
                      <a:lnTo>
                        <a:pt x="3298" y="552"/>
                      </a:lnTo>
                      <a:cubicBezTo>
                        <a:pt x="3298" y="552"/>
                        <a:pt x="3206" y="571"/>
                        <a:pt x="3160" y="571"/>
                      </a:cubicBezTo>
                      <a:cubicBezTo>
                        <a:pt x="3114" y="578"/>
                        <a:pt x="3022" y="611"/>
                        <a:pt x="2989" y="637"/>
                      </a:cubicBezTo>
                      <a:cubicBezTo>
                        <a:pt x="2962" y="657"/>
                        <a:pt x="2903" y="729"/>
                        <a:pt x="2864" y="775"/>
                      </a:cubicBezTo>
                      <a:cubicBezTo>
                        <a:pt x="2847" y="798"/>
                        <a:pt x="2828" y="806"/>
                        <a:pt x="2806" y="806"/>
                      </a:cubicBezTo>
                      <a:cubicBezTo>
                        <a:pt x="2776" y="806"/>
                        <a:pt x="2741" y="791"/>
                        <a:pt x="2699" y="775"/>
                      </a:cubicBezTo>
                      <a:cubicBezTo>
                        <a:pt x="2633" y="749"/>
                        <a:pt x="2646" y="696"/>
                        <a:pt x="2633" y="670"/>
                      </a:cubicBezTo>
                      <a:cubicBezTo>
                        <a:pt x="2631" y="660"/>
                        <a:pt x="2616" y="657"/>
                        <a:pt x="2596" y="657"/>
                      </a:cubicBezTo>
                      <a:cubicBezTo>
                        <a:pt x="2562" y="657"/>
                        <a:pt x="2512" y="666"/>
                        <a:pt x="2475" y="670"/>
                      </a:cubicBezTo>
                      <a:cubicBezTo>
                        <a:pt x="2453" y="672"/>
                        <a:pt x="2439" y="673"/>
                        <a:pt x="2429" y="673"/>
                      </a:cubicBezTo>
                      <a:cubicBezTo>
                        <a:pt x="2410" y="673"/>
                        <a:pt x="2405" y="670"/>
                        <a:pt x="2383" y="670"/>
                      </a:cubicBezTo>
                      <a:cubicBezTo>
                        <a:pt x="2344" y="664"/>
                        <a:pt x="2331" y="631"/>
                        <a:pt x="2331" y="539"/>
                      </a:cubicBezTo>
                      <a:cubicBezTo>
                        <a:pt x="2331" y="510"/>
                        <a:pt x="2323" y="500"/>
                        <a:pt x="2313" y="500"/>
                      </a:cubicBezTo>
                      <a:cubicBezTo>
                        <a:pt x="2293" y="500"/>
                        <a:pt x="2260" y="539"/>
                        <a:pt x="2252" y="539"/>
                      </a:cubicBezTo>
                      <a:cubicBezTo>
                        <a:pt x="2232" y="545"/>
                        <a:pt x="2074" y="644"/>
                        <a:pt x="2008" y="723"/>
                      </a:cubicBezTo>
                      <a:cubicBezTo>
                        <a:pt x="1949" y="795"/>
                        <a:pt x="2028" y="861"/>
                        <a:pt x="2061" y="894"/>
                      </a:cubicBezTo>
                      <a:cubicBezTo>
                        <a:pt x="2100" y="927"/>
                        <a:pt x="2127" y="979"/>
                        <a:pt x="2140" y="1012"/>
                      </a:cubicBezTo>
                      <a:cubicBezTo>
                        <a:pt x="2146" y="1052"/>
                        <a:pt x="2034" y="1249"/>
                        <a:pt x="2008" y="1295"/>
                      </a:cubicBezTo>
                      <a:cubicBezTo>
                        <a:pt x="1988" y="1341"/>
                        <a:pt x="1890" y="1447"/>
                        <a:pt x="1850" y="1466"/>
                      </a:cubicBezTo>
                      <a:cubicBezTo>
                        <a:pt x="1817" y="1486"/>
                        <a:pt x="1712" y="1532"/>
                        <a:pt x="1679" y="1532"/>
                      </a:cubicBezTo>
                      <a:cubicBezTo>
                        <a:pt x="1639" y="1532"/>
                        <a:pt x="1600" y="1506"/>
                        <a:pt x="1587" y="1506"/>
                      </a:cubicBezTo>
                      <a:cubicBezTo>
                        <a:pt x="1574" y="1506"/>
                        <a:pt x="1482" y="1618"/>
                        <a:pt x="1449" y="1657"/>
                      </a:cubicBezTo>
                      <a:cubicBezTo>
                        <a:pt x="1422" y="1690"/>
                        <a:pt x="1356" y="1736"/>
                        <a:pt x="1310" y="1763"/>
                      </a:cubicBezTo>
                      <a:lnTo>
                        <a:pt x="1297" y="1769"/>
                      </a:lnTo>
                      <a:cubicBezTo>
                        <a:pt x="1286" y="1775"/>
                        <a:pt x="1274" y="1777"/>
                        <a:pt x="1262" y="1777"/>
                      </a:cubicBezTo>
                      <a:cubicBezTo>
                        <a:pt x="1220" y="1777"/>
                        <a:pt x="1181" y="1749"/>
                        <a:pt x="1166" y="1749"/>
                      </a:cubicBezTo>
                      <a:cubicBezTo>
                        <a:pt x="1146" y="1743"/>
                        <a:pt x="1041" y="1743"/>
                        <a:pt x="962" y="1710"/>
                      </a:cubicBezTo>
                      <a:cubicBezTo>
                        <a:pt x="883" y="1671"/>
                        <a:pt x="889" y="1611"/>
                        <a:pt x="869" y="1565"/>
                      </a:cubicBezTo>
                      <a:cubicBezTo>
                        <a:pt x="856" y="1519"/>
                        <a:pt x="869" y="1466"/>
                        <a:pt x="869" y="1434"/>
                      </a:cubicBezTo>
                      <a:cubicBezTo>
                        <a:pt x="869" y="1394"/>
                        <a:pt x="837" y="1388"/>
                        <a:pt x="837" y="1335"/>
                      </a:cubicBezTo>
                      <a:cubicBezTo>
                        <a:pt x="837" y="1282"/>
                        <a:pt x="758" y="1170"/>
                        <a:pt x="731" y="1157"/>
                      </a:cubicBezTo>
                      <a:cubicBezTo>
                        <a:pt x="729" y="1156"/>
                        <a:pt x="726" y="1155"/>
                        <a:pt x="724" y="1155"/>
                      </a:cubicBezTo>
                      <a:cubicBezTo>
                        <a:pt x="697" y="1155"/>
                        <a:pt x="657" y="1212"/>
                        <a:pt x="633" y="1236"/>
                      </a:cubicBezTo>
                      <a:lnTo>
                        <a:pt x="639" y="1249"/>
                      </a:lnTo>
                      <a:cubicBezTo>
                        <a:pt x="639" y="1249"/>
                        <a:pt x="672" y="1276"/>
                        <a:pt x="639" y="1315"/>
                      </a:cubicBezTo>
                      <a:cubicBezTo>
                        <a:pt x="606" y="1355"/>
                        <a:pt x="521" y="1427"/>
                        <a:pt x="461" y="1493"/>
                      </a:cubicBezTo>
                      <a:cubicBezTo>
                        <a:pt x="402" y="1559"/>
                        <a:pt x="244" y="1690"/>
                        <a:pt x="205" y="1743"/>
                      </a:cubicBezTo>
                      <a:cubicBezTo>
                        <a:pt x="165" y="1796"/>
                        <a:pt x="1" y="2013"/>
                        <a:pt x="20" y="2052"/>
                      </a:cubicBezTo>
                      <a:cubicBezTo>
                        <a:pt x="47" y="2092"/>
                        <a:pt x="132" y="2144"/>
                        <a:pt x="165" y="2164"/>
                      </a:cubicBezTo>
                      <a:cubicBezTo>
                        <a:pt x="198" y="2184"/>
                        <a:pt x="323" y="2184"/>
                        <a:pt x="336" y="2210"/>
                      </a:cubicBezTo>
                      <a:cubicBezTo>
                        <a:pt x="350" y="2230"/>
                        <a:pt x="422" y="2302"/>
                        <a:pt x="376" y="2315"/>
                      </a:cubicBezTo>
                      <a:cubicBezTo>
                        <a:pt x="330" y="2329"/>
                        <a:pt x="211" y="2329"/>
                        <a:pt x="198" y="2342"/>
                      </a:cubicBezTo>
                      <a:cubicBezTo>
                        <a:pt x="185" y="2355"/>
                        <a:pt x="192" y="2421"/>
                        <a:pt x="192" y="2421"/>
                      </a:cubicBezTo>
                      <a:cubicBezTo>
                        <a:pt x="192" y="2421"/>
                        <a:pt x="382" y="2460"/>
                        <a:pt x="350" y="2526"/>
                      </a:cubicBezTo>
                      <a:cubicBezTo>
                        <a:pt x="350" y="2533"/>
                        <a:pt x="350" y="2539"/>
                        <a:pt x="343" y="2539"/>
                      </a:cubicBezTo>
                      <a:cubicBezTo>
                        <a:pt x="336" y="2552"/>
                        <a:pt x="330" y="2559"/>
                        <a:pt x="317" y="2566"/>
                      </a:cubicBezTo>
                      <a:cubicBezTo>
                        <a:pt x="310" y="2572"/>
                        <a:pt x="297" y="2572"/>
                        <a:pt x="290" y="2579"/>
                      </a:cubicBezTo>
                      <a:lnTo>
                        <a:pt x="277" y="2579"/>
                      </a:lnTo>
                      <a:cubicBezTo>
                        <a:pt x="271" y="2585"/>
                        <a:pt x="257" y="2585"/>
                        <a:pt x="244" y="2585"/>
                      </a:cubicBezTo>
                      <a:cubicBezTo>
                        <a:pt x="238" y="2592"/>
                        <a:pt x="238" y="2592"/>
                        <a:pt x="238" y="2592"/>
                      </a:cubicBezTo>
                      <a:lnTo>
                        <a:pt x="218" y="2592"/>
                      </a:lnTo>
                      <a:cubicBezTo>
                        <a:pt x="211" y="2598"/>
                        <a:pt x="198" y="2598"/>
                        <a:pt x="198" y="2605"/>
                      </a:cubicBezTo>
                      <a:cubicBezTo>
                        <a:pt x="192" y="2631"/>
                        <a:pt x="257" y="2849"/>
                        <a:pt x="277" y="2855"/>
                      </a:cubicBezTo>
                      <a:cubicBezTo>
                        <a:pt x="290" y="2868"/>
                        <a:pt x="343" y="2881"/>
                        <a:pt x="350" y="2901"/>
                      </a:cubicBezTo>
                      <a:cubicBezTo>
                        <a:pt x="363" y="2921"/>
                        <a:pt x="389" y="2941"/>
                        <a:pt x="350" y="2980"/>
                      </a:cubicBezTo>
                      <a:cubicBezTo>
                        <a:pt x="310" y="3020"/>
                        <a:pt x="297" y="3079"/>
                        <a:pt x="297" y="3112"/>
                      </a:cubicBezTo>
                      <a:cubicBezTo>
                        <a:pt x="297" y="3145"/>
                        <a:pt x="330" y="3171"/>
                        <a:pt x="350" y="3178"/>
                      </a:cubicBezTo>
                      <a:cubicBezTo>
                        <a:pt x="369" y="3184"/>
                        <a:pt x="396" y="3237"/>
                        <a:pt x="376" y="3257"/>
                      </a:cubicBezTo>
                      <a:cubicBezTo>
                        <a:pt x="363" y="3270"/>
                        <a:pt x="356" y="3283"/>
                        <a:pt x="336" y="3303"/>
                      </a:cubicBezTo>
                      <a:cubicBezTo>
                        <a:pt x="317" y="3329"/>
                        <a:pt x="251" y="3349"/>
                        <a:pt x="264" y="3421"/>
                      </a:cubicBezTo>
                      <a:cubicBezTo>
                        <a:pt x="271" y="3459"/>
                        <a:pt x="299" y="3468"/>
                        <a:pt x="330" y="3468"/>
                      </a:cubicBezTo>
                      <a:cubicBezTo>
                        <a:pt x="357" y="3468"/>
                        <a:pt x="387" y="3461"/>
                        <a:pt x="402" y="3461"/>
                      </a:cubicBezTo>
                      <a:cubicBezTo>
                        <a:pt x="410" y="3461"/>
                        <a:pt x="425" y="3460"/>
                        <a:pt x="441" y="3460"/>
                      </a:cubicBezTo>
                      <a:cubicBezTo>
                        <a:pt x="491" y="3460"/>
                        <a:pt x="560" y="3464"/>
                        <a:pt x="540" y="3494"/>
                      </a:cubicBezTo>
                      <a:cubicBezTo>
                        <a:pt x="507" y="3533"/>
                        <a:pt x="415" y="3553"/>
                        <a:pt x="369" y="3605"/>
                      </a:cubicBezTo>
                      <a:cubicBezTo>
                        <a:pt x="330" y="3651"/>
                        <a:pt x="310" y="3638"/>
                        <a:pt x="310" y="3704"/>
                      </a:cubicBezTo>
                      <a:cubicBezTo>
                        <a:pt x="310" y="3770"/>
                        <a:pt x="330" y="3783"/>
                        <a:pt x="336" y="3829"/>
                      </a:cubicBezTo>
                      <a:cubicBezTo>
                        <a:pt x="336" y="3875"/>
                        <a:pt x="330" y="3961"/>
                        <a:pt x="317" y="3994"/>
                      </a:cubicBezTo>
                      <a:cubicBezTo>
                        <a:pt x="310" y="4027"/>
                        <a:pt x="264" y="4132"/>
                        <a:pt x="336" y="4171"/>
                      </a:cubicBezTo>
                      <a:cubicBezTo>
                        <a:pt x="402" y="4217"/>
                        <a:pt x="475" y="4270"/>
                        <a:pt x="494" y="4283"/>
                      </a:cubicBezTo>
                      <a:cubicBezTo>
                        <a:pt x="514" y="4296"/>
                        <a:pt x="534" y="4336"/>
                        <a:pt x="507" y="4356"/>
                      </a:cubicBezTo>
                      <a:cubicBezTo>
                        <a:pt x="488" y="4369"/>
                        <a:pt x="455" y="4356"/>
                        <a:pt x="455" y="4422"/>
                      </a:cubicBezTo>
                      <a:lnTo>
                        <a:pt x="455" y="4658"/>
                      </a:lnTo>
                      <a:cubicBezTo>
                        <a:pt x="455" y="4672"/>
                        <a:pt x="494" y="4705"/>
                        <a:pt x="488" y="4724"/>
                      </a:cubicBezTo>
                      <a:cubicBezTo>
                        <a:pt x="481" y="4751"/>
                        <a:pt x="455" y="4737"/>
                        <a:pt x="435" y="4803"/>
                      </a:cubicBezTo>
                      <a:cubicBezTo>
                        <a:pt x="415" y="4869"/>
                        <a:pt x="382" y="4928"/>
                        <a:pt x="409" y="4935"/>
                      </a:cubicBezTo>
                      <a:cubicBezTo>
                        <a:pt x="411" y="4935"/>
                        <a:pt x="414" y="4936"/>
                        <a:pt x="419" y="4936"/>
                      </a:cubicBezTo>
                      <a:cubicBezTo>
                        <a:pt x="461" y="4936"/>
                        <a:pt x="588" y="4907"/>
                        <a:pt x="600" y="4889"/>
                      </a:cubicBezTo>
                      <a:cubicBezTo>
                        <a:pt x="613" y="4862"/>
                        <a:pt x="810" y="4698"/>
                        <a:pt x="837" y="4672"/>
                      </a:cubicBezTo>
                      <a:cubicBezTo>
                        <a:pt x="869" y="4639"/>
                        <a:pt x="948" y="4579"/>
                        <a:pt x="1001" y="4547"/>
                      </a:cubicBezTo>
                      <a:cubicBezTo>
                        <a:pt x="1054" y="4514"/>
                        <a:pt x="1225" y="4474"/>
                        <a:pt x="1225" y="4474"/>
                      </a:cubicBezTo>
                      <a:lnTo>
                        <a:pt x="1251" y="4454"/>
                      </a:lnTo>
                      <a:lnTo>
                        <a:pt x="1343" y="4395"/>
                      </a:lnTo>
                      <a:cubicBezTo>
                        <a:pt x="1343" y="4395"/>
                        <a:pt x="1534" y="4231"/>
                        <a:pt x="1607" y="4211"/>
                      </a:cubicBezTo>
                      <a:cubicBezTo>
                        <a:pt x="1658" y="4197"/>
                        <a:pt x="1795" y="4183"/>
                        <a:pt x="1882" y="4183"/>
                      </a:cubicBezTo>
                      <a:cubicBezTo>
                        <a:pt x="1918" y="4183"/>
                        <a:pt x="1946" y="4185"/>
                        <a:pt x="1955" y="4191"/>
                      </a:cubicBezTo>
                      <a:cubicBezTo>
                        <a:pt x="1982" y="4204"/>
                        <a:pt x="2054" y="4283"/>
                        <a:pt x="2054" y="4283"/>
                      </a:cubicBezTo>
                      <a:cubicBezTo>
                        <a:pt x="2054" y="4283"/>
                        <a:pt x="2061" y="4323"/>
                        <a:pt x="2028" y="4369"/>
                      </a:cubicBezTo>
                      <a:cubicBezTo>
                        <a:pt x="2001" y="4415"/>
                        <a:pt x="1962" y="4461"/>
                        <a:pt x="1988" y="4520"/>
                      </a:cubicBezTo>
                      <a:cubicBezTo>
                        <a:pt x="2008" y="4579"/>
                        <a:pt x="2048" y="4626"/>
                        <a:pt x="2100" y="4639"/>
                      </a:cubicBezTo>
                      <a:cubicBezTo>
                        <a:pt x="2137" y="4648"/>
                        <a:pt x="2173" y="4663"/>
                        <a:pt x="2201" y="4663"/>
                      </a:cubicBezTo>
                      <a:cubicBezTo>
                        <a:pt x="2213" y="4663"/>
                        <a:pt x="2224" y="4660"/>
                        <a:pt x="2232" y="4652"/>
                      </a:cubicBezTo>
                      <a:cubicBezTo>
                        <a:pt x="2265" y="4626"/>
                        <a:pt x="2278" y="4560"/>
                        <a:pt x="2324" y="4533"/>
                      </a:cubicBezTo>
                      <a:cubicBezTo>
                        <a:pt x="2366" y="4513"/>
                        <a:pt x="2366" y="4471"/>
                        <a:pt x="2427" y="4471"/>
                      </a:cubicBezTo>
                      <a:cubicBezTo>
                        <a:pt x="2442" y="4471"/>
                        <a:pt x="2462" y="4474"/>
                        <a:pt x="2488" y="4481"/>
                      </a:cubicBezTo>
                      <a:cubicBezTo>
                        <a:pt x="2614" y="4514"/>
                        <a:pt x="2686" y="4573"/>
                        <a:pt x="2712" y="4599"/>
                      </a:cubicBezTo>
                      <a:cubicBezTo>
                        <a:pt x="2732" y="4632"/>
                        <a:pt x="2739" y="4658"/>
                        <a:pt x="2870" y="4718"/>
                      </a:cubicBezTo>
                      <a:cubicBezTo>
                        <a:pt x="2995" y="4783"/>
                        <a:pt x="3054" y="4823"/>
                        <a:pt x="3101" y="4856"/>
                      </a:cubicBezTo>
                      <a:cubicBezTo>
                        <a:pt x="3153" y="4882"/>
                        <a:pt x="3239" y="4902"/>
                        <a:pt x="3239" y="4902"/>
                      </a:cubicBezTo>
                      <a:cubicBezTo>
                        <a:pt x="3239" y="4902"/>
                        <a:pt x="3416" y="4882"/>
                        <a:pt x="3443" y="4856"/>
                      </a:cubicBezTo>
                      <a:cubicBezTo>
                        <a:pt x="3460" y="4839"/>
                        <a:pt x="3482" y="4822"/>
                        <a:pt x="3505" y="4822"/>
                      </a:cubicBezTo>
                      <a:cubicBezTo>
                        <a:pt x="3508" y="4822"/>
                        <a:pt x="3512" y="4822"/>
                        <a:pt x="3515" y="4823"/>
                      </a:cubicBezTo>
                      <a:cubicBezTo>
                        <a:pt x="3541" y="4836"/>
                        <a:pt x="3614" y="4882"/>
                        <a:pt x="3614" y="4882"/>
                      </a:cubicBezTo>
                      <a:lnTo>
                        <a:pt x="3778" y="5178"/>
                      </a:lnTo>
                      <a:cubicBezTo>
                        <a:pt x="3778" y="5178"/>
                        <a:pt x="3785" y="5264"/>
                        <a:pt x="3792" y="5284"/>
                      </a:cubicBezTo>
                      <a:cubicBezTo>
                        <a:pt x="3805" y="5303"/>
                        <a:pt x="3943" y="5323"/>
                        <a:pt x="3943" y="5323"/>
                      </a:cubicBezTo>
                      <a:cubicBezTo>
                        <a:pt x="3943" y="5323"/>
                        <a:pt x="4009" y="5317"/>
                        <a:pt x="4015" y="5297"/>
                      </a:cubicBezTo>
                      <a:cubicBezTo>
                        <a:pt x="4022" y="5270"/>
                        <a:pt x="4009" y="5244"/>
                        <a:pt x="4081" y="5244"/>
                      </a:cubicBezTo>
                      <a:cubicBezTo>
                        <a:pt x="4093" y="5245"/>
                        <a:pt x="4103" y="5246"/>
                        <a:pt x="4112" y="5246"/>
                      </a:cubicBezTo>
                      <a:cubicBezTo>
                        <a:pt x="4129" y="5246"/>
                        <a:pt x="4140" y="5244"/>
                        <a:pt x="4154" y="5244"/>
                      </a:cubicBezTo>
                      <a:cubicBezTo>
                        <a:pt x="4173" y="5244"/>
                        <a:pt x="4196" y="5247"/>
                        <a:pt x="4246" y="5264"/>
                      </a:cubicBezTo>
                      <a:cubicBezTo>
                        <a:pt x="4344" y="5303"/>
                        <a:pt x="4371" y="5297"/>
                        <a:pt x="4377" y="5323"/>
                      </a:cubicBezTo>
                      <a:cubicBezTo>
                        <a:pt x="4384" y="5356"/>
                        <a:pt x="4456" y="5402"/>
                        <a:pt x="4489" y="5402"/>
                      </a:cubicBezTo>
                      <a:cubicBezTo>
                        <a:pt x="4529" y="5402"/>
                        <a:pt x="4627" y="5402"/>
                        <a:pt x="4673" y="5435"/>
                      </a:cubicBezTo>
                      <a:cubicBezTo>
                        <a:pt x="4720" y="5475"/>
                        <a:pt x="4779" y="5494"/>
                        <a:pt x="4812" y="5567"/>
                      </a:cubicBezTo>
                      <a:cubicBezTo>
                        <a:pt x="4845" y="5639"/>
                        <a:pt x="4838" y="5705"/>
                        <a:pt x="4812" y="5731"/>
                      </a:cubicBezTo>
                      <a:cubicBezTo>
                        <a:pt x="4785" y="5751"/>
                        <a:pt x="4641" y="5797"/>
                        <a:pt x="4608" y="5830"/>
                      </a:cubicBezTo>
                      <a:cubicBezTo>
                        <a:pt x="4575" y="5863"/>
                        <a:pt x="4509" y="5955"/>
                        <a:pt x="4489" y="5988"/>
                      </a:cubicBezTo>
                      <a:cubicBezTo>
                        <a:pt x="4463" y="6027"/>
                        <a:pt x="4568" y="6047"/>
                        <a:pt x="4548" y="6106"/>
                      </a:cubicBezTo>
                      <a:cubicBezTo>
                        <a:pt x="4529" y="6166"/>
                        <a:pt x="4516" y="6185"/>
                        <a:pt x="4456" y="6205"/>
                      </a:cubicBezTo>
                      <a:cubicBezTo>
                        <a:pt x="4390" y="6218"/>
                        <a:pt x="4344" y="6251"/>
                        <a:pt x="4338" y="6284"/>
                      </a:cubicBezTo>
                      <a:cubicBezTo>
                        <a:pt x="4325" y="6310"/>
                        <a:pt x="4325" y="6363"/>
                        <a:pt x="4325" y="6409"/>
                      </a:cubicBezTo>
                      <a:cubicBezTo>
                        <a:pt x="4325" y="6462"/>
                        <a:pt x="4318" y="6501"/>
                        <a:pt x="4351" y="6541"/>
                      </a:cubicBezTo>
                      <a:cubicBezTo>
                        <a:pt x="4384" y="6580"/>
                        <a:pt x="4417" y="6613"/>
                        <a:pt x="4456" y="6653"/>
                      </a:cubicBezTo>
                      <a:cubicBezTo>
                        <a:pt x="4489" y="6699"/>
                        <a:pt x="4601" y="6843"/>
                        <a:pt x="4601" y="6870"/>
                      </a:cubicBezTo>
                      <a:cubicBezTo>
                        <a:pt x="4601" y="6896"/>
                        <a:pt x="4581" y="6949"/>
                        <a:pt x="4595" y="6975"/>
                      </a:cubicBezTo>
                      <a:cubicBezTo>
                        <a:pt x="4595" y="6982"/>
                        <a:pt x="4601" y="6988"/>
                        <a:pt x="4608" y="6995"/>
                      </a:cubicBezTo>
                      <a:cubicBezTo>
                        <a:pt x="4647" y="7021"/>
                        <a:pt x="4746" y="7067"/>
                        <a:pt x="4766" y="7094"/>
                      </a:cubicBezTo>
                      <a:cubicBezTo>
                        <a:pt x="4792" y="7133"/>
                        <a:pt x="4996" y="7238"/>
                        <a:pt x="4996" y="7238"/>
                      </a:cubicBezTo>
                      <a:lnTo>
                        <a:pt x="5029" y="7258"/>
                      </a:lnTo>
                      <a:cubicBezTo>
                        <a:pt x="5062" y="7205"/>
                        <a:pt x="5101" y="7133"/>
                        <a:pt x="5141" y="7087"/>
                      </a:cubicBezTo>
                      <a:cubicBezTo>
                        <a:pt x="5147" y="7074"/>
                        <a:pt x="5161" y="7061"/>
                        <a:pt x="5167" y="7054"/>
                      </a:cubicBezTo>
                      <a:cubicBezTo>
                        <a:pt x="5226" y="7015"/>
                        <a:pt x="5332" y="6929"/>
                        <a:pt x="5332" y="6929"/>
                      </a:cubicBezTo>
                      <a:cubicBezTo>
                        <a:pt x="5332" y="6929"/>
                        <a:pt x="5391" y="6830"/>
                        <a:pt x="5384" y="6784"/>
                      </a:cubicBezTo>
                      <a:cubicBezTo>
                        <a:pt x="5378" y="6745"/>
                        <a:pt x="5338" y="6528"/>
                        <a:pt x="5332" y="6514"/>
                      </a:cubicBezTo>
                      <a:cubicBezTo>
                        <a:pt x="5332" y="6501"/>
                        <a:pt x="5312" y="6264"/>
                        <a:pt x="5351" y="6106"/>
                      </a:cubicBezTo>
                      <a:cubicBezTo>
                        <a:pt x="5391" y="5955"/>
                        <a:pt x="5411" y="5784"/>
                        <a:pt x="5457" y="5672"/>
                      </a:cubicBezTo>
                      <a:cubicBezTo>
                        <a:pt x="5496" y="5553"/>
                        <a:pt x="5529" y="5468"/>
                        <a:pt x="5536" y="5428"/>
                      </a:cubicBezTo>
                      <a:cubicBezTo>
                        <a:pt x="5542" y="5382"/>
                        <a:pt x="5529" y="5132"/>
                        <a:pt x="5516" y="5080"/>
                      </a:cubicBezTo>
                      <a:cubicBezTo>
                        <a:pt x="5503" y="5027"/>
                        <a:pt x="5509" y="4843"/>
                        <a:pt x="5483" y="4757"/>
                      </a:cubicBezTo>
                      <a:cubicBezTo>
                        <a:pt x="5457" y="4672"/>
                        <a:pt x="5417" y="4586"/>
                        <a:pt x="5430" y="4514"/>
                      </a:cubicBezTo>
                      <a:cubicBezTo>
                        <a:pt x="5450" y="4441"/>
                        <a:pt x="5536" y="4343"/>
                        <a:pt x="5536" y="4329"/>
                      </a:cubicBezTo>
                      <a:cubicBezTo>
                        <a:pt x="5536" y="4310"/>
                        <a:pt x="5529" y="4204"/>
                        <a:pt x="5536" y="4139"/>
                      </a:cubicBezTo>
                      <a:cubicBezTo>
                        <a:pt x="5542" y="4073"/>
                        <a:pt x="5555" y="3981"/>
                        <a:pt x="5536" y="3921"/>
                      </a:cubicBezTo>
                      <a:cubicBezTo>
                        <a:pt x="5516" y="3856"/>
                        <a:pt x="5476" y="3836"/>
                        <a:pt x="5509" y="3777"/>
                      </a:cubicBezTo>
                      <a:cubicBezTo>
                        <a:pt x="5549" y="3717"/>
                        <a:pt x="5575" y="3665"/>
                        <a:pt x="5569" y="3619"/>
                      </a:cubicBezTo>
                      <a:cubicBezTo>
                        <a:pt x="5555" y="3579"/>
                        <a:pt x="5509" y="3500"/>
                        <a:pt x="5569" y="3434"/>
                      </a:cubicBezTo>
                      <a:cubicBezTo>
                        <a:pt x="5623" y="3380"/>
                        <a:pt x="5739" y="3247"/>
                        <a:pt x="5773" y="3247"/>
                      </a:cubicBezTo>
                      <a:cubicBezTo>
                        <a:pt x="5775" y="3247"/>
                        <a:pt x="5778" y="3248"/>
                        <a:pt x="5779" y="3250"/>
                      </a:cubicBezTo>
                      <a:cubicBezTo>
                        <a:pt x="5796" y="3267"/>
                        <a:pt x="5784" y="3334"/>
                        <a:pt x="5832" y="3334"/>
                      </a:cubicBezTo>
                      <a:cubicBezTo>
                        <a:pt x="5839" y="3334"/>
                        <a:pt x="5848" y="3332"/>
                        <a:pt x="5858" y="3329"/>
                      </a:cubicBezTo>
                      <a:cubicBezTo>
                        <a:pt x="5937" y="3296"/>
                        <a:pt x="6016" y="3257"/>
                        <a:pt x="6042" y="3191"/>
                      </a:cubicBezTo>
                      <a:cubicBezTo>
                        <a:pt x="6069" y="3125"/>
                        <a:pt x="6154" y="2908"/>
                        <a:pt x="6207" y="2829"/>
                      </a:cubicBezTo>
                      <a:cubicBezTo>
                        <a:pt x="6260" y="2743"/>
                        <a:pt x="6497" y="2526"/>
                        <a:pt x="6549" y="2421"/>
                      </a:cubicBezTo>
                      <a:cubicBezTo>
                        <a:pt x="6562" y="2394"/>
                        <a:pt x="6582" y="2355"/>
                        <a:pt x="6608" y="2302"/>
                      </a:cubicBezTo>
                      <a:cubicBezTo>
                        <a:pt x="6615" y="2289"/>
                        <a:pt x="6622" y="2283"/>
                        <a:pt x="6628" y="2269"/>
                      </a:cubicBezTo>
                      <a:cubicBezTo>
                        <a:pt x="6635" y="2256"/>
                        <a:pt x="6641" y="2243"/>
                        <a:pt x="6648" y="2230"/>
                      </a:cubicBezTo>
                      <a:cubicBezTo>
                        <a:pt x="6615" y="2223"/>
                        <a:pt x="6582" y="2217"/>
                        <a:pt x="6569" y="2217"/>
                      </a:cubicBezTo>
                      <a:cubicBezTo>
                        <a:pt x="6563" y="2214"/>
                        <a:pt x="6556" y="2214"/>
                        <a:pt x="6548" y="2214"/>
                      </a:cubicBezTo>
                      <a:cubicBezTo>
                        <a:pt x="6523" y="2214"/>
                        <a:pt x="6490" y="2223"/>
                        <a:pt x="6469" y="2223"/>
                      </a:cubicBezTo>
                      <a:cubicBezTo>
                        <a:pt x="6460" y="2223"/>
                        <a:pt x="6454" y="2222"/>
                        <a:pt x="6450" y="2217"/>
                      </a:cubicBezTo>
                      <a:cubicBezTo>
                        <a:pt x="6446" y="2212"/>
                        <a:pt x="6425" y="2211"/>
                        <a:pt x="6399" y="2211"/>
                      </a:cubicBezTo>
                      <a:cubicBezTo>
                        <a:pt x="6346" y="2211"/>
                        <a:pt x="6273" y="2217"/>
                        <a:pt x="6273" y="2217"/>
                      </a:cubicBezTo>
                      <a:cubicBezTo>
                        <a:pt x="6273" y="2217"/>
                        <a:pt x="6200" y="2171"/>
                        <a:pt x="6154" y="2085"/>
                      </a:cubicBezTo>
                      <a:cubicBezTo>
                        <a:pt x="6108" y="2006"/>
                        <a:pt x="6128" y="2039"/>
                        <a:pt x="6115" y="1993"/>
                      </a:cubicBezTo>
                      <a:cubicBezTo>
                        <a:pt x="6102" y="1947"/>
                        <a:pt x="6095" y="1921"/>
                        <a:pt x="6075" y="1875"/>
                      </a:cubicBezTo>
                      <a:cubicBezTo>
                        <a:pt x="6049" y="1822"/>
                        <a:pt x="6036" y="1822"/>
                        <a:pt x="6010" y="1776"/>
                      </a:cubicBezTo>
                      <a:cubicBezTo>
                        <a:pt x="5990" y="1736"/>
                        <a:pt x="5963" y="1677"/>
                        <a:pt x="5963" y="1618"/>
                      </a:cubicBezTo>
                      <a:cubicBezTo>
                        <a:pt x="5963" y="1586"/>
                        <a:pt x="5983" y="1581"/>
                        <a:pt x="6009" y="1581"/>
                      </a:cubicBezTo>
                      <a:cubicBezTo>
                        <a:pt x="6021" y="1581"/>
                        <a:pt x="6034" y="1582"/>
                        <a:pt x="6048" y="1582"/>
                      </a:cubicBezTo>
                      <a:cubicBezTo>
                        <a:pt x="6060" y="1582"/>
                        <a:pt x="6071" y="1581"/>
                        <a:pt x="6082" y="1578"/>
                      </a:cubicBezTo>
                      <a:cubicBezTo>
                        <a:pt x="6099" y="1572"/>
                        <a:pt x="6111" y="1570"/>
                        <a:pt x="6119" y="1570"/>
                      </a:cubicBezTo>
                      <a:cubicBezTo>
                        <a:pt x="6135" y="1570"/>
                        <a:pt x="6135" y="1578"/>
                        <a:pt x="6135" y="1578"/>
                      </a:cubicBezTo>
                      <a:cubicBezTo>
                        <a:pt x="6135" y="1578"/>
                        <a:pt x="6194" y="1611"/>
                        <a:pt x="6207" y="1618"/>
                      </a:cubicBezTo>
                      <a:cubicBezTo>
                        <a:pt x="6220" y="1618"/>
                        <a:pt x="6306" y="1598"/>
                        <a:pt x="6306" y="1552"/>
                      </a:cubicBezTo>
                      <a:cubicBezTo>
                        <a:pt x="6312" y="1513"/>
                        <a:pt x="6299" y="1499"/>
                        <a:pt x="6279" y="1427"/>
                      </a:cubicBezTo>
                      <a:cubicBezTo>
                        <a:pt x="6265" y="1374"/>
                        <a:pt x="6268" y="1367"/>
                        <a:pt x="6271" y="1367"/>
                      </a:cubicBezTo>
                      <a:cubicBezTo>
                        <a:pt x="6272" y="1367"/>
                        <a:pt x="6273" y="1368"/>
                        <a:pt x="6273" y="1368"/>
                      </a:cubicBezTo>
                      <a:cubicBezTo>
                        <a:pt x="6273" y="1368"/>
                        <a:pt x="6332" y="1276"/>
                        <a:pt x="6332" y="1249"/>
                      </a:cubicBezTo>
                      <a:cubicBezTo>
                        <a:pt x="6332" y="1223"/>
                        <a:pt x="6319" y="1190"/>
                        <a:pt x="6299" y="1170"/>
                      </a:cubicBezTo>
                      <a:cubicBezTo>
                        <a:pt x="6286" y="1157"/>
                        <a:pt x="6273" y="1137"/>
                        <a:pt x="6253" y="1118"/>
                      </a:cubicBezTo>
                      <a:cubicBezTo>
                        <a:pt x="6227" y="1078"/>
                        <a:pt x="6187" y="1032"/>
                        <a:pt x="6167" y="1019"/>
                      </a:cubicBezTo>
                      <a:cubicBezTo>
                        <a:pt x="6141" y="999"/>
                        <a:pt x="6121" y="914"/>
                        <a:pt x="6121" y="874"/>
                      </a:cubicBezTo>
                      <a:cubicBezTo>
                        <a:pt x="6121" y="841"/>
                        <a:pt x="6095" y="775"/>
                        <a:pt x="6088" y="736"/>
                      </a:cubicBezTo>
                      <a:cubicBezTo>
                        <a:pt x="6088" y="729"/>
                        <a:pt x="6088" y="723"/>
                        <a:pt x="6088" y="716"/>
                      </a:cubicBezTo>
                      <a:cubicBezTo>
                        <a:pt x="6088" y="683"/>
                        <a:pt x="6029" y="637"/>
                        <a:pt x="6003" y="598"/>
                      </a:cubicBezTo>
                      <a:cubicBezTo>
                        <a:pt x="5996" y="585"/>
                        <a:pt x="5990" y="578"/>
                        <a:pt x="5990" y="578"/>
                      </a:cubicBezTo>
                      <a:cubicBezTo>
                        <a:pt x="5970" y="545"/>
                        <a:pt x="5963" y="525"/>
                        <a:pt x="5963" y="512"/>
                      </a:cubicBezTo>
                      <a:cubicBezTo>
                        <a:pt x="5963" y="499"/>
                        <a:pt x="5944" y="407"/>
                        <a:pt x="5898" y="361"/>
                      </a:cubicBezTo>
                      <a:cubicBezTo>
                        <a:pt x="5852" y="321"/>
                        <a:pt x="5766" y="321"/>
                        <a:pt x="5746" y="321"/>
                      </a:cubicBezTo>
                      <a:cubicBezTo>
                        <a:pt x="5720" y="321"/>
                        <a:pt x="5674" y="308"/>
                        <a:pt x="5641" y="288"/>
                      </a:cubicBezTo>
                      <a:cubicBezTo>
                        <a:pt x="5601" y="262"/>
                        <a:pt x="5562" y="209"/>
                        <a:pt x="5549" y="203"/>
                      </a:cubicBezTo>
                      <a:cubicBezTo>
                        <a:pt x="5542" y="196"/>
                        <a:pt x="5526" y="196"/>
                        <a:pt x="5499" y="196"/>
                      </a:cubicBezTo>
                      <a:cubicBezTo>
                        <a:pt x="5471" y="196"/>
                        <a:pt x="5434" y="196"/>
                        <a:pt x="5384" y="190"/>
                      </a:cubicBezTo>
                      <a:cubicBezTo>
                        <a:pt x="5292" y="177"/>
                        <a:pt x="5318" y="177"/>
                        <a:pt x="5286" y="157"/>
                      </a:cubicBezTo>
                      <a:cubicBezTo>
                        <a:pt x="5259" y="144"/>
                        <a:pt x="5239" y="91"/>
                        <a:pt x="5200" y="25"/>
                      </a:cubicBezTo>
                      <a:cubicBezTo>
                        <a:pt x="5189" y="7"/>
                        <a:pt x="5179" y="1"/>
                        <a:pt x="5168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1570;p19">
                  <a:extLst>
                    <a:ext uri="{FF2B5EF4-FFF2-40B4-BE49-F238E27FC236}">
                      <a16:creationId xmlns:a16="http://schemas.microsoft.com/office/drawing/2014/main" id="{36052912-777B-6106-ED61-CB78A23C2271}"/>
                    </a:ext>
                  </a:extLst>
                </p:cNvPr>
                <p:cNvSpPr/>
                <p:nvPr/>
              </p:nvSpPr>
              <p:spPr>
                <a:xfrm>
                  <a:off x="7829117" y="3376686"/>
                  <a:ext cx="299705" cy="206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6" h="1896" extrusionOk="0">
                      <a:moveTo>
                        <a:pt x="2094" y="0"/>
                      </a:moveTo>
                      <a:lnTo>
                        <a:pt x="2094" y="0"/>
                      </a:lnTo>
                      <a:cubicBezTo>
                        <a:pt x="2047" y="27"/>
                        <a:pt x="2001" y="60"/>
                        <a:pt x="1988" y="93"/>
                      </a:cubicBezTo>
                      <a:cubicBezTo>
                        <a:pt x="1968" y="172"/>
                        <a:pt x="1936" y="152"/>
                        <a:pt x="1876" y="244"/>
                      </a:cubicBezTo>
                      <a:cubicBezTo>
                        <a:pt x="1824" y="343"/>
                        <a:pt x="1824" y="349"/>
                        <a:pt x="1804" y="395"/>
                      </a:cubicBezTo>
                      <a:cubicBezTo>
                        <a:pt x="1784" y="435"/>
                        <a:pt x="1771" y="501"/>
                        <a:pt x="1751" y="547"/>
                      </a:cubicBezTo>
                      <a:cubicBezTo>
                        <a:pt x="1732" y="593"/>
                        <a:pt x="1692" y="639"/>
                        <a:pt x="1712" y="705"/>
                      </a:cubicBezTo>
                      <a:cubicBezTo>
                        <a:pt x="1738" y="764"/>
                        <a:pt x="1732" y="797"/>
                        <a:pt x="1705" y="810"/>
                      </a:cubicBezTo>
                      <a:cubicBezTo>
                        <a:pt x="1685" y="823"/>
                        <a:pt x="1620" y="836"/>
                        <a:pt x="1620" y="836"/>
                      </a:cubicBezTo>
                      <a:cubicBezTo>
                        <a:pt x="1620" y="836"/>
                        <a:pt x="1310" y="896"/>
                        <a:pt x="1277" y="955"/>
                      </a:cubicBezTo>
                      <a:cubicBezTo>
                        <a:pt x="1238" y="1021"/>
                        <a:pt x="1198" y="1067"/>
                        <a:pt x="1172" y="1067"/>
                      </a:cubicBezTo>
                      <a:cubicBezTo>
                        <a:pt x="1139" y="1060"/>
                        <a:pt x="1054" y="1027"/>
                        <a:pt x="1001" y="1021"/>
                      </a:cubicBezTo>
                      <a:cubicBezTo>
                        <a:pt x="951" y="1010"/>
                        <a:pt x="865" y="985"/>
                        <a:pt x="799" y="985"/>
                      </a:cubicBezTo>
                      <a:cubicBezTo>
                        <a:pt x="787" y="985"/>
                        <a:pt x="775" y="986"/>
                        <a:pt x="764" y="988"/>
                      </a:cubicBezTo>
                      <a:cubicBezTo>
                        <a:pt x="758" y="994"/>
                        <a:pt x="751" y="994"/>
                        <a:pt x="744" y="994"/>
                      </a:cubicBezTo>
                      <a:cubicBezTo>
                        <a:pt x="744" y="994"/>
                        <a:pt x="738" y="994"/>
                        <a:pt x="738" y="1001"/>
                      </a:cubicBezTo>
                      <a:cubicBezTo>
                        <a:pt x="705" y="1007"/>
                        <a:pt x="659" y="1027"/>
                        <a:pt x="613" y="1040"/>
                      </a:cubicBezTo>
                      <a:cubicBezTo>
                        <a:pt x="606" y="1040"/>
                        <a:pt x="600" y="1047"/>
                        <a:pt x="593" y="1047"/>
                      </a:cubicBezTo>
                      <a:cubicBezTo>
                        <a:pt x="573" y="1053"/>
                        <a:pt x="547" y="1067"/>
                        <a:pt x="521" y="1073"/>
                      </a:cubicBezTo>
                      <a:cubicBezTo>
                        <a:pt x="494" y="1086"/>
                        <a:pt x="468" y="1093"/>
                        <a:pt x="442" y="1100"/>
                      </a:cubicBezTo>
                      <a:cubicBezTo>
                        <a:pt x="435" y="1106"/>
                        <a:pt x="428" y="1106"/>
                        <a:pt x="422" y="1106"/>
                      </a:cubicBezTo>
                      <a:cubicBezTo>
                        <a:pt x="396" y="1119"/>
                        <a:pt x="369" y="1126"/>
                        <a:pt x="356" y="1126"/>
                      </a:cubicBezTo>
                      <a:cubicBezTo>
                        <a:pt x="270" y="1146"/>
                        <a:pt x="14" y="1211"/>
                        <a:pt x="14" y="1211"/>
                      </a:cubicBezTo>
                      <a:cubicBezTo>
                        <a:pt x="14" y="1211"/>
                        <a:pt x="1" y="1336"/>
                        <a:pt x="14" y="1363"/>
                      </a:cubicBezTo>
                      <a:cubicBezTo>
                        <a:pt x="27" y="1383"/>
                        <a:pt x="66" y="1415"/>
                        <a:pt x="99" y="1429"/>
                      </a:cubicBezTo>
                      <a:cubicBezTo>
                        <a:pt x="132" y="1442"/>
                        <a:pt x="290" y="1442"/>
                        <a:pt x="330" y="1448"/>
                      </a:cubicBezTo>
                      <a:cubicBezTo>
                        <a:pt x="363" y="1448"/>
                        <a:pt x="435" y="1468"/>
                        <a:pt x="415" y="1501"/>
                      </a:cubicBezTo>
                      <a:cubicBezTo>
                        <a:pt x="396" y="1541"/>
                        <a:pt x="349" y="1600"/>
                        <a:pt x="349" y="1600"/>
                      </a:cubicBezTo>
                      <a:lnTo>
                        <a:pt x="277" y="1692"/>
                      </a:lnTo>
                      <a:cubicBezTo>
                        <a:pt x="290" y="1685"/>
                        <a:pt x="297" y="1685"/>
                        <a:pt x="297" y="1685"/>
                      </a:cubicBezTo>
                      <a:cubicBezTo>
                        <a:pt x="310" y="1692"/>
                        <a:pt x="382" y="1692"/>
                        <a:pt x="317" y="1745"/>
                      </a:cubicBezTo>
                      <a:cubicBezTo>
                        <a:pt x="257" y="1797"/>
                        <a:pt x="238" y="1804"/>
                        <a:pt x="231" y="1830"/>
                      </a:cubicBezTo>
                      <a:cubicBezTo>
                        <a:pt x="218" y="1850"/>
                        <a:pt x="192" y="1896"/>
                        <a:pt x="231" y="1896"/>
                      </a:cubicBezTo>
                      <a:cubicBezTo>
                        <a:pt x="270" y="1896"/>
                        <a:pt x="356" y="1883"/>
                        <a:pt x="396" y="1876"/>
                      </a:cubicBezTo>
                      <a:cubicBezTo>
                        <a:pt x="422" y="1870"/>
                        <a:pt x="461" y="1843"/>
                        <a:pt x="494" y="1824"/>
                      </a:cubicBezTo>
                      <a:cubicBezTo>
                        <a:pt x="507" y="1810"/>
                        <a:pt x="521" y="1804"/>
                        <a:pt x="527" y="1791"/>
                      </a:cubicBezTo>
                      <a:cubicBezTo>
                        <a:pt x="560" y="1758"/>
                        <a:pt x="613" y="1725"/>
                        <a:pt x="646" y="1725"/>
                      </a:cubicBezTo>
                      <a:cubicBezTo>
                        <a:pt x="672" y="1725"/>
                        <a:pt x="817" y="1731"/>
                        <a:pt x="836" y="1751"/>
                      </a:cubicBezTo>
                      <a:cubicBezTo>
                        <a:pt x="850" y="1771"/>
                        <a:pt x="843" y="1791"/>
                        <a:pt x="896" y="1797"/>
                      </a:cubicBezTo>
                      <a:cubicBezTo>
                        <a:pt x="913" y="1799"/>
                        <a:pt x="934" y="1800"/>
                        <a:pt x="956" y="1800"/>
                      </a:cubicBezTo>
                      <a:cubicBezTo>
                        <a:pt x="1010" y="1800"/>
                        <a:pt x="1068" y="1795"/>
                        <a:pt x="1087" y="1791"/>
                      </a:cubicBezTo>
                      <a:cubicBezTo>
                        <a:pt x="1113" y="1784"/>
                        <a:pt x="1172" y="1692"/>
                        <a:pt x="1212" y="1679"/>
                      </a:cubicBezTo>
                      <a:cubicBezTo>
                        <a:pt x="1227" y="1677"/>
                        <a:pt x="1248" y="1676"/>
                        <a:pt x="1270" y="1676"/>
                      </a:cubicBezTo>
                      <a:cubicBezTo>
                        <a:pt x="1313" y="1676"/>
                        <a:pt x="1356" y="1679"/>
                        <a:pt x="1356" y="1679"/>
                      </a:cubicBezTo>
                      <a:cubicBezTo>
                        <a:pt x="1356" y="1679"/>
                        <a:pt x="1413" y="1679"/>
                        <a:pt x="1491" y="1679"/>
                      </a:cubicBezTo>
                      <a:cubicBezTo>
                        <a:pt x="1647" y="1679"/>
                        <a:pt x="1887" y="1677"/>
                        <a:pt x="1922" y="1659"/>
                      </a:cubicBezTo>
                      <a:cubicBezTo>
                        <a:pt x="1982" y="1633"/>
                        <a:pt x="2028" y="1613"/>
                        <a:pt x="2028" y="1593"/>
                      </a:cubicBezTo>
                      <a:lnTo>
                        <a:pt x="2028" y="1527"/>
                      </a:lnTo>
                      <a:cubicBezTo>
                        <a:pt x="2028" y="1527"/>
                        <a:pt x="1949" y="1494"/>
                        <a:pt x="1942" y="1475"/>
                      </a:cubicBezTo>
                      <a:cubicBezTo>
                        <a:pt x="1942" y="1455"/>
                        <a:pt x="1929" y="1389"/>
                        <a:pt x="1955" y="1369"/>
                      </a:cubicBezTo>
                      <a:cubicBezTo>
                        <a:pt x="1982" y="1356"/>
                        <a:pt x="2008" y="1317"/>
                        <a:pt x="2074" y="1304"/>
                      </a:cubicBezTo>
                      <a:cubicBezTo>
                        <a:pt x="2146" y="1284"/>
                        <a:pt x="2199" y="1297"/>
                        <a:pt x="2199" y="1258"/>
                      </a:cubicBezTo>
                      <a:cubicBezTo>
                        <a:pt x="2199" y="1225"/>
                        <a:pt x="2159" y="1185"/>
                        <a:pt x="2199" y="1165"/>
                      </a:cubicBezTo>
                      <a:cubicBezTo>
                        <a:pt x="2232" y="1146"/>
                        <a:pt x="2436" y="1113"/>
                        <a:pt x="2495" y="1093"/>
                      </a:cubicBezTo>
                      <a:cubicBezTo>
                        <a:pt x="2554" y="1067"/>
                        <a:pt x="2745" y="1034"/>
                        <a:pt x="2719" y="955"/>
                      </a:cubicBezTo>
                      <a:cubicBezTo>
                        <a:pt x="2699" y="876"/>
                        <a:pt x="2640" y="777"/>
                        <a:pt x="2627" y="738"/>
                      </a:cubicBezTo>
                      <a:cubicBezTo>
                        <a:pt x="2613" y="692"/>
                        <a:pt x="2660" y="626"/>
                        <a:pt x="2692" y="494"/>
                      </a:cubicBezTo>
                      <a:cubicBezTo>
                        <a:pt x="2699" y="481"/>
                        <a:pt x="2706" y="468"/>
                        <a:pt x="2706" y="455"/>
                      </a:cubicBezTo>
                      <a:lnTo>
                        <a:pt x="2633" y="455"/>
                      </a:lnTo>
                      <a:lnTo>
                        <a:pt x="2475" y="415"/>
                      </a:lnTo>
                      <a:lnTo>
                        <a:pt x="2449" y="415"/>
                      </a:lnTo>
                      <a:cubicBezTo>
                        <a:pt x="2390" y="409"/>
                        <a:pt x="2245" y="395"/>
                        <a:pt x="2205" y="376"/>
                      </a:cubicBezTo>
                      <a:cubicBezTo>
                        <a:pt x="2153" y="356"/>
                        <a:pt x="2159" y="349"/>
                        <a:pt x="2159" y="277"/>
                      </a:cubicBezTo>
                      <a:cubicBezTo>
                        <a:pt x="2159" y="204"/>
                        <a:pt x="2120" y="165"/>
                        <a:pt x="2100" y="132"/>
                      </a:cubicBezTo>
                      <a:cubicBezTo>
                        <a:pt x="2087" y="106"/>
                        <a:pt x="2100" y="40"/>
                        <a:pt x="209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750F32"/>
                    </a:solidFill>
                  </a:endParaRPr>
                </a:p>
              </p:txBody>
            </p:sp>
            <p:sp>
              <p:nvSpPr>
                <p:cNvPr id="46" name="Google Shape;1571;p19">
                  <a:extLst>
                    <a:ext uri="{FF2B5EF4-FFF2-40B4-BE49-F238E27FC236}">
                      <a16:creationId xmlns:a16="http://schemas.microsoft.com/office/drawing/2014/main" id="{5BFFC3C1-BBA7-8FC2-264A-8D3AF722FB0B}"/>
                    </a:ext>
                  </a:extLst>
                </p:cNvPr>
                <p:cNvSpPr/>
                <p:nvPr/>
              </p:nvSpPr>
              <p:spPr>
                <a:xfrm>
                  <a:off x="7056065" y="3531122"/>
                  <a:ext cx="515262" cy="334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1" h="3068" extrusionOk="0">
                      <a:moveTo>
                        <a:pt x="1838" y="0"/>
                      </a:moveTo>
                      <a:cubicBezTo>
                        <a:pt x="1792" y="0"/>
                        <a:pt x="1746" y="33"/>
                        <a:pt x="1746" y="33"/>
                      </a:cubicBezTo>
                      <a:cubicBezTo>
                        <a:pt x="1746" y="33"/>
                        <a:pt x="1641" y="66"/>
                        <a:pt x="1562" y="66"/>
                      </a:cubicBezTo>
                      <a:cubicBezTo>
                        <a:pt x="1483" y="66"/>
                        <a:pt x="1292" y="47"/>
                        <a:pt x="1292" y="47"/>
                      </a:cubicBezTo>
                      <a:lnTo>
                        <a:pt x="1062" y="20"/>
                      </a:lnTo>
                      <a:cubicBezTo>
                        <a:pt x="1055" y="27"/>
                        <a:pt x="1055" y="33"/>
                        <a:pt x="1049" y="33"/>
                      </a:cubicBezTo>
                      <a:cubicBezTo>
                        <a:pt x="1035" y="40"/>
                        <a:pt x="1029" y="53"/>
                        <a:pt x="1016" y="60"/>
                      </a:cubicBezTo>
                      <a:cubicBezTo>
                        <a:pt x="1009" y="66"/>
                        <a:pt x="1002" y="66"/>
                        <a:pt x="996" y="73"/>
                      </a:cubicBezTo>
                      <a:cubicBezTo>
                        <a:pt x="996" y="79"/>
                        <a:pt x="989" y="79"/>
                        <a:pt x="983" y="86"/>
                      </a:cubicBezTo>
                      <a:cubicBezTo>
                        <a:pt x="976" y="93"/>
                        <a:pt x="970" y="99"/>
                        <a:pt x="963" y="99"/>
                      </a:cubicBezTo>
                      <a:cubicBezTo>
                        <a:pt x="891" y="145"/>
                        <a:pt x="726" y="270"/>
                        <a:pt x="687" y="316"/>
                      </a:cubicBezTo>
                      <a:cubicBezTo>
                        <a:pt x="647" y="356"/>
                        <a:pt x="614" y="487"/>
                        <a:pt x="614" y="514"/>
                      </a:cubicBezTo>
                      <a:cubicBezTo>
                        <a:pt x="614" y="540"/>
                        <a:pt x="634" y="573"/>
                        <a:pt x="581" y="613"/>
                      </a:cubicBezTo>
                      <a:cubicBezTo>
                        <a:pt x="529" y="652"/>
                        <a:pt x="469" y="639"/>
                        <a:pt x="450" y="718"/>
                      </a:cubicBezTo>
                      <a:cubicBezTo>
                        <a:pt x="430" y="797"/>
                        <a:pt x="436" y="843"/>
                        <a:pt x="417" y="902"/>
                      </a:cubicBezTo>
                      <a:cubicBezTo>
                        <a:pt x="397" y="968"/>
                        <a:pt x="417" y="981"/>
                        <a:pt x="344" y="1027"/>
                      </a:cubicBezTo>
                      <a:cubicBezTo>
                        <a:pt x="272" y="1067"/>
                        <a:pt x="200" y="1073"/>
                        <a:pt x="200" y="1073"/>
                      </a:cubicBezTo>
                      <a:cubicBezTo>
                        <a:pt x="213" y="1100"/>
                        <a:pt x="219" y="1179"/>
                        <a:pt x="232" y="1218"/>
                      </a:cubicBezTo>
                      <a:cubicBezTo>
                        <a:pt x="246" y="1264"/>
                        <a:pt x="298" y="1383"/>
                        <a:pt x="232" y="1481"/>
                      </a:cubicBezTo>
                      <a:cubicBezTo>
                        <a:pt x="167" y="1580"/>
                        <a:pt x="153" y="1692"/>
                        <a:pt x="147" y="1771"/>
                      </a:cubicBezTo>
                      <a:cubicBezTo>
                        <a:pt x="140" y="1850"/>
                        <a:pt x="107" y="1975"/>
                        <a:pt x="94" y="1995"/>
                      </a:cubicBezTo>
                      <a:cubicBezTo>
                        <a:pt x="74" y="2014"/>
                        <a:pt x="28" y="2120"/>
                        <a:pt x="22" y="2133"/>
                      </a:cubicBezTo>
                      <a:cubicBezTo>
                        <a:pt x="22" y="2139"/>
                        <a:pt x="1" y="2181"/>
                        <a:pt x="57" y="2181"/>
                      </a:cubicBezTo>
                      <a:cubicBezTo>
                        <a:pt x="64" y="2181"/>
                        <a:pt x="72" y="2180"/>
                        <a:pt x="81" y="2179"/>
                      </a:cubicBezTo>
                      <a:cubicBezTo>
                        <a:pt x="173" y="2159"/>
                        <a:pt x="186" y="2139"/>
                        <a:pt x="239" y="2139"/>
                      </a:cubicBezTo>
                      <a:cubicBezTo>
                        <a:pt x="298" y="2139"/>
                        <a:pt x="423" y="2146"/>
                        <a:pt x="450" y="2159"/>
                      </a:cubicBezTo>
                      <a:cubicBezTo>
                        <a:pt x="483" y="2172"/>
                        <a:pt x="515" y="2172"/>
                        <a:pt x="529" y="2225"/>
                      </a:cubicBezTo>
                      <a:cubicBezTo>
                        <a:pt x="542" y="2278"/>
                        <a:pt x="627" y="2515"/>
                        <a:pt x="627" y="2515"/>
                      </a:cubicBezTo>
                      <a:cubicBezTo>
                        <a:pt x="627" y="2515"/>
                        <a:pt x="693" y="2613"/>
                        <a:pt x="706" y="2732"/>
                      </a:cubicBezTo>
                      <a:cubicBezTo>
                        <a:pt x="766" y="2712"/>
                        <a:pt x="838" y="2686"/>
                        <a:pt x="858" y="2686"/>
                      </a:cubicBezTo>
                      <a:cubicBezTo>
                        <a:pt x="869" y="2686"/>
                        <a:pt x="883" y="2684"/>
                        <a:pt x="899" y="2684"/>
                      </a:cubicBezTo>
                      <a:cubicBezTo>
                        <a:pt x="929" y="2684"/>
                        <a:pt x="963" y="2690"/>
                        <a:pt x="976" y="2725"/>
                      </a:cubicBezTo>
                      <a:cubicBezTo>
                        <a:pt x="989" y="2771"/>
                        <a:pt x="1095" y="2791"/>
                        <a:pt x="1095" y="2791"/>
                      </a:cubicBezTo>
                      <a:cubicBezTo>
                        <a:pt x="1095" y="2791"/>
                        <a:pt x="1120" y="2735"/>
                        <a:pt x="1149" y="2735"/>
                      </a:cubicBezTo>
                      <a:cubicBezTo>
                        <a:pt x="1153" y="2735"/>
                        <a:pt x="1156" y="2736"/>
                        <a:pt x="1160" y="2738"/>
                      </a:cubicBezTo>
                      <a:cubicBezTo>
                        <a:pt x="1164" y="2740"/>
                        <a:pt x="1168" y="2740"/>
                        <a:pt x="1173" y="2740"/>
                      </a:cubicBezTo>
                      <a:cubicBezTo>
                        <a:pt x="1202" y="2740"/>
                        <a:pt x="1245" y="2718"/>
                        <a:pt x="1280" y="2718"/>
                      </a:cubicBezTo>
                      <a:cubicBezTo>
                        <a:pt x="1298" y="2718"/>
                        <a:pt x="1313" y="2723"/>
                        <a:pt x="1325" y="2738"/>
                      </a:cubicBezTo>
                      <a:cubicBezTo>
                        <a:pt x="1364" y="2791"/>
                        <a:pt x="1470" y="2844"/>
                        <a:pt x="1489" y="2850"/>
                      </a:cubicBezTo>
                      <a:cubicBezTo>
                        <a:pt x="1492" y="2852"/>
                        <a:pt x="1497" y="2852"/>
                        <a:pt x="1504" y="2852"/>
                      </a:cubicBezTo>
                      <a:cubicBezTo>
                        <a:pt x="1523" y="2852"/>
                        <a:pt x="1556" y="2848"/>
                        <a:pt x="1590" y="2848"/>
                      </a:cubicBezTo>
                      <a:cubicBezTo>
                        <a:pt x="1602" y="2848"/>
                        <a:pt x="1615" y="2849"/>
                        <a:pt x="1628" y="2850"/>
                      </a:cubicBezTo>
                      <a:cubicBezTo>
                        <a:pt x="1637" y="2851"/>
                        <a:pt x="1649" y="2852"/>
                        <a:pt x="1661" y="2852"/>
                      </a:cubicBezTo>
                      <a:cubicBezTo>
                        <a:pt x="1674" y="2852"/>
                        <a:pt x="1689" y="2851"/>
                        <a:pt x="1704" y="2851"/>
                      </a:cubicBezTo>
                      <a:cubicBezTo>
                        <a:pt x="1749" y="2851"/>
                        <a:pt x="1797" y="2855"/>
                        <a:pt x="1825" y="2883"/>
                      </a:cubicBezTo>
                      <a:cubicBezTo>
                        <a:pt x="1878" y="2923"/>
                        <a:pt x="1898" y="2936"/>
                        <a:pt x="1898" y="2936"/>
                      </a:cubicBezTo>
                      <a:cubicBezTo>
                        <a:pt x="1898" y="2936"/>
                        <a:pt x="1930" y="2927"/>
                        <a:pt x="1969" y="2927"/>
                      </a:cubicBezTo>
                      <a:cubicBezTo>
                        <a:pt x="1988" y="2927"/>
                        <a:pt x="2009" y="2929"/>
                        <a:pt x="2029" y="2936"/>
                      </a:cubicBezTo>
                      <a:cubicBezTo>
                        <a:pt x="2088" y="2955"/>
                        <a:pt x="2233" y="3067"/>
                        <a:pt x="2292" y="3067"/>
                      </a:cubicBezTo>
                      <a:cubicBezTo>
                        <a:pt x="2345" y="3061"/>
                        <a:pt x="2431" y="3067"/>
                        <a:pt x="2431" y="3034"/>
                      </a:cubicBezTo>
                      <a:lnTo>
                        <a:pt x="2431" y="2903"/>
                      </a:lnTo>
                      <a:cubicBezTo>
                        <a:pt x="2431" y="2844"/>
                        <a:pt x="2417" y="2686"/>
                        <a:pt x="2529" y="2686"/>
                      </a:cubicBezTo>
                      <a:lnTo>
                        <a:pt x="2694" y="2686"/>
                      </a:lnTo>
                      <a:cubicBezTo>
                        <a:pt x="2694" y="2686"/>
                        <a:pt x="2747" y="2659"/>
                        <a:pt x="2766" y="2646"/>
                      </a:cubicBezTo>
                      <a:cubicBezTo>
                        <a:pt x="2785" y="2627"/>
                        <a:pt x="2884" y="2547"/>
                        <a:pt x="2914" y="2547"/>
                      </a:cubicBezTo>
                      <a:cubicBezTo>
                        <a:pt x="2916" y="2547"/>
                        <a:pt x="2917" y="2547"/>
                        <a:pt x="2918" y="2547"/>
                      </a:cubicBezTo>
                      <a:cubicBezTo>
                        <a:pt x="2951" y="2554"/>
                        <a:pt x="3010" y="2574"/>
                        <a:pt x="3010" y="2574"/>
                      </a:cubicBezTo>
                      <a:cubicBezTo>
                        <a:pt x="3010" y="2574"/>
                        <a:pt x="3016" y="2561"/>
                        <a:pt x="3102" y="2547"/>
                      </a:cubicBezTo>
                      <a:cubicBezTo>
                        <a:pt x="3187" y="2528"/>
                        <a:pt x="3273" y="2501"/>
                        <a:pt x="3293" y="2501"/>
                      </a:cubicBezTo>
                      <a:cubicBezTo>
                        <a:pt x="3313" y="2501"/>
                        <a:pt x="3418" y="2521"/>
                        <a:pt x="3451" y="2574"/>
                      </a:cubicBezTo>
                      <a:cubicBezTo>
                        <a:pt x="3490" y="2633"/>
                        <a:pt x="3517" y="2659"/>
                        <a:pt x="3543" y="2666"/>
                      </a:cubicBezTo>
                      <a:cubicBezTo>
                        <a:pt x="3561" y="2670"/>
                        <a:pt x="3578" y="2690"/>
                        <a:pt x="3606" y="2690"/>
                      </a:cubicBezTo>
                      <a:cubicBezTo>
                        <a:pt x="3620" y="2690"/>
                        <a:pt x="3636" y="2685"/>
                        <a:pt x="3655" y="2672"/>
                      </a:cubicBezTo>
                      <a:cubicBezTo>
                        <a:pt x="3707" y="2640"/>
                        <a:pt x="3800" y="2561"/>
                        <a:pt x="3846" y="2534"/>
                      </a:cubicBezTo>
                      <a:cubicBezTo>
                        <a:pt x="3869" y="2523"/>
                        <a:pt x="3936" y="2509"/>
                        <a:pt x="4038" y="2509"/>
                      </a:cubicBezTo>
                      <a:cubicBezTo>
                        <a:pt x="4109" y="2509"/>
                        <a:pt x="4197" y="2515"/>
                        <a:pt x="4300" y="2534"/>
                      </a:cubicBezTo>
                      <a:cubicBezTo>
                        <a:pt x="4287" y="2515"/>
                        <a:pt x="4287" y="2495"/>
                        <a:pt x="4287" y="2475"/>
                      </a:cubicBezTo>
                      <a:cubicBezTo>
                        <a:pt x="4300" y="2416"/>
                        <a:pt x="4379" y="2291"/>
                        <a:pt x="4445" y="2245"/>
                      </a:cubicBezTo>
                      <a:cubicBezTo>
                        <a:pt x="4484" y="2212"/>
                        <a:pt x="4629" y="2120"/>
                        <a:pt x="4721" y="2034"/>
                      </a:cubicBezTo>
                      <a:cubicBezTo>
                        <a:pt x="4708" y="2001"/>
                        <a:pt x="4688" y="1968"/>
                        <a:pt x="4662" y="1955"/>
                      </a:cubicBezTo>
                      <a:cubicBezTo>
                        <a:pt x="4622" y="1929"/>
                        <a:pt x="4616" y="1731"/>
                        <a:pt x="4576" y="1731"/>
                      </a:cubicBezTo>
                      <a:lnTo>
                        <a:pt x="4418" y="1731"/>
                      </a:lnTo>
                      <a:cubicBezTo>
                        <a:pt x="4418" y="1731"/>
                        <a:pt x="4373" y="1840"/>
                        <a:pt x="4358" y="1840"/>
                      </a:cubicBezTo>
                      <a:cubicBezTo>
                        <a:pt x="4354" y="1840"/>
                        <a:pt x="4352" y="1835"/>
                        <a:pt x="4352" y="1823"/>
                      </a:cubicBezTo>
                      <a:lnTo>
                        <a:pt x="4352" y="1573"/>
                      </a:lnTo>
                      <a:cubicBezTo>
                        <a:pt x="4352" y="1573"/>
                        <a:pt x="4326" y="1527"/>
                        <a:pt x="4267" y="1527"/>
                      </a:cubicBezTo>
                      <a:cubicBezTo>
                        <a:pt x="4227" y="1527"/>
                        <a:pt x="4144" y="1521"/>
                        <a:pt x="4089" y="1521"/>
                      </a:cubicBezTo>
                      <a:cubicBezTo>
                        <a:pt x="4061" y="1521"/>
                        <a:pt x="4041" y="1523"/>
                        <a:pt x="4036" y="1527"/>
                      </a:cubicBezTo>
                      <a:cubicBezTo>
                        <a:pt x="4032" y="1531"/>
                        <a:pt x="4015" y="1532"/>
                        <a:pt x="3993" y="1532"/>
                      </a:cubicBezTo>
                      <a:cubicBezTo>
                        <a:pt x="3927" y="1532"/>
                        <a:pt x="3813" y="1521"/>
                        <a:pt x="3813" y="1521"/>
                      </a:cubicBezTo>
                      <a:cubicBezTo>
                        <a:pt x="3813" y="1521"/>
                        <a:pt x="3806" y="1455"/>
                        <a:pt x="3813" y="1429"/>
                      </a:cubicBezTo>
                      <a:cubicBezTo>
                        <a:pt x="3819" y="1402"/>
                        <a:pt x="3839" y="1356"/>
                        <a:pt x="3839" y="1317"/>
                      </a:cubicBezTo>
                      <a:cubicBezTo>
                        <a:pt x="3839" y="1284"/>
                        <a:pt x="3859" y="1238"/>
                        <a:pt x="3813" y="1192"/>
                      </a:cubicBezTo>
                      <a:cubicBezTo>
                        <a:pt x="3767" y="1152"/>
                        <a:pt x="3688" y="1047"/>
                        <a:pt x="3661" y="1001"/>
                      </a:cubicBezTo>
                      <a:cubicBezTo>
                        <a:pt x="3635" y="961"/>
                        <a:pt x="3602" y="863"/>
                        <a:pt x="3602" y="823"/>
                      </a:cubicBezTo>
                      <a:cubicBezTo>
                        <a:pt x="3602" y="777"/>
                        <a:pt x="3635" y="659"/>
                        <a:pt x="3602" y="593"/>
                      </a:cubicBezTo>
                      <a:cubicBezTo>
                        <a:pt x="3563" y="527"/>
                        <a:pt x="3457" y="323"/>
                        <a:pt x="3418" y="310"/>
                      </a:cubicBezTo>
                      <a:cubicBezTo>
                        <a:pt x="3390" y="293"/>
                        <a:pt x="3284" y="244"/>
                        <a:pt x="3223" y="244"/>
                      </a:cubicBezTo>
                      <a:cubicBezTo>
                        <a:pt x="3212" y="244"/>
                        <a:pt x="3202" y="246"/>
                        <a:pt x="3194" y="251"/>
                      </a:cubicBezTo>
                      <a:cubicBezTo>
                        <a:pt x="3141" y="283"/>
                        <a:pt x="2970" y="323"/>
                        <a:pt x="2970" y="323"/>
                      </a:cubicBezTo>
                      <a:lnTo>
                        <a:pt x="2714" y="251"/>
                      </a:lnTo>
                      <a:cubicBezTo>
                        <a:pt x="2714" y="251"/>
                        <a:pt x="2654" y="158"/>
                        <a:pt x="2628" y="158"/>
                      </a:cubicBezTo>
                      <a:cubicBezTo>
                        <a:pt x="2602" y="158"/>
                        <a:pt x="2187" y="93"/>
                        <a:pt x="2187" y="93"/>
                      </a:cubicBezTo>
                      <a:lnTo>
                        <a:pt x="1990" y="33"/>
                      </a:lnTo>
                      <a:cubicBezTo>
                        <a:pt x="1990" y="33"/>
                        <a:pt x="1884" y="0"/>
                        <a:pt x="1838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E98AAC"/>
                    </a:solidFill>
                  </a:endParaRPr>
                </a:p>
              </p:txBody>
            </p:sp>
            <p:sp>
              <p:nvSpPr>
                <p:cNvPr id="47" name="Google Shape;1572;p19">
                  <a:extLst>
                    <a:ext uri="{FF2B5EF4-FFF2-40B4-BE49-F238E27FC236}">
                      <a16:creationId xmlns:a16="http://schemas.microsoft.com/office/drawing/2014/main" id="{76D891F3-712E-CA7A-9FAB-6ECBDFCD990A}"/>
                    </a:ext>
                  </a:extLst>
                </p:cNvPr>
                <p:cNvSpPr/>
                <p:nvPr/>
              </p:nvSpPr>
              <p:spPr>
                <a:xfrm>
                  <a:off x="6827849" y="3901333"/>
                  <a:ext cx="615673" cy="5267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1" h="4826" extrusionOk="0">
                      <a:moveTo>
                        <a:pt x="3104" y="0"/>
                      </a:moveTo>
                      <a:cubicBezTo>
                        <a:pt x="3038" y="0"/>
                        <a:pt x="2988" y="2"/>
                        <a:pt x="2975" y="4"/>
                      </a:cubicBezTo>
                      <a:cubicBezTo>
                        <a:pt x="2964" y="7"/>
                        <a:pt x="2934" y="7"/>
                        <a:pt x="2895" y="7"/>
                      </a:cubicBezTo>
                      <a:cubicBezTo>
                        <a:pt x="2816" y="7"/>
                        <a:pt x="2699" y="4"/>
                        <a:pt x="2620" y="4"/>
                      </a:cubicBezTo>
                      <a:lnTo>
                        <a:pt x="2606" y="11"/>
                      </a:lnTo>
                      <a:cubicBezTo>
                        <a:pt x="2560" y="37"/>
                        <a:pt x="2508" y="70"/>
                        <a:pt x="2475" y="97"/>
                      </a:cubicBezTo>
                      <a:cubicBezTo>
                        <a:pt x="2416" y="149"/>
                        <a:pt x="2205" y="189"/>
                        <a:pt x="2179" y="202"/>
                      </a:cubicBezTo>
                      <a:cubicBezTo>
                        <a:pt x="2159" y="215"/>
                        <a:pt x="2001" y="294"/>
                        <a:pt x="1817" y="426"/>
                      </a:cubicBezTo>
                      <a:cubicBezTo>
                        <a:pt x="1626" y="557"/>
                        <a:pt x="1461" y="669"/>
                        <a:pt x="1349" y="768"/>
                      </a:cubicBezTo>
                      <a:cubicBezTo>
                        <a:pt x="1244" y="873"/>
                        <a:pt x="1343" y="860"/>
                        <a:pt x="1316" y="893"/>
                      </a:cubicBezTo>
                      <a:cubicBezTo>
                        <a:pt x="1306" y="903"/>
                        <a:pt x="1294" y="906"/>
                        <a:pt x="1280" y="906"/>
                      </a:cubicBezTo>
                      <a:cubicBezTo>
                        <a:pt x="1264" y="906"/>
                        <a:pt x="1247" y="902"/>
                        <a:pt x="1229" y="902"/>
                      </a:cubicBezTo>
                      <a:cubicBezTo>
                        <a:pt x="1212" y="902"/>
                        <a:pt x="1194" y="906"/>
                        <a:pt x="1178" y="919"/>
                      </a:cubicBezTo>
                      <a:cubicBezTo>
                        <a:pt x="1132" y="959"/>
                        <a:pt x="1060" y="1044"/>
                        <a:pt x="1007" y="1090"/>
                      </a:cubicBezTo>
                      <a:cubicBezTo>
                        <a:pt x="955" y="1130"/>
                        <a:pt x="652" y="1492"/>
                        <a:pt x="546" y="1591"/>
                      </a:cubicBezTo>
                      <a:cubicBezTo>
                        <a:pt x="448" y="1696"/>
                        <a:pt x="92" y="2091"/>
                        <a:pt x="53" y="2150"/>
                      </a:cubicBezTo>
                      <a:cubicBezTo>
                        <a:pt x="13" y="2203"/>
                        <a:pt x="0" y="2222"/>
                        <a:pt x="53" y="2249"/>
                      </a:cubicBezTo>
                      <a:cubicBezTo>
                        <a:pt x="62" y="2254"/>
                        <a:pt x="75" y="2256"/>
                        <a:pt x="92" y="2256"/>
                      </a:cubicBezTo>
                      <a:cubicBezTo>
                        <a:pt x="163" y="2256"/>
                        <a:pt x="289" y="2216"/>
                        <a:pt x="316" y="2189"/>
                      </a:cubicBezTo>
                      <a:cubicBezTo>
                        <a:pt x="335" y="2165"/>
                        <a:pt x="376" y="2124"/>
                        <a:pt x="437" y="2124"/>
                      </a:cubicBezTo>
                      <a:cubicBezTo>
                        <a:pt x="460" y="2124"/>
                        <a:pt x="485" y="2129"/>
                        <a:pt x="514" y="2143"/>
                      </a:cubicBezTo>
                      <a:cubicBezTo>
                        <a:pt x="619" y="2196"/>
                        <a:pt x="744" y="2249"/>
                        <a:pt x="797" y="2328"/>
                      </a:cubicBezTo>
                      <a:cubicBezTo>
                        <a:pt x="856" y="2407"/>
                        <a:pt x="1007" y="2571"/>
                        <a:pt x="1047" y="2630"/>
                      </a:cubicBezTo>
                      <a:cubicBezTo>
                        <a:pt x="1086" y="2696"/>
                        <a:pt x="1099" y="2782"/>
                        <a:pt x="1132" y="2821"/>
                      </a:cubicBezTo>
                      <a:cubicBezTo>
                        <a:pt x="1142" y="2833"/>
                        <a:pt x="1165" y="2840"/>
                        <a:pt x="1191" y="2840"/>
                      </a:cubicBezTo>
                      <a:cubicBezTo>
                        <a:pt x="1236" y="2840"/>
                        <a:pt x="1288" y="2821"/>
                        <a:pt x="1297" y="2775"/>
                      </a:cubicBezTo>
                      <a:cubicBezTo>
                        <a:pt x="1307" y="2716"/>
                        <a:pt x="1314" y="2653"/>
                        <a:pt x="1348" y="2653"/>
                      </a:cubicBezTo>
                      <a:cubicBezTo>
                        <a:pt x="1356" y="2653"/>
                        <a:pt x="1365" y="2656"/>
                        <a:pt x="1376" y="2663"/>
                      </a:cubicBezTo>
                      <a:cubicBezTo>
                        <a:pt x="1435" y="2696"/>
                        <a:pt x="1474" y="2762"/>
                        <a:pt x="1573" y="2854"/>
                      </a:cubicBezTo>
                      <a:cubicBezTo>
                        <a:pt x="1665" y="2953"/>
                        <a:pt x="1659" y="2953"/>
                        <a:pt x="1771" y="2999"/>
                      </a:cubicBezTo>
                      <a:cubicBezTo>
                        <a:pt x="1882" y="3052"/>
                        <a:pt x="1889" y="3019"/>
                        <a:pt x="1955" y="3078"/>
                      </a:cubicBezTo>
                      <a:cubicBezTo>
                        <a:pt x="2027" y="3144"/>
                        <a:pt x="2152" y="3177"/>
                        <a:pt x="2179" y="3190"/>
                      </a:cubicBezTo>
                      <a:cubicBezTo>
                        <a:pt x="2205" y="3203"/>
                        <a:pt x="2205" y="3183"/>
                        <a:pt x="2291" y="3295"/>
                      </a:cubicBezTo>
                      <a:cubicBezTo>
                        <a:pt x="2376" y="3414"/>
                        <a:pt x="2547" y="3453"/>
                        <a:pt x="2547" y="3453"/>
                      </a:cubicBezTo>
                      <a:cubicBezTo>
                        <a:pt x="2547" y="3453"/>
                        <a:pt x="2620" y="3519"/>
                        <a:pt x="2679" y="3578"/>
                      </a:cubicBezTo>
                      <a:cubicBezTo>
                        <a:pt x="2738" y="3644"/>
                        <a:pt x="2817" y="3710"/>
                        <a:pt x="2817" y="3762"/>
                      </a:cubicBezTo>
                      <a:cubicBezTo>
                        <a:pt x="2817" y="3815"/>
                        <a:pt x="2857" y="3887"/>
                        <a:pt x="2903" y="3914"/>
                      </a:cubicBezTo>
                      <a:cubicBezTo>
                        <a:pt x="2949" y="3940"/>
                        <a:pt x="3061" y="3953"/>
                        <a:pt x="3093" y="3986"/>
                      </a:cubicBezTo>
                      <a:cubicBezTo>
                        <a:pt x="3120" y="4026"/>
                        <a:pt x="3192" y="4098"/>
                        <a:pt x="3159" y="4151"/>
                      </a:cubicBezTo>
                      <a:cubicBezTo>
                        <a:pt x="3120" y="4197"/>
                        <a:pt x="3041" y="4249"/>
                        <a:pt x="3021" y="4276"/>
                      </a:cubicBezTo>
                      <a:cubicBezTo>
                        <a:pt x="2995" y="4309"/>
                        <a:pt x="2936" y="4302"/>
                        <a:pt x="2903" y="4374"/>
                      </a:cubicBezTo>
                      <a:cubicBezTo>
                        <a:pt x="2870" y="4447"/>
                        <a:pt x="2857" y="4467"/>
                        <a:pt x="2870" y="4585"/>
                      </a:cubicBezTo>
                      <a:cubicBezTo>
                        <a:pt x="2883" y="4657"/>
                        <a:pt x="2863" y="4796"/>
                        <a:pt x="2968" y="4822"/>
                      </a:cubicBezTo>
                      <a:cubicBezTo>
                        <a:pt x="2976" y="4825"/>
                        <a:pt x="2984" y="4826"/>
                        <a:pt x="2992" y="4826"/>
                      </a:cubicBezTo>
                      <a:cubicBezTo>
                        <a:pt x="3087" y="4826"/>
                        <a:pt x="3204" y="4659"/>
                        <a:pt x="3271" y="4605"/>
                      </a:cubicBezTo>
                      <a:cubicBezTo>
                        <a:pt x="3317" y="4565"/>
                        <a:pt x="3376" y="4559"/>
                        <a:pt x="3416" y="4519"/>
                      </a:cubicBezTo>
                      <a:cubicBezTo>
                        <a:pt x="3515" y="4414"/>
                        <a:pt x="3574" y="4249"/>
                        <a:pt x="3620" y="4111"/>
                      </a:cubicBezTo>
                      <a:cubicBezTo>
                        <a:pt x="3653" y="4012"/>
                        <a:pt x="3679" y="3907"/>
                        <a:pt x="3752" y="3828"/>
                      </a:cubicBezTo>
                      <a:cubicBezTo>
                        <a:pt x="3791" y="3789"/>
                        <a:pt x="3850" y="3762"/>
                        <a:pt x="3896" y="3723"/>
                      </a:cubicBezTo>
                      <a:cubicBezTo>
                        <a:pt x="3982" y="3657"/>
                        <a:pt x="4002" y="3545"/>
                        <a:pt x="4087" y="3479"/>
                      </a:cubicBezTo>
                      <a:cubicBezTo>
                        <a:pt x="4173" y="3414"/>
                        <a:pt x="4272" y="3361"/>
                        <a:pt x="4364" y="3308"/>
                      </a:cubicBezTo>
                      <a:cubicBezTo>
                        <a:pt x="4502" y="3236"/>
                        <a:pt x="4805" y="2979"/>
                        <a:pt x="4857" y="2894"/>
                      </a:cubicBezTo>
                      <a:cubicBezTo>
                        <a:pt x="4910" y="2802"/>
                        <a:pt x="5318" y="2071"/>
                        <a:pt x="5417" y="1874"/>
                      </a:cubicBezTo>
                      <a:cubicBezTo>
                        <a:pt x="5436" y="1834"/>
                        <a:pt x="5469" y="1788"/>
                        <a:pt x="5509" y="1735"/>
                      </a:cubicBezTo>
                      <a:cubicBezTo>
                        <a:pt x="5515" y="1722"/>
                        <a:pt x="5522" y="1716"/>
                        <a:pt x="5529" y="1709"/>
                      </a:cubicBezTo>
                      <a:cubicBezTo>
                        <a:pt x="5548" y="1683"/>
                        <a:pt x="5568" y="1656"/>
                        <a:pt x="5588" y="1637"/>
                      </a:cubicBezTo>
                      <a:cubicBezTo>
                        <a:pt x="5561" y="1584"/>
                        <a:pt x="5542" y="1551"/>
                        <a:pt x="5542" y="1544"/>
                      </a:cubicBezTo>
                      <a:cubicBezTo>
                        <a:pt x="5522" y="1512"/>
                        <a:pt x="5496" y="1479"/>
                        <a:pt x="5496" y="1479"/>
                      </a:cubicBezTo>
                      <a:cubicBezTo>
                        <a:pt x="5496" y="1479"/>
                        <a:pt x="5459" y="1490"/>
                        <a:pt x="5432" y="1490"/>
                      </a:cubicBezTo>
                      <a:cubicBezTo>
                        <a:pt x="5423" y="1490"/>
                        <a:pt x="5415" y="1489"/>
                        <a:pt x="5410" y="1485"/>
                      </a:cubicBezTo>
                      <a:cubicBezTo>
                        <a:pt x="5408" y="1484"/>
                        <a:pt x="5406" y="1483"/>
                        <a:pt x="5403" y="1483"/>
                      </a:cubicBezTo>
                      <a:cubicBezTo>
                        <a:pt x="5389" y="1483"/>
                        <a:pt x="5368" y="1503"/>
                        <a:pt x="5343" y="1503"/>
                      </a:cubicBezTo>
                      <a:cubicBezTo>
                        <a:pt x="5331" y="1503"/>
                        <a:pt x="5318" y="1499"/>
                        <a:pt x="5305" y="1485"/>
                      </a:cubicBezTo>
                      <a:cubicBezTo>
                        <a:pt x="5285" y="1465"/>
                        <a:pt x="5280" y="1460"/>
                        <a:pt x="5283" y="1460"/>
                      </a:cubicBezTo>
                      <a:cubicBezTo>
                        <a:pt x="5285" y="1460"/>
                        <a:pt x="5293" y="1464"/>
                        <a:pt x="5301" y="1464"/>
                      </a:cubicBezTo>
                      <a:cubicBezTo>
                        <a:pt x="5308" y="1464"/>
                        <a:pt x="5314" y="1462"/>
                        <a:pt x="5318" y="1452"/>
                      </a:cubicBezTo>
                      <a:cubicBezTo>
                        <a:pt x="5338" y="1419"/>
                        <a:pt x="5410" y="1347"/>
                        <a:pt x="5436" y="1288"/>
                      </a:cubicBezTo>
                      <a:cubicBezTo>
                        <a:pt x="5463" y="1229"/>
                        <a:pt x="5436" y="1169"/>
                        <a:pt x="5456" y="1156"/>
                      </a:cubicBezTo>
                      <a:cubicBezTo>
                        <a:pt x="5476" y="1136"/>
                        <a:pt x="5555" y="1117"/>
                        <a:pt x="5608" y="1005"/>
                      </a:cubicBezTo>
                      <a:cubicBezTo>
                        <a:pt x="5640" y="943"/>
                        <a:pt x="5603" y="930"/>
                        <a:pt x="5560" y="930"/>
                      </a:cubicBezTo>
                      <a:cubicBezTo>
                        <a:pt x="5525" y="930"/>
                        <a:pt x="5485" y="939"/>
                        <a:pt x="5476" y="939"/>
                      </a:cubicBezTo>
                      <a:cubicBezTo>
                        <a:pt x="5456" y="939"/>
                        <a:pt x="5226" y="972"/>
                        <a:pt x="5153" y="972"/>
                      </a:cubicBezTo>
                      <a:cubicBezTo>
                        <a:pt x="5081" y="972"/>
                        <a:pt x="4910" y="880"/>
                        <a:pt x="4851" y="801"/>
                      </a:cubicBezTo>
                      <a:cubicBezTo>
                        <a:pt x="4798" y="722"/>
                        <a:pt x="4337" y="373"/>
                        <a:pt x="4324" y="334"/>
                      </a:cubicBezTo>
                      <a:cubicBezTo>
                        <a:pt x="4311" y="301"/>
                        <a:pt x="4239" y="287"/>
                        <a:pt x="4239" y="287"/>
                      </a:cubicBezTo>
                      <a:cubicBezTo>
                        <a:pt x="4239" y="287"/>
                        <a:pt x="3995" y="241"/>
                        <a:pt x="3923" y="222"/>
                      </a:cubicBezTo>
                      <a:cubicBezTo>
                        <a:pt x="3857" y="195"/>
                        <a:pt x="3673" y="90"/>
                        <a:pt x="3528" y="44"/>
                      </a:cubicBezTo>
                      <a:cubicBezTo>
                        <a:pt x="3431" y="9"/>
                        <a:pt x="3235" y="0"/>
                        <a:pt x="310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E98AAC"/>
                    </a:solidFill>
                  </a:endParaRPr>
                </a:p>
              </p:txBody>
            </p:sp>
            <p:sp>
              <p:nvSpPr>
                <p:cNvPr id="48" name="Google Shape;1573;p19">
                  <a:extLst>
                    <a:ext uri="{FF2B5EF4-FFF2-40B4-BE49-F238E27FC236}">
                      <a16:creationId xmlns:a16="http://schemas.microsoft.com/office/drawing/2014/main" id="{C724A7F8-89D6-9C7C-AC93-C3AEF2FA2E65}"/>
                    </a:ext>
                  </a:extLst>
                </p:cNvPr>
                <p:cNvSpPr/>
                <p:nvPr/>
              </p:nvSpPr>
              <p:spPr>
                <a:xfrm>
                  <a:off x="6717180" y="1512208"/>
                  <a:ext cx="1000728" cy="993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9" h="9107" extrusionOk="0">
                      <a:moveTo>
                        <a:pt x="2771" y="0"/>
                      </a:moveTo>
                      <a:cubicBezTo>
                        <a:pt x="2711" y="0"/>
                        <a:pt x="2636" y="9"/>
                        <a:pt x="2594" y="51"/>
                      </a:cubicBezTo>
                      <a:cubicBezTo>
                        <a:pt x="2535" y="110"/>
                        <a:pt x="2484" y="125"/>
                        <a:pt x="2450" y="125"/>
                      </a:cubicBezTo>
                      <a:cubicBezTo>
                        <a:pt x="2442" y="125"/>
                        <a:pt x="2435" y="125"/>
                        <a:pt x="2429" y="123"/>
                      </a:cubicBezTo>
                      <a:cubicBezTo>
                        <a:pt x="2396" y="117"/>
                        <a:pt x="2179" y="25"/>
                        <a:pt x="2179" y="25"/>
                      </a:cubicBezTo>
                      <a:cubicBezTo>
                        <a:pt x="2179" y="25"/>
                        <a:pt x="2054" y="183"/>
                        <a:pt x="2094" y="202"/>
                      </a:cubicBezTo>
                      <a:cubicBezTo>
                        <a:pt x="2140" y="229"/>
                        <a:pt x="2199" y="321"/>
                        <a:pt x="2199" y="341"/>
                      </a:cubicBezTo>
                      <a:cubicBezTo>
                        <a:pt x="2199" y="341"/>
                        <a:pt x="2225" y="498"/>
                        <a:pt x="2153" y="525"/>
                      </a:cubicBezTo>
                      <a:cubicBezTo>
                        <a:pt x="2140" y="529"/>
                        <a:pt x="2126" y="531"/>
                        <a:pt x="2112" y="531"/>
                      </a:cubicBezTo>
                      <a:cubicBezTo>
                        <a:pt x="2043" y="531"/>
                        <a:pt x="1957" y="487"/>
                        <a:pt x="1903" y="466"/>
                      </a:cubicBezTo>
                      <a:cubicBezTo>
                        <a:pt x="1856" y="452"/>
                        <a:pt x="1757" y="438"/>
                        <a:pt x="1694" y="438"/>
                      </a:cubicBezTo>
                      <a:cubicBezTo>
                        <a:pt x="1667" y="438"/>
                        <a:pt x="1647" y="440"/>
                        <a:pt x="1639" y="446"/>
                      </a:cubicBezTo>
                      <a:cubicBezTo>
                        <a:pt x="1610" y="463"/>
                        <a:pt x="1565" y="486"/>
                        <a:pt x="1504" y="486"/>
                      </a:cubicBezTo>
                      <a:cubicBezTo>
                        <a:pt x="1497" y="486"/>
                        <a:pt x="1489" y="486"/>
                        <a:pt x="1481" y="485"/>
                      </a:cubicBezTo>
                      <a:cubicBezTo>
                        <a:pt x="1409" y="479"/>
                        <a:pt x="1291" y="426"/>
                        <a:pt x="1284" y="426"/>
                      </a:cubicBezTo>
                      <a:cubicBezTo>
                        <a:pt x="1281" y="426"/>
                        <a:pt x="1273" y="420"/>
                        <a:pt x="1255" y="420"/>
                      </a:cubicBezTo>
                      <a:cubicBezTo>
                        <a:pt x="1238" y="420"/>
                        <a:pt x="1212" y="426"/>
                        <a:pt x="1172" y="452"/>
                      </a:cubicBezTo>
                      <a:cubicBezTo>
                        <a:pt x="1100" y="505"/>
                        <a:pt x="1027" y="617"/>
                        <a:pt x="994" y="630"/>
                      </a:cubicBezTo>
                      <a:cubicBezTo>
                        <a:pt x="992" y="631"/>
                        <a:pt x="989" y="631"/>
                        <a:pt x="985" y="631"/>
                      </a:cubicBezTo>
                      <a:cubicBezTo>
                        <a:pt x="955" y="631"/>
                        <a:pt x="890" y="617"/>
                        <a:pt x="837" y="617"/>
                      </a:cubicBezTo>
                      <a:cubicBezTo>
                        <a:pt x="810" y="617"/>
                        <a:pt x="787" y="620"/>
                        <a:pt x="771" y="630"/>
                      </a:cubicBezTo>
                      <a:cubicBezTo>
                        <a:pt x="711" y="656"/>
                        <a:pt x="751" y="755"/>
                        <a:pt x="679" y="762"/>
                      </a:cubicBezTo>
                      <a:cubicBezTo>
                        <a:pt x="675" y="762"/>
                        <a:pt x="672" y="762"/>
                        <a:pt x="669" y="762"/>
                      </a:cubicBezTo>
                      <a:cubicBezTo>
                        <a:pt x="598" y="762"/>
                        <a:pt x="520" y="701"/>
                        <a:pt x="483" y="701"/>
                      </a:cubicBezTo>
                      <a:cubicBezTo>
                        <a:pt x="480" y="701"/>
                        <a:pt x="477" y="701"/>
                        <a:pt x="475" y="703"/>
                      </a:cubicBezTo>
                      <a:cubicBezTo>
                        <a:pt x="448" y="709"/>
                        <a:pt x="389" y="814"/>
                        <a:pt x="369" y="847"/>
                      </a:cubicBezTo>
                      <a:cubicBezTo>
                        <a:pt x="349" y="880"/>
                        <a:pt x="159" y="926"/>
                        <a:pt x="145" y="926"/>
                      </a:cubicBezTo>
                      <a:cubicBezTo>
                        <a:pt x="139" y="926"/>
                        <a:pt x="119" y="926"/>
                        <a:pt x="86" y="920"/>
                      </a:cubicBezTo>
                      <a:lnTo>
                        <a:pt x="40" y="1677"/>
                      </a:lnTo>
                      <a:cubicBezTo>
                        <a:pt x="40" y="1677"/>
                        <a:pt x="1" y="1933"/>
                        <a:pt x="40" y="2025"/>
                      </a:cubicBezTo>
                      <a:cubicBezTo>
                        <a:pt x="80" y="2117"/>
                        <a:pt x="159" y="2131"/>
                        <a:pt x="185" y="2203"/>
                      </a:cubicBezTo>
                      <a:cubicBezTo>
                        <a:pt x="211" y="2275"/>
                        <a:pt x="211" y="2400"/>
                        <a:pt x="284" y="2499"/>
                      </a:cubicBezTo>
                      <a:cubicBezTo>
                        <a:pt x="356" y="2598"/>
                        <a:pt x="336" y="2572"/>
                        <a:pt x="402" y="2624"/>
                      </a:cubicBezTo>
                      <a:cubicBezTo>
                        <a:pt x="468" y="2683"/>
                        <a:pt x="507" y="2716"/>
                        <a:pt x="507" y="2716"/>
                      </a:cubicBezTo>
                      <a:lnTo>
                        <a:pt x="738" y="2716"/>
                      </a:lnTo>
                      <a:cubicBezTo>
                        <a:pt x="738" y="2716"/>
                        <a:pt x="705" y="2789"/>
                        <a:pt x="738" y="2855"/>
                      </a:cubicBezTo>
                      <a:cubicBezTo>
                        <a:pt x="771" y="2920"/>
                        <a:pt x="777" y="2927"/>
                        <a:pt x="922" y="2999"/>
                      </a:cubicBezTo>
                      <a:cubicBezTo>
                        <a:pt x="1073" y="3072"/>
                        <a:pt x="1192" y="3098"/>
                        <a:pt x="1231" y="3124"/>
                      </a:cubicBezTo>
                      <a:cubicBezTo>
                        <a:pt x="1240" y="3130"/>
                        <a:pt x="1250" y="3131"/>
                        <a:pt x="1263" y="3131"/>
                      </a:cubicBezTo>
                      <a:cubicBezTo>
                        <a:pt x="1276" y="3131"/>
                        <a:pt x="1291" y="3130"/>
                        <a:pt x="1307" y="3130"/>
                      </a:cubicBezTo>
                      <a:cubicBezTo>
                        <a:pt x="1346" y="3130"/>
                        <a:pt x="1389" y="3140"/>
                        <a:pt x="1422" y="3210"/>
                      </a:cubicBezTo>
                      <a:cubicBezTo>
                        <a:pt x="1475" y="3342"/>
                        <a:pt x="1508" y="3381"/>
                        <a:pt x="1534" y="3394"/>
                      </a:cubicBezTo>
                      <a:cubicBezTo>
                        <a:pt x="1558" y="3400"/>
                        <a:pt x="1597" y="3463"/>
                        <a:pt x="1698" y="3463"/>
                      </a:cubicBezTo>
                      <a:cubicBezTo>
                        <a:pt x="1710" y="3463"/>
                        <a:pt x="1724" y="3462"/>
                        <a:pt x="1738" y="3460"/>
                      </a:cubicBezTo>
                      <a:cubicBezTo>
                        <a:pt x="1870" y="3434"/>
                        <a:pt x="2008" y="3342"/>
                        <a:pt x="2008" y="3342"/>
                      </a:cubicBezTo>
                      <a:lnTo>
                        <a:pt x="2061" y="3427"/>
                      </a:lnTo>
                      <a:cubicBezTo>
                        <a:pt x="2061" y="3427"/>
                        <a:pt x="1955" y="3493"/>
                        <a:pt x="1890" y="3546"/>
                      </a:cubicBezTo>
                      <a:cubicBezTo>
                        <a:pt x="1824" y="3605"/>
                        <a:pt x="1784" y="3579"/>
                        <a:pt x="1778" y="3710"/>
                      </a:cubicBezTo>
                      <a:cubicBezTo>
                        <a:pt x="1771" y="3842"/>
                        <a:pt x="1811" y="3921"/>
                        <a:pt x="1738" y="4052"/>
                      </a:cubicBezTo>
                      <a:cubicBezTo>
                        <a:pt x="1666" y="4184"/>
                        <a:pt x="1297" y="4875"/>
                        <a:pt x="1218" y="5092"/>
                      </a:cubicBezTo>
                      <a:cubicBezTo>
                        <a:pt x="1133" y="5309"/>
                        <a:pt x="705" y="6185"/>
                        <a:pt x="632" y="6356"/>
                      </a:cubicBezTo>
                      <a:cubicBezTo>
                        <a:pt x="554" y="6520"/>
                        <a:pt x="356" y="6711"/>
                        <a:pt x="356" y="6757"/>
                      </a:cubicBezTo>
                      <a:cubicBezTo>
                        <a:pt x="356" y="6810"/>
                        <a:pt x="396" y="6889"/>
                        <a:pt x="428" y="6909"/>
                      </a:cubicBezTo>
                      <a:cubicBezTo>
                        <a:pt x="461" y="6922"/>
                        <a:pt x="593" y="7231"/>
                        <a:pt x="593" y="7231"/>
                      </a:cubicBezTo>
                      <a:cubicBezTo>
                        <a:pt x="692" y="7264"/>
                        <a:pt x="790" y="7369"/>
                        <a:pt x="790" y="7369"/>
                      </a:cubicBezTo>
                      <a:cubicBezTo>
                        <a:pt x="790" y="7369"/>
                        <a:pt x="758" y="7494"/>
                        <a:pt x="790" y="7600"/>
                      </a:cubicBezTo>
                      <a:cubicBezTo>
                        <a:pt x="823" y="7712"/>
                        <a:pt x="830" y="7738"/>
                        <a:pt x="876" y="7804"/>
                      </a:cubicBezTo>
                      <a:cubicBezTo>
                        <a:pt x="922" y="7863"/>
                        <a:pt x="929" y="7995"/>
                        <a:pt x="929" y="8021"/>
                      </a:cubicBezTo>
                      <a:cubicBezTo>
                        <a:pt x="929" y="8054"/>
                        <a:pt x="988" y="8232"/>
                        <a:pt x="994" y="8258"/>
                      </a:cubicBezTo>
                      <a:cubicBezTo>
                        <a:pt x="1008" y="8291"/>
                        <a:pt x="1073" y="8278"/>
                        <a:pt x="1093" y="8324"/>
                      </a:cubicBezTo>
                      <a:cubicBezTo>
                        <a:pt x="1120" y="8363"/>
                        <a:pt x="1152" y="8436"/>
                        <a:pt x="1179" y="8475"/>
                      </a:cubicBezTo>
                      <a:cubicBezTo>
                        <a:pt x="1205" y="8508"/>
                        <a:pt x="1330" y="8488"/>
                        <a:pt x="1350" y="8521"/>
                      </a:cubicBezTo>
                      <a:cubicBezTo>
                        <a:pt x="1370" y="8561"/>
                        <a:pt x="1429" y="8686"/>
                        <a:pt x="1429" y="8686"/>
                      </a:cubicBezTo>
                      <a:lnTo>
                        <a:pt x="1600" y="8765"/>
                      </a:lnTo>
                      <a:lnTo>
                        <a:pt x="1837" y="8765"/>
                      </a:lnTo>
                      <a:lnTo>
                        <a:pt x="5259" y="9015"/>
                      </a:lnTo>
                      <a:lnTo>
                        <a:pt x="6232" y="9080"/>
                      </a:lnTo>
                      <a:lnTo>
                        <a:pt x="6232" y="9080"/>
                      </a:lnTo>
                      <a:cubicBezTo>
                        <a:pt x="6262" y="9011"/>
                        <a:pt x="6314" y="8893"/>
                        <a:pt x="6325" y="8870"/>
                      </a:cubicBezTo>
                      <a:cubicBezTo>
                        <a:pt x="6339" y="8837"/>
                        <a:pt x="6424" y="8686"/>
                        <a:pt x="6470" y="8561"/>
                      </a:cubicBezTo>
                      <a:cubicBezTo>
                        <a:pt x="6516" y="8442"/>
                        <a:pt x="6589" y="8462"/>
                        <a:pt x="6641" y="8429"/>
                      </a:cubicBezTo>
                      <a:cubicBezTo>
                        <a:pt x="6694" y="8396"/>
                        <a:pt x="6707" y="8337"/>
                        <a:pt x="6747" y="8278"/>
                      </a:cubicBezTo>
                      <a:cubicBezTo>
                        <a:pt x="6779" y="8218"/>
                        <a:pt x="6852" y="8172"/>
                        <a:pt x="6924" y="8087"/>
                      </a:cubicBezTo>
                      <a:cubicBezTo>
                        <a:pt x="6990" y="8001"/>
                        <a:pt x="7030" y="7731"/>
                        <a:pt x="7016" y="7666"/>
                      </a:cubicBezTo>
                      <a:cubicBezTo>
                        <a:pt x="7010" y="7600"/>
                        <a:pt x="6891" y="7514"/>
                        <a:pt x="6872" y="7468"/>
                      </a:cubicBezTo>
                      <a:cubicBezTo>
                        <a:pt x="6858" y="7429"/>
                        <a:pt x="6832" y="7356"/>
                        <a:pt x="6839" y="7323"/>
                      </a:cubicBezTo>
                      <a:cubicBezTo>
                        <a:pt x="6845" y="7297"/>
                        <a:pt x="6918" y="7205"/>
                        <a:pt x="6931" y="7080"/>
                      </a:cubicBezTo>
                      <a:cubicBezTo>
                        <a:pt x="6937" y="6961"/>
                        <a:pt x="6970" y="7021"/>
                        <a:pt x="6997" y="6961"/>
                      </a:cubicBezTo>
                      <a:cubicBezTo>
                        <a:pt x="7016" y="6896"/>
                        <a:pt x="7095" y="6869"/>
                        <a:pt x="7135" y="6823"/>
                      </a:cubicBezTo>
                      <a:cubicBezTo>
                        <a:pt x="7181" y="6784"/>
                        <a:pt x="7280" y="6790"/>
                        <a:pt x="7326" y="6764"/>
                      </a:cubicBezTo>
                      <a:cubicBezTo>
                        <a:pt x="7365" y="6731"/>
                        <a:pt x="7510" y="6547"/>
                        <a:pt x="7576" y="6461"/>
                      </a:cubicBezTo>
                      <a:cubicBezTo>
                        <a:pt x="7642" y="6382"/>
                        <a:pt x="7628" y="6349"/>
                        <a:pt x="7628" y="6303"/>
                      </a:cubicBezTo>
                      <a:cubicBezTo>
                        <a:pt x="7628" y="6264"/>
                        <a:pt x="7628" y="6218"/>
                        <a:pt x="7655" y="6198"/>
                      </a:cubicBezTo>
                      <a:cubicBezTo>
                        <a:pt x="7681" y="6172"/>
                        <a:pt x="7734" y="6119"/>
                        <a:pt x="7747" y="6079"/>
                      </a:cubicBezTo>
                      <a:cubicBezTo>
                        <a:pt x="7760" y="6047"/>
                        <a:pt x="7694" y="5948"/>
                        <a:pt x="7681" y="5935"/>
                      </a:cubicBezTo>
                      <a:cubicBezTo>
                        <a:pt x="7661" y="5922"/>
                        <a:pt x="7569" y="5823"/>
                        <a:pt x="7543" y="5816"/>
                      </a:cubicBezTo>
                      <a:cubicBezTo>
                        <a:pt x="7517" y="5810"/>
                        <a:pt x="7372" y="5803"/>
                        <a:pt x="7332" y="5790"/>
                      </a:cubicBezTo>
                      <a:cubicBezTo>
                        <a:pt x="7286" y="5777"/>
                        <a:pt x="7438" y="5717"/>
                        <a:pt x="7477" y="5678"/>
                      </a:cubicBezTo>
                      <a:cubicBezTo>
                        <a:pt x="7503" y="5652"/>
                        <a:pt x="7569" y="5612"/>
                        <a:pt x="7622" y="5546"/>
                      </a:cubicBezTo>
                      <a:cubicBezTo>
                        <a:pt x="7642" y="5527"/>
                        <a:pt x="7655" y="5507"/>
                        <a:pt x="7675" y="5481"/>
                      </a:cubicBezTo>
                      <a:cubicBezTo>
                        <a:pt x="7740" y="5382"/>
                        <a:pt x="7773" y="5388"/>
                        <a:pt x="7819" y="5349"/>
                      </a:cubicBezTo>
                      <a:cubicBezTo>
                        <a:pt x="7859" y="5309"/>
                        <a:pt x="7977" y="5270"/>
                        <a:pt x="8083" y="5211"/>
                      </a:cubicBezTo>
                      <a:cubicBezTo>
                        <a:pt x="8135" y="5178"/>
                        <a:pt x="8181" y="5125"/>
                        <a:pt x="8221" y="5066"/>
                      </a:cubicBezTo>
                      <a:cubicBezTo>
                        <a:pt x="8254" y="5026"/>
                        <a:pt x="8280" y="4980"/>
                        <a:pt x="8313" y="4941"/>
                      </a:cubicBezTo>
                      <a:cubicBezTo>
                        <a:pt x="8379" y="4855"/>
                        <a:pt x="8392" y="4816"/>
                        <a:pt x="8445" y="4730"/>
                      </a:cubicBezTo>
                      <a:cubicBezTo>
                        <a:pt x="8504" y="4645"/>
                        <a:pt x="8477" y="4625"/>
                        <a:pt x="8497" y="4566"/>
                      </a:cubicBezTo>
                      <a:cubicBezTo>
                        <a:pt x="8517" y="4513"/>
                        <a:pt x="8596" y="4447"/>
                        <a:pt x="8662" y="4362"/>
                      </a:cubicBezTo>
                      <a:cubicBezTo>
                        <a:pt x="8721" y="4276"/>
                        <a:pt x="8747" y="4217"/>
                        <a:pt x="8767" y="4151"/>
                      </a:cubicBezTo>
                      <a:cubicBezTo>
                        <a:pt x="8793" y="4085"/>
                        <a:pt x="8793" y="3973"/>
                        <a:pt x="8820" y="3881"/>
                      </a:cubicBezTo>
                      <a:cubicBezTo>
                        <a:pt x="8839" y="3796"/>
                        <a:pt x="8938" y="3664"/>
                        <a:pt x="8997" y="3559"/>
                      </a:cubicBezTo>
                      <a:cubicBezTo>
                        <a:pt x="9050" y="3460"/>
                        <a:pt x="9142" y="3124"/>
                        <a:pt x="9162" y="2953"/>
                      </a:cubicBezTo>
                      <a:cubicBezTo>
                        <a:pt x="9169" y="2855"/>
                        <a:pt x="9169" y="2683"/>
                        <a:pt x="9169" y="2552"/>
                      </a:cubicBezTo>
                      <a:lnTo>
                        <a:pt x="9162" y="2552"/>
                      </a:lnTo>
                      <a:cubicBezTo>
                        <a:pt x="9149" y="2545"/>
                        <a:pt x="9129" y="2539"/>
                        <a:pt x="9116" y="2539"/>
                      </a:cubicBezTo>
                      <a:cubicBezTo>
                        <a:pt x="9043" y="2512"/>
                        <a:pt x="8958" y="2486"/>
                        <a:pt x="8879" y="2466"/>
                      </a:cubicBezTo>
                      <a:cubicBezTo>
                        <a:pt x="8866" y="2460"/>
                        <a:pt x="8853" y="2453"/>
                        <a:pt x="8839" y="2453"/>
                      </a:cubicBezTo>
                      <a:cubicBezTo>
                        <a:pt x="8800" y="2440"/>
                        <a:pt x="8760" y="2427"/>
                        <a:pt x="8728" y="2420"/>
                      </a:cubicBezTo>
                      <a:lnTo>
                        <a:pt x="8675" y="2407"/>
                      </a:lnTo>
                      <a:cubicBezTo>
                        <a:pt x="8655" y="2400"/>
                        <a:pt x="8629" y="2394"/>
                        <a:pt x="8609" y="2387"/>
                      </a:cubicBezTo>
                      <a:cubicBezTo>
                        <a:pt x="8576" y="2374"/>
                        <a:pt x="8537" y="2368"/>
                        <a:pt x="8504" y="2354"/>
                      </a:cubicBezTo>
                      <a:cubicBezTo>
                        <a:pt x="8484" y="2348"/>
                        <a:pt x="8464" y="2348"/>
                        <a:pt x="8445" y="2341"/>
                      </a:cubicBezTo>
                      <a:lnTo>
                        <a:pt x="8418" y="2335"/>
                      </a:lnTo>
                      <a:cubicBezTo>
                        <a:pt x="8405" y="2328"/>
                        <a:pt x="8399" y="2328"/>
                        <a:pt x="8385" y="2322"/>
                      </a:cubicBezTo>
                      <a:cubicBezTo>
                        <a:pt x="8359" y="2315"/>
                        <a:pt x="8333" y="2308"/>
                        <a:pt x="8313" y="2308"/>
                      </a:cubicBezTo>
                      <a:cubicBezTo>
                        <a:pt x="8306" y="2308"/>
                        <a:pt x="8300" y="2302"/>
                        <a:pt x="8293" y="2302"/>
                      </a:cubicBezTo>
                      <a:cubicBezTo>
                        <a:pt x="8273" y="2295"/>
                        <a:pt x="8260" y="2295"/>
                        <a:pt x="8254" y="2295"/>
                      </a:cubicBezTo>
                      <a:cubicBezTo>
                        <a:pt x="8077" y="2268"/>
                        <a:pt x="7896" y="2237"/>
                        <a:pt x="7820" y="2237"/>
                      </a:cubicBezTo>
                      <a:cubicBezTo>
                        <a:pt x="7803" y="2237"/>
                        <a:pt x="7791" y="2239"/>
                        <a:pt x="7786" y="2243"/>
                      </a:cubicBezTo>
                      <a:cubicBezTo>
                        <a:pt x="7779" y="2248"/>
                        <a:pt x="7762" y="2250"/>
                        <a:pt x="7741" y="2250"/>
                      </a:cubicBezTo>
                      <a:cubicBezTo>
                        <a:pt x="7685" y="2250"/>
                        <a:pt x="7599" y="2236"/>
                        <a:pt x="7589" y="2236"/>
                      </a:cubicBezTo>
                      <a:cubicBezTo>
                        <a:pt x="7576" y="2236"/>
                        <a:pt x="7451" y="2196"/>
                        <a:pt x="7477" y="2157"/>
                      </a:cubicBezTo>
                      <a:cubicBezTo>
                        <a:pt x="7497" y="2124"/>
                        <a:pt x="7536" y="2071"/>
                        <a:pt x="7536" y="2071"/>
                      </a:cubicBezTo>
                      <a:cubicBezTo>
                        <a:pt x="7536" y="2071"/>
                        <a:pt x="7477" y="1979"/>
                        <a:pt x="7444" y="1979"/>
                      </a:cubicBezTo>
                      <a:cubicBezTo>
                        <a:pt x="7427" y="1979"/>
                        <a:pt x="7374" y="1973"/>
                        <a:pt x="7327" y="1973"/>
                      </a:cubicBezTo>
                      <a:cubicBezTo>
                        <a:pt x="7304" y="1973"/>
                        <a:pt x="7282" y="1975"/>
                        <a:pt x="7267" y="1979"/>
                      </a:cubicBezTo>
                      <a:cubicBezTo>
                        <a:pt x="7214" y="1992"/>
                        <a:pt x="7102" y="1992"/>
                        <a:pt x="7102" y="1992"/>
                      </a:cubicBezTo>
                      <a:cubicBezTo>
                        <a:pt x="7102" y="1992"/>
                        <a:pt x="7003" y="1973"/>
                        <a:pt x="6977" y="1907"/>
                      </a:cubicBezTo>
                      <a:cubicBezTo>
                        <a:pt x="6944" y="1841"/>
                        <a:pt x="6832" y="1709"/>
                        <a:pt x="6826" y="1690"/>
                      </a:cubicBezTo>
                      <a:cubicBezTo>
                        <a:pt x="6812" y="1663"/>
                        <a:pt x="6674" y="1584"/>
                        <a:pt x="6661" y="1584"/>
                      </a:cubicBezTo>
                      <a:lnTo>
                        <a:pt x="6556" y="1584"/>
                      </a:lnTo>
                      <a:cubicBezTo>
                        <a:pt x="6556" y="1584"/>
                        <a:pt x="6437" y="1584"/>
                        <a:pt x="6424" y="1571"/>
                      </a:cubicBezTo>
                      <a:cubicBezTo>
                        <a:pt x="6398" y="1545"/>
                        <a:pt x="6411" y="1492"/>
                        <a:pt x="6411" y="1459"/>
                      </a:cubicBezTo>
                      <a:cubicBezTo>
                        <a:pt x="6411" y="1413"/>
                        <a:pt x="6398" y="1394"/>
                        <a:pt x="6385" y="1354"/>
                      </a:cubicBezTo>
                      <a:cubicBezTo>
                        <a:pt x="6385" y="1347"/>
                        <a:pt x="6385" y="1334"/>
                        <a:pt x="6378" y="1328"/>
                      </a:cubicBezTo>
                      <a:cubicBezTo>
                        <a:pt x="6358" y="1334"/>
                        <a:pt x="6332" y="1341"/>
                        <a:pt x="6312" y="1347"/>
                      </a:cubicBezTo>
                      <a:cubicBezTo>
                        <a:pt x="6246" y="1361"/>
                        <a:pt x="6200" y="1387"/>
                        <a:pt x="6135" y="1407"/>
                      </a:cubicBezTo>
                      <a:cubicBezTo>
                        <a:pt x="6082" y="1420"/>
                        <a:pt x="6016" y="1545"/>
                        <a:pt x="5996" y="1584"/>
                      </a:cubicBezTo>
                      <a:cubicBezTo>
                        <a:pt x="5977" y="1617"/>
                        <a:pt x="5924" y="1690"/>
                        <a:pt x="5878" y="1716"/>
                      </a:cubicBezTo>
                      <a:cubicBezTo>
                        <a:pt x="5838" y="1749"/>
                        <a:pt x="5779" y="1756"/>
                        <a:pt x="5720" y="1782"/>
                      </a:cubicBezTo>
                      <a:cubicBezTo>
                        <a:pt x="5667" y="1815"/>
                        <a:pt x="5608" y="1861"/>
                        <a:pt x="5582" y="1913"/>
                      </a:cubicBezTo>
                      <a:cubicBezTo>
                        <a:pt x="5555" y="1960"/>
                        <a:pt x="5503" y="2144"/>
                        <a:pt x="5503" y="2144"/>
                      </a:cubicBezTo>
                      <a:cubicBezTo>
                        <a:pt x="5503" y="2144"/>
                        <a:pt x="5384" y="2236"/>
                        <a:pt x="5351" y="2269"/>
                      </a:cubicBezTo>
                      <a:cubicBezTo>
                        <a:pt x="5312" y="2308"/>
                        <a:pt x="5272" y="2407"/>
                        <a:pt x="5207" y="2598"/>
                      </a:cubicBezTo>
                      <a:cubicBezTo>
                        <a:pt x="5179" y="2684"/>
                        <a:pt x="5134" y="2707"/>
                        <a:pt x="5094" y="2707"/>
                      </a:cubicBezTo>
                      <a:cubicBezTo>
                        <a:pt x="5048" y="2707"/>
                        <a:pt x="5009" y="2677"/>
                        <a:pt x="5009" y="2677"/>
                      </a:cubicBezTo>
                      <a:cubicBezTo>
                        <a:pt x="5009" y="2677"/>
                        <a:pt x="4779" y="2618"/>
                        <a:pt x="4726" y="2598"/>
                      </a:cubicBezTo>
                      <a:cubicBezTo>
                        <a:pt x="4680" y="2572"/>
                        <a:pt x="4673" y="2420"/>
                        <a:pt x="4667" y="2387"/>
                      </a:cubicBezTo>
                      <a:cubicBezTo>
                        <a:pt x="4660" y="2354"/>
                        <a:pt x="4621" y="2328"/>
                        <a:pt x="4601" y="2308"/>
                      </a:cubicBezTo>
                      <a:cubicBezTo>
                        <a:pt x="4581" y="2289"/>
                        <a:pt x="4548" y="2183"/>
                        <a:pt x="4548" y="2124"/>
                      </a:cubicBezTo>
                      <a:cubicBezTo>
                        <a:pt x="4548" y="2065"/>
                        <a:pt x="4292" y="1894"/>
                        <a:pt x="4259" y="1821"/>
                      </a:cubicBezTo>
                      <a:cubicBezTo>
                        <a:pt x="4219" y="1749"/>
                        <a:pt x="4200" y="1703"/>
                        <a:pt x="4213" y="1670"/>
                      </a:cubicBezTo>
                      <a:cubicBezTo>
                        <a:pt x="4233" y="1644"/>
                        <a:pt x="4213" y="1473"/>
                        <a:pt x="4213" y="1413"/>
                      </a:cubicBezTo>
                      <a:cubicBezTo>
                        <a:pt x="4213" y="1347"/>
                        <a:pt x="4160" y="1308"/>
                        <a:pt x="4121" y="1262"/>
                      </a:cubicBezTo>
                      <a:cubicBezTo>
                        <a:pt x="4088" y="1222"/>
                        <a:pt x="4002" y="1143"/>
                        <a:pt x="4002" y="1117"/>
                      </a:cubicBezTo>
                      <a:cubicBezTo>
                        <a:pt x="4002" y="1091"/>
                        <a:pt x="3897" y="900"/>
                        <a:pt x="3871" y="867"/>
                      </a:cubicBezTo>
                      <a:cubicBezTo>
                        <a:pt x="3851" y="834"/>
                        <a:pt x="3699" y="795"/>
                        <a:pt x="3699" y="795"/>
                      </a:cubicBezTo>
                      <a:cubicBezTo>
                        <a:pt x="3699" y="795"/>
                        <a:pt x="3541" y="755"/>
                        <a:pt x="3502" y="729"/>
                      </a:cubicBezTo>
                      <a:cubicBezTo>
                        <a:pt x="3456" y="703"/>
                        <a:pt x="3324" y="538"/>
                        <a:pt x="3265" y="505"/>
                      </a:cubicBezTo>
                      <a:cubicBezTo>
                        <a:pt x="3255" y="500"/>
                        <a:pt x="3243" y="498"/>
                        <a:pt x="3229" y="498"/>
                      </a:cubicBezTo>
                      <a:cubicBezTo>
                        <a:pt x="3157" y="498"/>
                        <a:pt x="3044" y="558"/>
                        <a:pt x="3000" y="558"/>
                      </a:cubicBezTo>
                      <a:cubicBezTo>
                        <a:pt x="2999" y="558"/>
                        <a:pt x="2997" y="558"/>
                        <a:pt x="2995" y="558"/>
                      </a:cubicBezTo>
                      <a:cubicBezTo>
                        <a:pt x="2949" y="551"/>
                        <a:pt x="2943" y="380"/>
                        <a:pt x="2982" y="314"/>
                      </a:cubicBezTo>
                      <a:cubicBezTo>
                        <a:pt x="3015" y="248"/>
                        <a:pt x="2982" y="117"/>
                        <a:pt x="2982" y="104"/>
                      </a:cubicBezTo>
                      <a:cubicBezTo>
                        <a:pt x="2929" y="51"/>
                        <a:pt x="2870" y="5"/>
                        <a:pt x="2864" y="5"/>
                      </a:cubicBezTo>
                      <a:cubicBezTo>
                        <a:pt x="2852" y="5"/>
                        <a:pt x="2816" y="0"/>
                        <a:pt x="2771" y="0"/>
                      </a:cubicBezTo>
                      <a:close/>
                      <a:moveTo>
                        <a:pt x="6232" y="9080"/>
                      </a:moveTo>
                      <a:lnTo>
                        <a:pt x="6232" y="9080"/>
                      </a:lnTo>
                      <a:cubicBezTo>
                        <a:pt x="6231" y="9082"/>
                        <a:pt x="6231" y="9083"/>
                        <a:pt x="6230" y="9085"/>
                      </a:cubicBezTo>
                      <a:lnTo>
                        <a:pt x="6230" y="9085"/>
                      </a:lnTo>
                      <a:cubicBezTo>
                        <a:pt x="6231" y="9083"/>
                        <a:pt x="6232" y="9082"/>
                        <a:pt x="6233" y="9081"/>
                      </a:cubicBezTo>
                      <a:lnTo>
                        <a:pt x="6232" y="9080"/>
                      </a:lnTo>
                      <a:close/>
                      <a:moveTo>
                        <a:pt x="6230" y="9085"/>
                      </a:moveTo>
                      <a:cubicBezTo>
                        <a:pt x="6228" y="9088"/>
                        <a:pt x="6226" y="9092"/>
                        <a:pt x="6224" y="9097"/>
                      </a:cubicBezTo>
                      <a:lnTo>
                        <a:pt x="6224" y="9097"/>
                      </a:lnTo>
                      <a:cubicBezTo>
                        <a:pt x="6226" y="9093"/>
                        <a:pt x="6228" y="9089"/>
                        <a:pt x="6230" y="9085"/>
                      </a:cubicBezTo>
                      <a:close/>
                      <a:moveTo>
                        <a:pt x="6224" y="9097"/>
                      </a:moveTo>
                      <a:lnTo>
                        <a:pt x="6224" y="9097"/>
                      </a:lnTo>
                      <a:cubicBezTo>
                        <a:pt x="6223" y="9101"/>
                        <a:pt x="6221" y="9104"/>
                        <a:pt x="6220" y="9107"/>
                      </a:cubicBezTo>
                      <a:cubicBezTo>
                        <a:pt x="6222" y="9103"/>
                        <a:pt x="6223" y="9100"/>
                        <a:pt x="6224" y="9097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1574;p19">
                  <a:extLst>
                    <a:ext uri="{FF2B5EF4-FFF2-40B4-BE49-F238E27FC236}">
                      <a16:creationId xmlns:a16="http://schemas.microsoft.com/office/drawing/2014/main" id="{B49DE93D-84C6-F3CE-9F88-A3ADF60465B4}"/>
                    </a:ext>
                  </a:extLst>
                </p:cNvPr>
                <p:cNvSpPr/>
                <p:nvPr/>
              </p:nvSpPr>
              <p:spPr>
                <a:xfrm>
                  <a:off x="8102081" y="2296286"/>
                  <a:ext cx="500746" cy="184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8" h="1687" extrusionOk="0">
                      <a:moveTo>
                        <a:pt x="2815" y="0"/>
                      </a:moveTo>
                      <a:cubicBezTo>
                        <a:pt x="2799" y="0"/>
                        <a:pt x="2782" y="6"/>
                        <a:pt x="2765" y="21"/>
                      </a:cubicBezTo>
                      <a:cubicBezTo>
                        <a:pt x="2706" y="74"/>
                        <a:pt x="2666" y="74"/>
                        <a:pt x="2627" y="139"/>
                      </a:cubicBezTo>
                      <a:cubicBezTo>
                        <a:pt x="2587" y="199"/>
                        <a:pt x="2548" y="245"/>
                        <a:pt x="2488" y="284"/>
                      </a:cubicBezTo>
                      <a:cubicBezTo>
                        <a:pt x="2438" y="322"/>
                        <a:pt x="2252" y="436"/>
                        <a:pt x="2194" y="436"/>
                      </a:cubicBezTo>
                      <a:cubicBezTo>
                        <a:pt x="2191" y="436"/>
                        <a:pt x="2188" y="436"/>
                        <a:pt x="2186" y="435"/>
                      </a:cubicBezTo>
                      <a:cubicBezTo>
                        <a:pt x="2133" y="422"/>
                        <a:pt x="2087" y="376"/>
                        <a:pt x="2074" y="357"/>
                      </a:cubicBezTo>
                      <a:cubicBezTo>
                        <a:pt x="2068" y="340"/>
                        <a:pt x="2053" y="285"/>
                        <a:pt x="2016" y="285"/>
                      </a:cubicBezTo>
                      <a:cubicBezTo>
                        <a:pt x="2010" y="285"/>
                        <a:pt x="2003" y="287"/>
                        <a:pt x="1995" y="291"/>
                      </a:cubicBezTo>
                      <a:cubicBezTo>
                        <a:pt x="1949" y="317"/>
                        <a:pt x="1903" y="337"/>
                        <a:pt x="1896" y="337"/>
                      </a:cubicBezTo>
                      <a:cubicBezTo>
                        <a:pt x="1883" y="337"/>
                        <a:pt x="1791" y="304"/>
                        <a:pt x="1791" y="271"/>
                      </a:cubicBezTo>
                      <a:cubicBezTo>
                        <a:pt x="1791" y="271"/>
                        <a:pt x="1784" y="264"/>
                        <a:pt x="1778" y="258"/>
                      </a:cubicBezTo>
                      <a:cubicBezTo>
                        <a:pt x="1745" y="297"/>
                        <a:pt x="1705" y="317"/>
                        <a:pt x="1672" y="376"/>
                      </a:cubicBezTo>
                      <a:cubicBezTo>
                        <a:pt x="1639" y="421"/>
                        <a:pt x="1634" y="452"/>
                        <a:pt x="1605" y="452"/>
                      </a:cubicBezTo>
                      <a:cubicBezTo>
                        <a:pt x="1599" y="452"/>
                        <a:pt x="1594" y="451"/>
                        <a:pt x="1587" y="449"/>
                      </a:cubicBezTo>
                      <a:cubicBezTo>
                        <a:pt x="1541" y="429"/>
                        <a:pt x="1481" y="422"/>
                        <a:pt x="1422" y="337"/>
                      </a:cubicBezTo>
                      <a:cubicBezTo>
                        <a:pt x="1363" y="245"/>
                        <a:pt x="1350" y="231"/>
                        <a:pt x="1317" y="192"/>
                      </a:cubicBezTo>
                      <a:cubicBezTo>
                        <a:pt x="1291" y="152"/>
                        <a:pt x="1172" y="93"/>
                        <a:pt x="1172" y="93"/>
                      </a:cubicBezTo>
                      <a:cubicBezTo>
                        <a:pt x="1172" y="93"/>
                        <a:pt x="1088" y="76"/>
                        <a:pt x="1031" y="76"/>
                      </a:cubicBezTo>
                      <a:cubicBezTo>
                        <a:pt x="1008" y="76"/>
                        <a:pt x="989" y="79"/>
                        <a:pt x="981" y="87"/>
                      </a:cubicBezTo>
                      <a:cubicBezTo>
                        <a:pt x="948" y="113"/>
                        <a:pt x="876" y="133"/>
                        <a:pt x="843" y="139"/>
                      </a:cubicBezTo>
                      <a:cubicBezTo>
                        <a:pt x="838" y="140"/>
                        <a:pt x="833" y="141"/>
                        <a:pt x="827" y="141"/>
                      </a:cubicBezTo>
                      <a:cubicBezTo>
                        <a:pt x="788" y="141"/>
                        <a:pt x="723" y="125"/>
                        <a:pt x="672" y="120"/>
                      </a:cubicBezTo>
                      <a:cubicBezTo>
                        <a:pt x="646" y="120"/>
                        <a:pt x="553" y="93"/>
                        <a:pt x="455" y="67"/>
                      </a:cubicBezTo>
                      <a:cubicBezTo>
                        <a:pt x="442" y="80"/>
                        <a:pt x="428" y="100"/>
                        <a:pt x="415" y="120"/>
                      </a:cubicBezTo>
                      <a:cubicBezTo>
                        <a:pt x="389" y="172"/>
                        <a:pt x="369" y="238"/>
                        <a:pt x="369" y="264"/>
                      </a:cubicBezTo>
                      <a:cubicBezTo>
                        <a:pt x="369" y="291"/>
                        <a:pt x="395" y="324"/>
                        <a:pt x="428" y="376"/>
                      </a:cubicBezTo>
                      <a:cubicBezTo>
                        <a:pt x="461" y="429"/>
                        <a:pt x="461" y="587"/>
                        <a:pt x="461" y="587"/>
                      </a:cubicBezTo>
                      <a:cubicBezTo>
                        <a:pt x="461" y="587"/>
                        <a:pt x="461" y="593"/>
                        <a:pt x="455" y="607"/>
                      </a:cubicBezTo>
                      <a:cubicBezTo>
                        <a:pt x="442" y="640"/>
                        <a:pt x="409" y="718"/>
                        <a:pt x="376" y="758"/>
                      </a:cubicBezTo>
                      <a:cubicBezTo>
                        <a:pt x="336" y="811"/>
                        <a:pt x="270" y="857"/>
                        <a:pt x="152" y="942"/>
                      </a:cubicBezTo>
                      <a:cubicBezTo>
                        <a:pt x="27" y="1028"/>
                        <a:pt x="14" y="1054"/>
                        <a:pt x="14" y="1054"/>
                      </a:cubicBezTo>
                      <a:lnTo>
                        <a:pt x="1" y="1067"/>
                      </a:lnTo>
                      <a:cubicBezTo>
                        <a:pt x="7" y="1087"/>
                        <a:pt x="27" y="1100"/>
                        <a:pt x="40" y="1120"/>
                      </a:cubicBezTo>
                      <a:cubicBezTo>
                        <a:pt x="119" y="1186"/>
                        <a:pt x="152" y="1166"/>
                        <a:pt x="211" y="1225"/>
                      </a:cubicBezTo>
                      <a:cubicBezTo>
                        <a:pt x="264" y="1278"/>
                        <a:pt x="349" y="1403"/>
                        <a:pt x="356" y="1423"/>
                      </a:cubicBezTo>
                      <a:cubicBezTo>
                        <a:pt x="363" y="1442"/>
                        <a:pt x="382" y="1456"/>
                        <a:pt x="356" y="1482"/>
                      </a:cubicBezTo>
                      <a:cubicBezTo>
                        <a:pt x="330" y="1515"/>
                        <a:pt x="310" y="1554"/>
                        <a:pt x="310" y="1567"/>
                      </a:cubicBezTo>
                      <a:cubicBezTo>
                        <a:pt x="310" y="1587"/>
                        <a:pt x="372" y="1686"/>
                        <a:pt x="400" y="1686"/>
                      </a:cubicBezTo>
                      <a:cubicBezTo>
                        <a:pt x="400" y="1686"/>
                        <a:pt x="401" y="1686"/>
                        <a:pt x="402" y="1686"/>
                      </a:cubicBezTo>
                      <a:cubicBezTo>
                        <a:pt x="422" y="1673"/>
                        <a:pt x="580" y="1574"/>
                        <a:pt x="580" y="1574"/>
                      </a:cubicBezTo>
                      <a:cubicBezTo>
                        <a:pt x="580" y="1574"/>
                        <a:pt x="619" y="1561"/>
                        <a:pt x="639" y="1535"/>
                      </a:cubicBezTo>
                      <a:cubicBezTo>
                        <a:pt x="659" y="1515"/>
                        <a:pt x="692" y="1475"/>
                        <a:pt x="692" y="1423"/>
                      </a:cubicBezTo>
                      <a:cubicBezTo>
                        <a:pt x="692" y="1370"/>
                        <a:pt x="659" y="1350"/>
                        <a:pt x="692" y="1344"/>
                      </a:cubicBezTo>
                      <a:lnTo>
                        <a:pt x="784" y="1344"/>
                      </a:lnTo>
                      <a:cubicBezTo>
                        <a:pt x="810" y="1344"/>
                        <a:pt x="863" y="1324"/>
                        <a:pt x="882" y="1311"/>
                      </a:cubicBezTo>
                      <a:cubicBezTo>
                        <a:pt x="896" y="1298"/>
                        <a:pt x="915" y="1311"/>
                        <a:pt x="948" y="1258"/>
                      </a:cubicBezTo>
                      <a:cubicBezTo>
                        <a:pt x="981" y="1212"/>
                        <a:pt x="1040" y="1153"/>
                        <a:pt x="1080" y="1107"/>
                      </a:cubicBezTo>
                      <a:cubicBezTo>
                        <a:pt x="1119" y="1067"/>
                        <a:pt x="1179" y="1015"/>
                        <a:pt x="1212" y="1001"/>
                      </a:cubicBezTo>
                      <a:cubicBezTo>
                        <a:pt x="1240" y="992"/>
                        <a:pt x="1266" y="947"/>
                        <a:pt x="1296" y="947"/>
                      </a:cubicBezTo>
                      <a:cubicBezTo>
                        <a:pt x="1306" y="947"/>
                        <a:pt x="1318" y="953"/>
                        <a:pt x="1330" y="969"/>
                      </a:cubicBezTo>
                      <a:cubicBezTo>
                        <a:pt x="1369" y="1034"/>
                        <a:pt x="1389" y="1087"/>
                        <a:pt x="1416" y="1107"/>
                      </a:cubicBezTo>
                      <a:cubicBezTo>
                        <a:pt x="1448" y="1120"/>
                        <a:pt x="1422" y="1120"/>
                        <a:pt x="1514" y="1133"/>
                      </a:cubicBezTo>
                      <a:cubicBezTo>
                        <a:pt x="1606" y="1146"/>
                        <a:pt x="1666" y="1140"/>
                        <a:pt x="1679" y="1146"/>
                      </a:cubicBezTo>
                      <a:cubicBezTo>
                        <a:pt x="1692" y="1153"/>
                        <a:pt x="1731" y="1212"/>
                        <a:pt x="1764" y="1232"/>
                      </a:cubicBezTo>
                      <a:cubicBezTo>
                        <a:pt x="1804" y="1252"/>
                        <a:pt x="1850" y="1265"/>
                        <a:pt x="1870" y="1265"/>
                      </a:cubicBezTo>
                      <a:cubicBezTo>
                        <a:pt x="1896" y="1265"/>
                        <a:pt x="1982" y="1265"/>
                        <a:pt x="2028" y="1311"/>
                      </a:cubicBezTo>
                      <a:cubicBezTo>
                        <a:pt x="2074" y="1350"/>
                        <a:pt x="2093" y="1442"/>
                        <a:pt x="2093" y="1462"/>
                      </a:cubicBezTo>
                      <a:cubicBezTo>
                        <a:pt x="2093" y="1475"/>
                        <a:pt x="2100" y="1489"/>
                        <a:pt x="2113" y="1521"/>
                      </a:cubicBezTo>
                      <a:cubicBezTo>
                        <a:pt x="2113" y="1521"/>
                        <a:pt x="2199" y="1482"/>
                        <a:pt x="2218" y="1442"/>
                      </a:cubicBezTo>
                      <a:cubicBezTo>
                        <a:pt x="2232" y="1410"/>
                        <a:pt x="2251" y="1396"/>
                        <a:pt x="2258" y="1390"/>
                      </a:cubicBezTo>
                      <a:cubicBezTo>
                        <a:pt x="2265" y="1390"/>
                        <a:pt x="2324" y="1377"/>
                        <a:pt x="2337" y="1363"/>
                      </a:cubicBezTo>
                      <a:cubicBezTo>
                        <a:pt x="2344" y="1357"/>
                        <a:pt x="2363" y="1337"/>
                        <a:pt x="2376" y="1324"/>
                      </a:cubicBezTo>
                      <a:lnTo>
                        <a:pt x="2376" y="1317"/>
                      </a:lnTo>
                      <a:cubicBezTo>
                        <a:pt x="2376" y="1311"/>
                        <a:pt x="2383" y="1311"/>
                        <a:pt x="2383" y="1304"/>
                      </a:cubicBezTo>
                      <a:cubicBezTo>
                        <a:pt x="2390" y="1298"/>
                        <a:pt x="2390" y="1291"/>
                        <a:pt x="2396" y="1284"/>
                      </a:cubicBezTo>
                      <a:cubicBezTo>
                        <a:pt x="2409" y="1259"/>
                        <a:pt x="2457" y="1198"/>
                        <a:pt x="2473" y="1198"/>
                      </a:cubicBezTo>
                      <a:cubicBezTo>
                        <a:pt x="2474" y="1198"/>
                        <a:pt x="2475" y="1199"/>
                        <a:pt x="2475" y="1199"/>
                      </a:cubicBezTo>
                      <a:cubicBezTo>
                        <a:pt x="2482" y="1199"/>
                        <a:pt x="2574" y="1278"/>
                        <a:pt x="2580" y="1284"/>
                      </a:cubicBezTo>
                      <a:cubicBezTo>
                        <a:pt x="2587" y="1291"/>
                        <a:pt x="2611" y="1357"/>
                        <a:pt x="2631" y="1357"/>
                      </a:cubicBezTo>
                      <a:cubicBezTo>
                        <a:pt x="2631" y="1357"/>
                        <a:pt x="2632" y="1357"/>
                        <a:pt x="2633" y="1357"/>
                      </a:cubicBezTo>
                      <a:cubicBezTo>
                        <a:pt x="2637" y="1355"/>
                        <a:pt x="2647" y="1354"/>
                        <a:pt x="2660" y="1354"/>
                      </a:cubicBezTo>
                      <a:cubicBezTo>
                        <a:pt x="2696" y="1354"/>
                        <a:pt x="2755" y="1360"/>
                        <a:pt x="2765" y="1370"/>
                      </a:cubicBezTo>
                      <a:cubicBezTo>
                        <a:pt x="2771" y="1390"/>
                        <a:pt x="2844" y="1429"/>
                        <a:pt x="2857" y="1449"/>
                      </a:cubicBezTo>
                      <a:cubicBezTo>
                        <a:pt x="2870" y="1475"/>
                        <a:pt x="2916" y="1515"/>
                        <a:pt x="2936" y="1521"/>
                      </a:cubicBezTo>
                      <a:cubicBezTo>
                        <a:pt x="2952" y="1527"/>
                        <a:pt x="2955" y="1536"/>
                        <a:pt x="2980" y="1536"/>
                      </a:cubicBezTo>
                      <a:cubicBezTo>
                        <a:pt x="2986" y="1536"/>
                        <a:pt x="2993" y="1536"/>
                        <a:pt x="3002" y="1535"/>
                      </a:cubicBezTo>
                      <a:cubicBezTo>
                        <a:pt x="3032" y="1535"/>
                        <a:pt x="3075" y="1543"/>
                        <a:pt x="3107" y="1543"/>
                      </a:cubicBezTo>
                      <a:cubicBezTo>
                        <a:pt x="3124" y="1543"/>
                        <a:pt x="3138" y="1541"/>
                        <a:pt x="3146" y="1535"/>
                      </a:cubicBezTo>
                      <a:cubicBezTo>
                        <a:pt x="3173" y="1521"/>
                        <a:pt x="3272" y="1475"/>
                        <a:pt x="3298" y="1475"/>
                      </a:cubicBezTo>
                      <a:cubicBezTo>
                        <a:pt x="3303" y="1474"/>
                        <a:pt x="3309" y="1474"/>
                        <a:pt x="3315" y="1474"/>
                      </a:cubicBezTo>
                      <a:cubicBezTo>
                        <a:pt x="3334" y="1474"/>
                        <a:pt x="3359" y="1478"/>
                        <a:pt x="3382" y="1478"/>
                      </a:cubicBezTo>
                      <a:cubicBezTo>
                        <a:pt x="3399" y="1478"/>
                        <a:pt x="3415" y="1476"/>
                        <a:pt x="3429" y="1469"/>
                      </a:cubicBezTo>
                      <a:cubicBezTo>
                        <a:pt x="3476" y="1442"/>
                        <a:pt x="3515" y="1436"/>
                        <a:pt x="3541" y="1403"/>
                      </a:cubicBezTo>
                      <a:cubicBezTo>
                        <a:pt x="3568" y="1363"/>
                        <a:pt x="3614" y="1324"/>
                        <a:pt x="3640" y="1291"/>
                      </a:cubicBezTo>
                      <a:cubicBezTo>
                        <a:pt x="3673" y="1265"/>
                        <a:pt x="3686" y="1232"/>
                        <a:pt x="3732" y="1225"/>
                      </a:cubicBezTo>
                      <a:cubicBezTo>
                        <a:pt x="3778" y="1219"/>
                        <a:pt x="3838" y="1219"/>
                        <a:pt x="3844" y="1219"/>
                      </a:cubicBezTo>
                      <a:cubicBezTo>
                        <a:pt x="3857" y="1219"/>
                        <a:pt x="3969" y="1179"/>
                        <a:pt x="3969" y="1179"/>
                      </a:cubicBezTo>
                      <a:cubicBezTo>
                        <a:pt x="3969" y="1179"/>
                        <a:pt x="4035" y="1133"/>
                        <a:pt x="4068" y="1133"/>
                      </a:cubicBezTo>
                      <a:cubicBezTo>
                        <a:pt x="4101" y="1133"/>
                        <a:pt x="4186" y="1159"/>
                        <a:pt x="4193" y="1173"/>
                      </a:cubicBezTo>
                      <a:cubicBezTo>
                        <a:pt x="4206" y="1179"/>
                        <a:pt x="4311" y="1219"/>
                        <a:pt x="4311" y="1219"/>
                      </a:cubicBezTo>
                      <a:lnTo>
                        <a:pt x="4364" y="1284"/>
                      </a:lnTo>
                      <a:cubicBezTo>
                        <a:pt x="4417" y="1199"/>
                        <a:pt x="4456" y="1133"/>
                        <a:pt x="4463" y="1113"/>
                      </a:cubicBezTo>
                      <a:cubicBezTo>
                        <a:pt x="4489" y="1061"/>
                        <a:pt x="4588" y="442"/>
                        <a:pt x="4588" y="251"/>
                      </a:cubicBezTo>
                      <a:cubicBezTo>
                        <a:pt x="4542" y="231"/>
                        <a:pt x="4482" y="205"/>
                        <a:pt x="4476" y="205"/>
                      </a:cubicBezTo>
                      <a:cubicBezTo>
                        <a:pt x="4469" y="205"/>
                        <a:pt x="4305" y="120"/>
                        <a:pt x="4305" y="120"/>
                      </a:cubicBezTo>
                      <a:cubicBezTo>
                        <a:pt x="4305" y="120"/>
                        <a:pt x="4287" y="108"/>
                        <a:pt x="4260" y="108"/>
                      </a:cubicBezTo>
                      <a:cubicBezTo>
                        <a:pt x="4246" y="108"/>
                        <a:pt x="4230" y="111"/>
                        <a:pt x="4213" y="120"/>
                      </a:cubicBezTo>
                      <a:cubicBezTo>
                        <a:pt x="4160" y="146"/>
                        <a:pt x="4088" y="179"/>
                        <a:pt x="4081" y="199"/>
                      </a:cubicBezTo>
                      <a:cubicBezTo>
                        <a:pt x="4074" y="212"/>
                        <a:pt x="4088" y="231"/>
                        <a:pt x="4061" y="284"/>
                      </a:cubicBezTo>
                      <a:cubicBezTo>
                        <a:pt x="4028" y="337"/>
                        <a:pt x="3963" y="343"/>
                        <a:pt x="3949" y="343"/>
                      </a:cubicBezTo>
                      <a:cubicBezTo>
                        <a:pt x="3943" y="343"/>
                        <a:pt x="3831" y="363"/>
                        <a:pt x="3805" y="376"/>
                      </a:cubicBezTo>
                      <a:cubicBezTo>
                        <a:pt x="3772" y="396"/>
                        <a:pt x="3739" y="396"/>
                        <a:pt x="3699" y="396"/>
                      </a:cubicBezTo>
                      <a:cubicBezTo>
                        <a:pt x="3677" y="396"/>
                        <a:pt x="3641" y="402"/>
                        <a:pt x="3597" y="402"/>
                      </a:cubicBezTo>
                      <a:cubicBezTo>
                        <a:pt x="3576" y="402"/>
                        <a:pt x="3552" y="400"/>
                        <a:pt x="3528" y="396"/>
                      </a:cubicBezTo>
                      <a:cubicBezTo>
                        <a:pt x="3495" y="389"/>
                        <a:pt x="3474" y="384"/>
                        <a:pt x="3457" y="384"/>
                      </a:cubicBezTo>
                      <a:cubicBezTo>
                        <a:pt x="3439" y="384"/>
                        <a:pt x="3426" y="389"/>
                        <a:pt x="3410" y="403"/>
                      </a:cubicBezTo>
                      <a:cubicBezTo>
                        <a:pt x="3377" y="435"/>
                        <a:pt x="3357" y="442"/>
                        <a:pt x="3331" y="482"/>
                      </a:cubicBezTo>
                      <a:cubicBezTo>
                        <a:pt x="3304" y="514"/>
                        <a:pt x="3278" y="561"/>
                        <a:pt x="3278" y="607"/>
                      </a:cubicBezTo>
                      <a:cubicBezTo>
                        <a:pt x="3278" y="653"/>
                        <a:pt x="3212" y="705"/>
                        <a:pt x="3193" y="705"/>
                      </a:cubicBezTo>
                      <a:cubicBezTo>
                        <a:pt x="3179" y="705"/>
                        <a:pt x="3152" y="697"/>
                        <a:pt x="3127" y="697"/>
                      </a:cubicBezTo>
                      <a:cubicBezTo>
                        <a:pt x="3114" y="697"/>
                        <a:pt x="3103" y="699"/>
                        <a:pt x="3094" y="705"/>
                      </a:cubicBezTo>
                      <a:cubicBezTo>
                        <a:pt x="3067" y="725"/>
                        <a:pt x="3048" y="758"/>
                        <a:pt x="3008" y="758"/>
                      </a:cubicBezTo>
                      <a:cubicBezTo>
                        <a:pt x="2969" y="758"/>
                        <a:pt x="2916" y="732"/>
                        <a:pt x="2903" y="718"/>
                      </a:cubicBezTo>
                      <a:cubicBezTo>
                        <a:pt x="2896" y="699"/>
                        <a:pt x="2896" y="593"/>
                        <a:pt x="2877" y="574"/>
                      </a:cubicBezTo>
                      <a:cubicBezTo>
                        <a:pt x="2850" y="554"/>
                        <a:pt x="2811" y="514"/>
                        <a:pt x="2804" y="508"/>
                      </a:cubicBezTo>
                      <a:cubicBezTo>
                        <a:pt x="2804" y="495"/>
                        <a:pt x="2817" y="442"/>
                        <a:pt x="2844" y="422"/>
                      </a:cubicBezTo>
                      <a:cubicBezTo>
                        <a:pt x="2877" y="396"/>
                        <a:pt x="2910" y="383"/>
                        <a:pt x="2910" y="357"/>
                      </a:cubicBezTo>
                      <a:cubicBezTo>
                        <a:pt x="2910" y="337"/>
                        <a:pt x="2890" y="310"/>
                        <a:pt x="2910" y="284"/>
                      </a:cubicBezTo>
                      <a:cubicBezTo>
                        <a:pt x="2929" y="258"/>
                        <a:pt x="2982" y="231"/>
                        <a:pt x="2995" y="231"/>
                      </a:cubicBezTo>
                      <a:cubicBezTo>
                        <a:pt x="3008" y="225"/>
                        <a:pt x="3028" y="199"/>
                        <a:pt x="3028" y="172"/>
                      </a:cubicBezTo>
                      <a:cubicBezTo>
                        <a:pt x="3028" y="139"/>
                        <a:pt x="2982" y="41"/>
                        <a:pt x="2936" y="34"/>
                      </a:cubicBezTo>
                      <a:cubicBezTo>
                        <a:pt x="2898" y="34"/>
                        <a:pt x="2857" y="0"/>
                        <a:pt x="2815" y="0"/>
                      </a:cubicBezTo>
                      <a:close/>
                    </a:path>
                  </a:pathLst>
                </a:custGeom>
                <a:solidFill>
                  <a:srgbClr val="7E0000"/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1575;p19">
                  <a:extLst>
                    <a:ext uri="{FF2B5EF4-FFF2-40B4-BE49-F238E27FC236}">
                      <a16:creationId xmlns:a16="http://schemas.microsoft.com/office/drawing/2014/main" id="{2E4BD537-ECDE-DB92-46BF-FCFBF3295BE5}"/>
                    </a:ext>
                  </a:extLst>
                </p:cNvPr>
                <p:cNvSpPr/>
                <p:nvPr/>
              </p:nvSpPr>
              <p:spPr>
                <a:xfrm>
                  <a:off x="8093459" y="1939609"/>
                  <a:ext cx="322625" cy="406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6" h="3720" extrusionOk="0">
                      <a:moveTo>
                        <a:pt x="662" y="0"/>
                      </a:moveTo>
                      <a:cubicBezTo>
                        <a:pt x="617" y="0"/>
                        <a:pt x="575" y="2"/>
                        <a:pt x="540" y="5"/>
                      </a:cubicBezTo>
                      <a:cubicBezTo>
                        <a:pt x="527" y="5"/>
                        <a:pt x="507" y="5"/>
                        <a:pt x="494" y="11"/>
                      </a:cubicBezTo>
                      <a:lnTo>
                        <a:pt x="468" y="11"/>
                      </a:lnTo>
                      <a:cubicBezTo>
                        <a:pt x="448" y="18"/>
                        <a:pt x="428" y="18"/>
                        <a:pt x="409" y="25"/>
                      </a:cubicBezTo>
                      <a:cubicBezTo>
                        <a:pt x="389" y="25"/>
                        <a:pt x="363" y="31"/>
                        <a:pt x="343" y="31"/>
                      </a:cubicBezTo>
                      <a:cubicBezTo>
                        <a:pt x="330" y="38"/>
                        <a:pt x="316" y="38"/>
                        <a:pt x="303" y="38"/>
                      </a:cubicBezTo>
                      <a:cubicBezTo>
                        <a:pt x="277" y="44"/>
                        <a:pt x="251" y="51"/>
                        <a:pt x="224" y="51"/>
                      </a:cubicBezTo>
                      <a:cubicBezTo>
                        <a:pt x="211" y="57"/>
                        <a:pt x="198" y="57"/>
                        <a:pt x="178" y="64"/>
                      </a:cubicBezTo>
                      <a:cubicBezTo>
                        <a:pt x="145" y="64"/>
                        <a:pt x="119" y="71"/>
                        <a:pt x="86" y="77"/>
                      </a:cubicBezTo>
                      <a:lnTo>
                        <a:pt x="60" y="77"/>
                      </a:lnTo>
                      <a:cubicBezTo>
                        <a:pt x="53" y="117"/>
                        <a:pt x="47" y="150"/>
                        <a:pt x="40" y="176"/>
                      </a:cubicBezTo>
                      <a:cubicBezTo>
                        <a:pt x="27" y="222"/>
                        <a:pt x="1" y="452"/>
                        <a:pt x="1" y="544"/>
                      </a:cubicBezTo>
                      <a:cubicBezTo>
                        <a:pt x="1" y="630"/>
                        <a:pt x="33" y="709"/>
                        <a:pt x="60" y="762"/>
                      </a:cubicBezTo>
                      <a:cubicBezTo>
                        <a:pt x="86" y="814"/>
                        <a:pt x="145" y="893"/>
                        <a:pt x="185" y="972"/>
                      </a:cubicBezTo>
                      <a:cubicBezTo>
                        <a:pt x="224" y="1045"/>
                        <a:pt x="152" y="1143"/>
                        <a:pt x="119" y="1216"/>
                      </a:cubicBezTo>
                      <a:cubicBezTo>
                        <a:pt x="86" y="1282"/>
                        <a:pt x="73" y="1433"/>
                        <a:pt x="73" y="1453"/>
                      </a:cubicBezTo>
                      <a:cubicBezTo>
                        <a:pt x="80" y="1472"/>
                        <a:pt x="86" y="1591"/>
                        <a:pt x="126" y="1637"/>
                      </a:cubicBezTo>
                      <a:cubicBezTo>
                        <a:pt x="172" y="1683"/>
                        <a:pt x="277" y="1782"/>
                        <a:pt x="310" y="1834"/>
                      </a:cubicBezTo>
                      <a:cubicBezTo>
                        <a:pt x="336" y="1887"/>
                        <a:pt x="303" y="1992"/>
                        <a:pt x="290" y="2071"/>
                      </a:cubicBezTo>
                      <a:cubicBezTo>
                        <a:pt x="277" y="2144"/>
                        <a:pt x="290" y="2249"/>
                        <a:pt x="316" y="2302"/>
                      </a:cubicBezTo>
                      <a:cubicBezTo>
                        <a:pt x="343" y="2348"/>
                        <a:pt x="369" y="2381"/>
                        <a:pt x="369" y="2453"/>
                      </a:cubicBezTo>
                      <a:cubicBezTo>
                        <a:pt x="369" y="2525"/>
                        <a:pt x="395" y="2644"/>
                        <a:pt x="448" y="2776"/>
                      </a:cubicBezTo>
                      <a:cubicBezTo>
                        <a:pt x="494" y="2907"/>
                        <a:pt x="586" y="2848"/>
                        <a:pt x="639" y="2907"/>
                      </a:cubicBezTo>
                      <a:cubicBezTo>
                        <a:pt x="692" y="2973"/>
                        <a:pt x="606" y="3203"/>
                        <a:pt x="599" y="3230"/>
                      </a:cubicBezTo>
                      <a:cubicBezTo>
                        <a:pt x="586" y="3249"/>
                        <a:pt x="560" y="3289"/>
                        <a:pt x="534" y="3328"/>
                      </a:cubicBezTo>
                      <a:cubicBezTo>
                        <a:pt x="626" y="3361"/>
                        <a:pt x="725" y="3388"/>
                        <a:pt x="751" y="3388"/>
                      </a:cubicBezTo>
                      <a:cubicBezTo>
                        <a:pt x="802" y="3393"/>
                        <a:pt x="867" y="3409"/>
                        <a:pt x="906" y="3409"/>
                      </a:cubicBezTo>
                      <a:cubicBezTo>
                        <a:pt x="912" y="3409"/>
                        <a:pt x="917" y="3408"/>
                        <a:pt x="922" y="3407"/>
                      </a:cubicBezTo>
                      <a:cubicBezTo>
                        <a:pt x="948" y="3401"/>
                        <a:pt x="1027" y="3381"/>
                        <a:pt x="1060" y="3355"/>
                      </a:cubicBezTo>
                      <a:cubicBezTo>
                        <a:pt x="1068" y="3347"/>
                        <a:pt x="1087" y="3344"/>
                        <a:pt x="1110" y="3344"/>
                      </a:cubicBezTo>
                      <a:cubicBezTo>
                        <a:pt x="1167" y="3344"/>
                        <a:pt x="1251" y="3361"/>
                        <a:pt x="1251" y="3361"/>
                      </a:cubicBezTo>
                      <a:cubicBezTo>
                        <a:pt x="1251" y="3361"/>
                        <a:pt x="1363" y="3420"/>
                        <a:pt x="1396" y="3460"/>
                      </a:cubicBezTo>
                      <a:cubicBezTo>
                        <a:pt x="1429" y="3499"/>
                        <a:pt x="1442" y="3513"/>
                        <a:pt x="1501" y="3605"/>
                      </a:cubicBezTo>
                      <a:cubicBezTo>
                        <a:pt x="1560" y="3690"/>
                        <a:pt x="1620" y="3697"/>
                        <a:pt x="1666" y="3717"/>
                      </a:cubicBezTo>
                      <a:cubicBezTo>
                        <a:pt x="1673" y="3719"/>
                        <a:pt x="1678" y="3720"/>
                        <a:pt x="1684" y="3720"/>
                      </a:cubicBezTo>
                      <a:cubicBezTo>
                        <a:pt x="1713" y="3720"/>
                        <a:pt x="1718" y="3689"/>
                        <a:pt x="1751" y="3644"/>
                      </a:cubicBezTo>
                      <a:cubicBezTo>
                        <a:pt x="1784" y="3592"/>
                        <a:pt x="1824" y="3565"/>
                        <a:pt x="1857" y="3526"/>
                      </a:cubicBezTo>
                      <a:cubicBezTo>
                        <a:pt x="1857" y="3519"/>
                        <a:pt x="1863" y="3519"/>
                        <a:pt x="1863" y="3513"/>
                      </a:cubicBezTo>
                      <a:cubicBezTo>
                        <a:pt x="1896" y="3467"/>
                        <a:pt x="1936" y="3420"/>
                        <a:pt x="1955" y="3361"/>
                      </a:cubicBezTo>
                      <a:cubicBezTo>
                        <a:pt x="1982" y="3309"/>
                        <a:pt x="1909" y="3190"/>
                        <a:pt x="1876" y="3138"/>
                      </a:cubicBezTo>
                      <a:cubicBezTo>
                        <a:pt x="1850" y="3078"/>
                        <a:pt x="1824" y="3065"/>
                        <a:pt x="1830" y="3032"/>
                      </a:cubicBezTo>
                      <a:cubicBezTo>
                        <a:pt x="1837" y="3006"/>
                        <a:pt x="1876" y="3006"/>
                        <a:pt x="1916" y="2966"/>
                      </a:cubicBezTo>
                      <a:cubicBezTo>
                        <a:pt x="1949" y="2920"/>
                        <a:pt x="1896" y="2914"/>
                        <a:pt x="1896" y="2868"/>
                      </a:cubicBezTo>
                      <a:cubicBezTo>
                        <a:pt x="1889" y="2822"/>
                        <a:pt x="1922" y="2776"/>
                        <a:pt x="1942" y="2729"/>
                      </a:cubicBezTo>
                      <a:cubicBezTo>
                        <a:pt x="1955" y="2683"/>
                        <a:pt x="1949" y="2637"/>
                        <a:pt x="1942" y="2598"/>
                      </a:cubicBezTo>
                      <a:cubicBezTo>
                        <a:pt x="1942" y="2598"/>
                        <a:pt x="1942" y="2591"/>
                        <a:pt x="1942" y="2591"/>
                      </a:cubicBezTo>
                      <a:cubicBezTo>
                        <a:pt x="1936" y="2552"/>
                        <a:pt x="1968" y="2493"/>
                        <a:pt x="2074" y="2420"/>
                      </a:cubicBezTo>
                      <a:cubicBezTo>
                        <a:pt x="2186" y="2348"/>
                        <a:pt x="2172" y="2354"/>
                        <a:pt x="2238" y="2308"/>
                      </a:cubicBezTo>
                      <a:cubicBezTo>
                        <a:pt x="2304" y="2269"/>
                        <a:pt x="2297" y="2229"/>
                        <a:pt x="2337" y="2170"/>
                      </a:cubicBezTo>
                      <a:cubicBezTo>
                        <a:pt x="2376" y="2111"/>
                        <a:pt x="2396" y="2045"/>
                        <a:pt x="2455" y="1940"/>
                      </a:cubicBezTo>
                      <a:cubicBezTo>
                        <a:pt x="2521" y="1834"/>
                        <a:pt x="2554" y="1808"/>
                        <a:pt x="2567" y="1755"/>
                      </a:cubicBezTo>
                      <a:cubicBezTo>
                        <a:pt x="2580" y="1696"/>
                        <a:pt x="2613" y="1611"/>
                        <a:pt x="2640" y="1565"/>
                      </a:cubicBezTo>
                      <a:cubicBezTo>
                        <a:pt x="2654" y="1540"/>
                        <a:pt x="2666" y="1534"/>
                        <a:pt x="2685" y="1534"/>
                      </a:cubicBezTo>
                      <a:cubicBezTo>
                        <a:pt x="2701" y="1534"/>
                        <a:pt x="2721" y="1538"/>
                        <a:pt x="2752" y="1538"/>
                      </a:cubicBezTo>
                      <a:cubicBezTo>
                        <a:pt x="2817" y="1532"/>
                        <a:pt x="2956" y="1505"/>
                        <a:pt x="2956" y="1505"/>
                      </a:cubicBezTo>
                      <a:cubicBezTo>
                        <a:pt x="2910" y="1472"/>
                        <a:pt x="2857" y="1433"/>
                        <a:pt x="2831" y="1400"/>
                      </a:cubicBezTo>
                      <a:cubicBezTo>
                        <a:pt x="2817" y="1380"/>
                        <a:pt x="2785" y="1354"/>
                        <a:pt x="2758" y="1328"/>
                      </a:cubicBezTo>
                      <a:cubicBezTo>
                        <a:pt x="2745" y="1314"/>
                        <a:pt x="2732" y="1301"/>
                        <a:pt x="2719" y="1295"/>
                      </a:cubicBezTo>
                      <a:cubicBezTo>
                        <a:pt x="2712" y="1288"/>
                        <a:pt x="2706" y="1282"/>
                        <a:pt x="2699" y="1275"/>
                      </a:cubicBezTo>
                      <a:cubicBezTo>
                        <a:pt x="2679" y="1255"/>
                        <a:pt x="2659" y="1235"/>
                        <a:pt x="2646" y="1222"/>
                      </a:cubicBezTo>
                      <a:cubicBezTo>
                        <a:pt x="2607" y="1176"/>
                        <a:pt x="2508" y="1104"/>
                        <a:pt x="2436" y="1071"/>
                      </a:cubicBezTo>
                      <a:cubicBezTo>
                        <a:pt x="2357" y="1038"/>
                        <a:pt x="2304" y="1012"/>
                        <a:pt x="2265" y="966"/>
                      </a:cubicBezTo>
                      <a:cubicBezTo>
                        <a:pt x="2219" y="913"/>
                        <a:pt x="2061" y="735"/>
                        <a:pt x="2061" y="735"/>
                      </a:cubicBezTo>
                      <a:cubicBezTo>
                        <a:pt x="2061" y="735"/>
                        <a:pt x="2001" y="656"/>
                        <a:pt x="1982" y="650"/>
                      </a:cubicBezTo>
                      <a:cubicBezTo>
                        <a:pt x="1962" y="643"/>
                        <a:pt x="1857" y="597"/>
                        <a:pt x="1830" y="577"/>
                      </a:cubicBezTo>
                      <a:cubicBezTo>
                        <a:pt x="1797" y="558"/>
                        <a:pt x="1593" y="393"/>
                        <a:pt x="1455" y="308"/>
                      </a:cubicBezTo>
                      <a:cubicBezTo>
                        <a:pt x="1310" y="215"/>
                        <a:pt x="1060" y="18"/>
                        <a:pt x="1008" y="18"/>
                      </a:cubicBezTo>
                      <a:cubicBezTo>
                        <a:pt x="968" y="13"/>
                        <a:pt x="802" y="0"/>
                        <a:pt x="662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1576;p19">
                  <a:extLst>
                    <a:ext uri="{FF2B5EF4-FFF2-40B4-BE49-F238E27FC236}">
                      <a16:creationId xmlns:a16="http://schemas.microsoft.com/office/drawing/2014/main" id="{6B96B290-2C49-65E0-B2A8-C57D3FF64DBB}"/>
                    </a:ext>
                  </a:extLst>
                </p:cNvPr>
                <p:cNvSpPr/>
                <p:nvPr/>
              </p:nvSpPr>
              <p:spPr>
                <a:xfrm>
                  <a:off x="5554273" y="2292794"/>
                  <a:ext cx="559683" cy="315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" h="2894" extrusionOk="0">
                      <a:moveTo>
                        <a:pt x="99" y="0"/>
                      </a:moveTo>
                      <a:lnTo>
                        <a:pt x="99" y="0"/>
                      </a:lnTo>
                      <a:cubicBezTo>
                        <a:pt x="93" y="40"/>
                        <a:pt x="125" y="59"/>
                        <a:pt x="66" y="112"/>
                      </a:cubicBezTo>
                      <a:cubicBezTo>
                        <a:pt x="14" y="165"/>
                        <a:pt x="0" y="191"/>
                        <a:pt x="0" y="244"/>
                      </a:cubicBezTo>
                      <a:cubicBezTo>
                        <a:pt x="0" y="296"/>
                        <a:pt x="73" y="395"/>
                        <a:pt x="112" y="421"/>
                      </a:cubicBezTo>
                      <a:cubicBezTo>
                        <a:pt x="152" y="454"/>
                        <a:pt x="158" y="514"/>
                        <a:pt x="158" y="553"/>
                      </a:cubicBezTo>
                      <a:cubicBezTo>
                        <a:pt x="158" y="593"/>
                        <a:pt x="152" y="632"/>
                        <a:pt x="185" y="685"/>
                      </a:cubicBezTo>
                      <a:cubicBezTo>
                        <a:pt x="211" y="744"/>
                        <a:pt x="251" y="843"/>
                        <a:pt x="270" y="876"/>
                      </a:cubicBezTo>
                      <a:cubicBezTo>
                        <a:pt x="290" y="915"/>
                        <a:pt x="382" y="961"/>
                        <a:pt x="402" y="987"/>
                      </a:cubicBezTo>
                      <a:cubicBezTo>
                        <a:pt x="428" y="1020"/>
                        <a:pt x="547" y="1119"/>
                        <a:pt x="606" y="1211"/>
                      </a:cubicBezTo>
                      <a:cubicBezTo>
                        <a:pt x="665" y="1297"/>
                        <a:pt x="705" y="1336"/>
                        <a:pt x="659" y="1409"/>
                      </a:cubicBezTo>
                      <a:cubicBezTo>
                        <a:pt x="619" y="1474"/>
                        <a:pt x="501" y="1560"/>
                        <a:pt x="534" y="1599"/>
                      </a:cubicBezTo>
                      <a:cubicBezTo>
                        <a:pt x="566" y="1632"/>
                        <a:pt x="757" y="1626"/>
                        <a:pt x="856" y="1646"/>
                      </a:cubicBezTo>
                      <a:cubicBezTo>
                        <a:pt x="955" y="1665"/>
                        <a:pt x="1086" y="1639"/>
                        <a:pt x="1126" y="1718"/>
                      </a:cubicBezTo>
                      <a:cubicBezTo>
                        <a:pt x="1165" y="1790"/>
                        <a:pt x="1172" y="2027"/>
                        <a:pt x="1244" y="2060"/>
                      </a:cubicBezTo>
                      <a:cubicBezTo>
                        <a:pt x="1290" y="2088"/>
                        <a:pt x="1426" y="2099"/>
                        <a:pt x="1541" y="2099"/>
                      </a:cubicBezTo>
                      <a:cubicBezTo>
                        <a:pt x="1592" y="2099"/>
                        <a:pt x="1638" y="2097"/>
                        <a:pt x="1672" y="2093"/>
                      </a:cubicBezTo>
                      <a:cubicBezTo>
                        <a:pt x="1777" y="2080"/>
                        <a:pt x="1902" y="2034"/>
                        <a:pt x="1955" y="1968"/>
                      </a:cubicBezTo>
                      <a:cubicBezTo>
                        <a:pt x="2001" y="1902"/>
                        <a:pt x="2126" y="1810"/>
                        <a:pt x="2185" y="1764"/>
                      </a:cubicBezTo>
                      <a:cubicBezTo>
                        <a:pt x="2238" y="1718"/>
                        <a:pt x="2324" y="1639"/>
                        <a:pt x="2357" y="1639"/>
                      </a:cubicBezTo>
                      <a:cubicBezTo>
                        <a:pt x="2383" y="1639"/>
                        <a:pt x="2409" y="1678"/>
                        <a:pt x="2409" y="1718"/>
                      </a:cubicBezTo>
                      <a:cubicBezTo>
                        <a:pt x="2409" y="1764"/>
                        <a:pt x="2363" y="1784"/>
                        <a:pt x="2363" y="1856"/>
                      </a:cubicBezTo>
                      <a:cubicBezTo>
                        <a:pt x="2370" y="1929"/>
                        <a:pt x="2403" y="1961"/>
                        <a:pt x="2396" y="2021"/>
                      </a:cubicBezTo>
                      <a:cubicBezTo>
                        <a:pt x="2383" y="2087"/>
                        <a:pt x="2357" y="2159"/>
                        <a:pt x="2357" y="2291"/>
                      </a:cubicBezTo>
                      <a:cubicBezTo>
                        <a:pt x="2357" y="2429"/>
                        <a:pt x="2363" y="2685"/>
                        <a:pt x="2376" y="2731"/>
                      </a:cubicBezTo>
                      <a:cubicBezTo>
                        <a:pt x="2389" y="2784"/>
                        <a:pt x="2561" y="2797"/>
                        <a:pt x="2613" y="2797"/>
                      </a:cubicBezTo>
                      <a:cubicBezTo>
                        <a:pt x="2628" y="2797"/>
                        <a:pt x="2641" y="2798"/>
                        <a:pt x="2653" y="2798"/>
                      </a:cubicBezTo>
                      <a:cubicBezTo>
                        <a:pt x="2684" y="2798"/>
                        <a:pt x="2711" y="2792"/>
                        <a:pt x="2758" y="2745"/>
                      </a:cubicBezTo>
                      <a:cubicBezTo>
                        <a:pt x="2804" y="2689"/>
                        <a:pt x="2857" y="2676"/>
                        <a:pt x="2888" y="2676"/>
                      </a:cubicBezTo>
                      <a:cubicBezTo>
                        <a:pt x="2897" y="2676"/>
                        <a:pt x="2905" y="2677"/>
                        <a:pt x="2909" y="2679"/>
                      </a:cubicBezTo>
                      <a:cubicBezTo>
                        <a:pt x="2929" y="2685"/>
                        <a:pt x="3015" y="2718"/>
                        <a:pt x="3048" y="2738"/>
                      </a:cubicBezTo>
                      <a:cubicBezTo>
                        <a:pt x="3053" y="2742"/>
                        <a:pt x="3063" y="2743"/>
                        <a:pt x="3074" y="2743"/>
                      </a:cubicBezTo>
                      <a:cubicBezTo>
                        <a:pt x="3128" y="2743"/>
                        <a:pt x="3228" y="2712"/>
                        <a:pt x="3238" y="2712"/>
                      </a:cubicBezTo>
                      <a:cubicBezTo>
                        <a:pt x="3248" y="2712"/>
                        <a:pt x="3270" y="2710"/>
                        <a:pt x="3293" y="2710"/>
                      </a:cubicBezTo>
                      <a:cubicBezTo>
                        <a:pt x="3316" y="2710"/>
                        <a:pt x="3340" y="2712"/>
                        <a:pt x="3357" y="2718"/>
                      </a:cubicBezTo>
                      <a:cubicBezTo>
                        <a:pt x="3383" y="2738"/>
                        <a:pt x="3489" y="2797"/>
                        <a:pt x="3508" y="2797"/>
                      </a:cubicBezTo>
                      <a:cubicBezTo>
                        <a:pt x="3524" y="2797"/>
                        <a:pt x="3586" y="2750"/>
                        <a:pt x="3626" y="2750"/>
                      </a:cubicBezTo>
                      <a:cubicBezTo>
                        <a:pt x="3638" y="2750"/>
                        <a:pt x="3647" y="2754"/>
                        <a:pt x="3653" y="2764"/>
                      </a:cubicBezTo>
                      <a:cubicBezTo>
                        <a:pt x="3677" y="2805"/>
                        <a:pt x="3585" y="2894"/>
                        <a:pt x="3677" y="2894"/>
                      </a:cubicBezTo>
                      <a:cubicBezTo>
                        <a:pt x="3688" y="2894"/>
                        <a:pt x="3702" y="2892"/>
                        <a:pt x="3719" y="2889"/>
                      </a:cubicBezTo>
                      <a:cubicBezTo>
                        <a:pt x="3877" y="2870"/>
                        <a:pt x="4101" y="2685"/>
                        <a:pt x="4107" y="2646"/>
                      </a:cubicBezTo>
                      <a:cubicBezTo>
                        <a:pt x="4107" y="2606"/>
                        <a:pt x="4061" y="2508"/>
                        <a:pt x="4134" y="2495"/>
                      </a:cubicBezTo>
                      <a:cubicBezTo>
                        <a:pt x="4206" y="2481"/>
                        <a:pt x="4318" y="2468"/>
                        <a:pt x="4344" y="2468"/>
                      </a:cubicBezTo>
                      <a:cubicBezTo>
                        <a:pt x="4357" y="2468"/>
                        <a:pt x="4379" y="2480"/>
                        <a:pt x="4400" y="2480"/>
                      </a:cubicBezTo>
                      <a:cubicBezTo>
                        <a:pt x="4411" y="2480"/>
                        <a:pt x="4421" y="2477"/>
                        <a:pt x="4430" y="2468"/>
                      </a:cubicBezTo>
                      <a:cubicBezTo>
                        <a:pt x="4456" y="2442"/>
                        <a:pt x="4509" y="2409"/>
                        <a:pt x="4528" y="2370"/>
                      </a:cubicBezTo>
                      <a:cubicBezTo>
                        <a:pt x="4555" y="2330"/>
                        <a:pt x="4588" y="2291"/>
                        <a:pt x="4627" y="2284"/>
                      </a:cubicBezTo>
                      <a:cubicBezTo>
                        <a:pt x="4660" y="2284"/>
                        <a:pt x="4831" y="2277"/>
                        <a:pt x="4844" y="2271"/>
                      </a:cubicBezTo>
                      <a:cubicBezTo>
                        <a:pt x="4851" y="2264"/>
                        <a:pt x="4963" y="2192"/>
                        <a:pt x="4983" y="2165"/>
                      </a:cubicBezTo>
                      <a:cubicBezTo>
                        <a:pt x="4983" y="2165"/>
                        <a:pt x="4983" y="2165"/>
                        <a:pt x="4983" y="2159"/>
                      </a:cubicBezTo>
                      <a:cubicBezTo>
                        <a:pt x="5002" y="2133"/>
                        <a:pt x="5042" y="2093"/>
                        <a:pt x="5075" y="2034"/>
                      </a:cubicBezTo>
                      <a:cubicBezTo>
                        <a:pt x="5094" y="2014"/>
                        <a:pt x="5108" y="2001"/>
                        <a:pt x="5127" y="1981"/>
                      </a:cubicBezTo>
                      <a:lnTo>
                        <a:pt x="5042" y="1942"/>
                      </a:lnTo>
                      <a:lnTo>
                        <a:pt x="4910" y="1876"/>
                      </a:lnTo>
                      <a:cubicBezTo>
                        <a:pt x="4910" y="1876"/>
                        <a:pt x="4601" y="1764"/>
                        <a:pt x="4390" y="1665"/>
                      </a:cubicBezTo>
                      <a:cubicBezTo>
                        <a:pt x="4186" y="1573"/>
                        <a:pt x="3265" y="1191"/>
                        <a:pt x="3094" y="1040"/>
                      </a:cubicBezTo>
                      <a:cubicBezTo>
                        <a:pt x="2923" y="889"/>
                        <a:pt x="2580" y="737"/>
                        <a:pt x="2488" y="658"/>
                      </a:cubicBezTo>
                      <a:cubicBezTo>
                        <a:pt x="2396" y="579"/>
                        <a:pt x="1995" y="520"/>
                        <a:pt x="1810" y="500"/>
                      </a:cubicBezTo>
                      <a:cubicBezTo>
                        <a:pt x="1633" y="474"/>
                        <a:pt x="915" y="310"/>
                        <a:pt x="823" y="257"/>
                      </a:cubicBezTo>
                      <a:cubicBezTo>
                        <a:pt x="731" y="211"/>
                        <a:pt x="99" y="0"/>
                        <a:pt x="99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1577;p19">
                  <a:extLst>
                    <a:ext uri="{FF2B5EF4-FFF2-40B4-BE49-F238E27FC236}">
                      <a16:creationId xmlns:a16="http://schemas.microsoft.com/office/drawing/2014/main" id="{6360B4E6-0B67-8BCD-6158-B7B787382AAB}"/>
                    </a:ext>
                  </a:extLst>
                </p:cNvPr>
                <p:cNvSpPr/>
                <p:nvPr/>
              </p:nvSpPr>
              <p:spPr>
                <a:xfrm>
                  <a:off x="7037511" y="1366176"/>
                  <a:ext cx="388002" cy="441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5" h="4041" extrusionOk="0">
                      <a:moveTo>
                        <a:pt x="40" y="1435"/>
                      </a:moveTo>
                      <a:lnTo>
                        <a:pt x="40" y="1442"/>
                      </a:lnTo>
                      <a:cubicBezTo>
                        <a:pt x="42" y="1443"/>
                        <a:pt x="43" y="1443"/>
                        <a:pt x="44" y="1444"/>
                      </a:cubicBezTo>
                      <a:lnTo>
                        <a:pt x="44" y="1444"/>
                      </a:lnTo>
                      <a:cubicBezTo>
                        <a:pt x="42" y="1440"/>
                        <a:pt x="41" y="1437"/>
                        <a:pt x="40" y="1435"/>
                      </a:cubicBezTo>
                      <a:close/>
                      <a:moveTo>
                        <a:pt x="2403" y="0"/>
                      </a:moveTo>
                      <a:cubicBezTo>
                        <a:pt x="2403" y="0"/>
                        <a:pt x="2337" y="13"/>
                        <a:pt x="2331" y="86"/>
                      </a:cubicBezTo>
                      <a:cubicBezTo>
                        <a:pt x="2324" y="158"/>
                        <a:pt x="2252" y="336"/>
                        <a:pt x="2193" y="382"/>
                      </a:cubicBezTo>
                      <a:cubicBezTo>
                        <a:pt x="2133" y="435"/>
                        <a:pt x="1844" y="843"/>
                        <a:pt x="1798" y="1034"/>
                      </a:cubicBezTo>
                      <a:cubicBezTo>
                        <a:pt x="1745" y="1231"/>
                        <a:pt x="1613" y="1369"/>
                        <a:pt x="1561" y="1435"/>
                      </a:cubicBezTo>
                      <a:cubicBezTo>
                        <a:pt x="1502" y="1501"/>
                        <a:pt x="1251" y="1580"/>
                        <a:pt x="1225" y="1580"/>
                      </a:cubicBezTo>
                      <a:cubicBezTo>
                        <a:pt x="1199" y="1580"/>
                        <a:pt x="1028" y="1534"/>
                        <a:pt x="1028" y="1534"/>
                      </a:cubicBezTo>
                      <a:cubicBezTo>
                        <a:pt x="1028" y="1534"/>
                        <a:pt x="899" y="1520"/>
                        <a:pt x="813" y="1520"/>
                      </a:cubicBezTo>
                      <a:cubicBezTo>
                        <a:pt x="781" y="1520"/>
                        <a:pt x="755" y="1522"/>
                        <a:pt x="745" y="1527"/>
                      </a:cubicBezTo>
                      <a:cubicBezTo>
                        <a:pt x="705" y="1540"/>
                        <a:pt x="462" y="1573"/>
                        <a:pt x="435" y="1580"/>
                      </a:cubicBezTo>
                      <a:cubicBezTo>
                        <a:pt x="434" y="1580"/>
                        <a:pt x="432" y="1580"/>
                        <a:pt x="429" y="1580"/>
                      </a:cubicBezTo>
                      <a:cubicBezTo>
                        <a:pt x="384" y="1580"/>
                        <a:pt x="139" y="1534"/>
                        <a:pt x="139" y="1534"/>
                      </a:cubicBezTo>
                      <a:cubicBezTo>
                        <a:pt x="139" y="1534"/>
                        <a:pt x="95" y="1490"/>
                        <a:pt x="44" y="1444"/>
                      </a:cubicBezTo>
                      <a:lnTo>
                        <a:pt x="44" y="1444"/>
                      </a:lnTo>
                      <a:cubicBezTo>
                        <a:pt x="54" y="1479"/>
                        <a:pt x="75" y="1593"/>
                        <a:pt x="40" y="1646"/>
                      </a:cubicBezTo>
                      <a:cubicBezTo>
                        <a:pt x="1" y="1718"/>
                        <a:pt x="14" y="1889"/>
                        <a:pt x="60" y="1896"/>
                      </a:cubicBezTo>
                      <a:cubicBezTo>
                        <a:pt x="99" y="1896"/>
                        <a:pt x="216" y="1836"/>
                        <a:pt x="288" y="1836"/>
                      </a:cubicBezTo>
                      <a:cubicBezTo>
                        <a:pt x="302" y="1836"/>
                        <a:pt x="314" y="1838"/>
                        <a:pt x="323" y="1843"/>
                      </a:cubicBezTo>
                      <a:cubicBezTo>
                        <a:pt x="389" y="1876"/>
                        <a:pt x="521" y="2041"/>
                        <a:pt x="567" y="2060"/>
                      </a:cubicBezTo>
                      <a:cubicBezTo>
                        <a:pt x="606" y="2087"/>
                        <a:pt x="764" y="2133"/>
                        <a:pt x="764" y="2133"/>
                      </a:cubicBezTo>
                      <a:cubicBezTo>
                        <a:pt x="764" y="2133"/>
                        <a:pt x="909" y="2172"/>
                        <a:pt x="936" y="2205"/>
                      </a:cubicBezTo>
                      <a:cubicBezTo>
                        <a:pt x="962" y="2231"/>
                        <a:pt x="1067" y="2429"/>
                        <a:pt x="1067" y="2455"/>
                      </a:cubicBezTo>
                      <a:cubicBezTo>
                        <a:pt x="1067" y="2475"/>
                        <a:pt x="1153" y="2554"/>
                        <a:pt x="1186" y="2600"/>
                      </a:cubicBezTo>
                      <a:cubicBezTo>
                        <a:pt x="1225" y="2639"/>
                        <a:pt x="1278" y="2685"/>
                        <a:pt x="1278" y="2745"/>
                      </a:cubicBezTo>
                      <a:cubicBezTo>
                        <a:pt x="1278" y="2804"/>
                        <a:pt x="1298" y="2975"/>
                        <a:pt x="1278" y="3008"/>
                      </a:cubicBezTo>
                      <a:cubicBezTo>
                        <a:pt x="1258" y="3041"/>
                        <a:pt x="1284" y="3080"/>
                        <a:pt x="1324" y="3153"/>
                      </a:cubicBezTo>
                      <a:cubicBezTo>
                        <a:pt x="1357" y="3225"/>
                        <a:pt x="1613" y="3396"/>
                        <a:pt x="1613" y="3462"/>
                      </a:cubicBezTo>
                      <a:cubicBezTo>
                        <a:pt x="1613" y="3521"/>
                        <a:pt x="1646" y="3627"/>
                        <a:pt x="1659" y="3640"/>
                      </a:cubicBezTo>
                      <a:cubicBezTo>
                        <a:pt x="1679" y="3660"/>
                        <a:pt x="1725" y="3692"/>
                        <a:pt x="1732" y="3725"/>
                      </a:cubicBezTo>
                      <a:cubicBezTo>
                        <a:pt x="1732" y="3752"/>
                        <a:pt x="1745" y="3903"/>
                        <a:pt x="1791" y="3929"/>
                      </a:cubicBezTo>
                      <a:cubicBezTo>
                        <a:pt x="1837" y="3956"/>
                        <a:pt x="2068" y="4008"/>
                        <a:pt x="2068" y="4008"/>
                      </a:cubicBezTo>
                      <a:cubicBezTo>
                        <a:pt x="2068" y="4008"/>
                        <a:pt x="2110" y="4041"/>
                        <a:pt x="2158" y="4041"/>
                      </a:cubicBezTo>
                      <a:cubicBezTo>
                        <a:pt x="2199" y="4041"/>
                        <a:pt x="2244" y="4017"/>
                        <a:pt x="2272" y="3929"/>
                      </a:cubicBezTo>
                      <a:cubicBezTo>
                        <a:pt x="2331" y="3738"/>
                        <a:pt x="2377" y="3640"/>
                        <a:pt x="2410" y="3607"/>
                      </a:cubicBezTo>
                      <a:cubicBezTo>
                        <a:pt x="2449" y="3567"/>
                        <a:pt x="2561" y="3482"/>
                        <a:pt x="2561" y="3482"/>
                      </a:cubicBezTo>
                      <a:cubicBezTo>
                        <a:pt x="2561" y="3482"/>
                        <a:pt x="2620" y="3298"/>
                        <a:pt x="2647" y="3245"/>
                      </a:cubicBezTo>
                      <a:cubicBezTo>
                        <a:pt x="2666" y="3199"/>
                        <a:pt x="2732" y="3153"/>
                        <a:pt x="2785" y="3120"/>
                      </a:cubicBezTo>
                      <a:cubicBezTo>
                        <a:pt x="2838" y="3087"/>
                        <a:pt x="2903" y="3080"/>
                        <a:pt x="2943" y="3054"/>
                      </a:cubicBezTo>
                      <a:cubicBezTo>
                        <a:pt x="2989" y="3021"/>
                        <a:pt x="3042" y="2955"/>
                        <a:pt x="3061" y="2916"/>
                      </a:cubicBezTo>
                      <a:cubicBezTo>
                        <a:pt x="3074" y="2883"/>
                        <a:pt x="3147" y="2758"/>
                        <a:pt x="3200" y="2738"/>
                      </a:cubicBezTo>
                      <a:cubicBezTo>
                        <a:pt x="3259" y="2718"/>
                        <a:pt x="3311" y="2692"/>
                        <a:pt x="3371" y="2685"/>
                      </a:cubicBezTo>
                      <a:cubicBezTo>
                        <a:pt x="3397" y="2679"/>
                        <a:pt x="3423" y="2672"/>
                        <a:pt x="3443" y="2666"/>
                      </a:cubicBezTo>
                      <a:cubicBezTo>
                        <a:pt x="3436" y="2587"/>
                        <a:pt x="3489" y="2534"/>
                        <a:pt x="3509" y="2455"/>
                      </a:cubicBezTo>
                      <a:cubicBezTo>
                        <a:pt x="3509" y="2455"/>
                        <a:pt x="3555" y="2225"/>
                        <a:pt x="3548" y="2152"/>
                      </a:cubicBezTo>
                      <a:cubicBezTo>
                        <a:pt x="3535" y="2080"/>
                        <a:pt x="3522" y="1929"/>
                        <a:pt x="3489" y="1909"/>
                      </a:cubicBezTo>
                      <a:cubicBezTo>
                        <a:pt x="3463" y="1883"/>
                        <a:pt x="3325" y="1823"/>
                        <a:pt x="3311" y="1817"/>
                      </a:cubicBezTo>
                      <a:cubicBezTo>
                        <a:pt x="3305" y="1817"/>
                        <a:pt x="3296" y="1827"/>
                        <a:pt x="3286" y="1827"/>
                      </a:cubicBezTo>
                      <a:cubicBezTo>
                        <a:pt x="3274" y="1827"/>
                        <a:pt x="3260" y="1814"/>
                        <a:pt x="3246" y="1758"/>
                      </a:cubicBezTo>
                      <a:cubicBezTo>
                        <a:pt x="3213" y="1659"/>
                        <a:pt x="3206" y="1573"/>
                        <a:pt x="3186" y="1553"/>
                      </a:cubicBezTo>
                      <a:cubicBezTo>
                        <a:pt x="3160" y="1534"/>
                        <a:pt x="3088" y="1507"/>
                        <a:pt x="3068" y="1507"/>
                      </a:cubicBezTo>
                      <a:cubicBezTo>
                        <a:pt x="3058" y="1507"/>
                        <a:pt x="3035" y="1509"/>
                        <a:pt x="3012" y="1509"/>
                      </a:cubicBezTo>
                      <a:cubicBezTo>
                        <a:pt x="2989" y="1509"/>
                        <a:pt x="2966" y="1507"/>
                        <a:pt x="2956" y="1501"/>
                      </a:cubicBezTo>
                      <a:cubicBezTo>
                        <a:pt x="2943" y="1488"/>
                        <a:pt x="2923" y="1409"/>
                        <a:pt x="2910" y="1363"/>
                      </a:cubicBezTo>
                      <a:cubicBezTo>
                        <a:pt x="2897" y="1317"/>
                        <a:pt x="2831" y="1264"/>
                        <a:pt x="2831" y="1218"/>
                      </a:cubicBezTo>
                      <a:cubicBezTo>
                        <a:pt x="2831" y="1178"/>
                        <a:pt x="2739" y="1001"/>
                        <a:pt x="2726" y="856"/>
                      </a:cubicBezTo>
                      <a:cubicBezTo>
                        <a:pt x="2706" y="718"/>
                        <a:pt x="2680" y="586"/>
                        <a:pt x="2680" y="540"/>
                      </a:cubicBezTo>
                      <a:cubicBezTo>
                        <a:pt x="2680" y="487"/>
                        <a:pt x="2686" y="415"/>
                        <a:pt x="2686" y="375"/>
                      </a:cubicBezTo>
                      <a:cubicBezTo>
                        <a:pt x="2686" y="336"/>
                        <a:pt x="2666" y="237"/>
                        <a:pt x="2666" y="237"/>
                      </a:cubicBezTo>
                      <a:lnTo>
                        <a:pt x="2640" y="165"/>
                      </a:lnTo>
                      <a:lnTo>
                        <a:pt x="2403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1578;p19">
                  <a:extLst>
                    <a:ext uri="{FF2B5EF4-FFF2-40B4-BE49-F238E27FC236}">
                      <a16:creationId xmlns:a16="http://schemas.microsoft.com/office/drawing/2014/main" id="{D5635C33-64D6-EF4C-A602-DFDAF4BF176A}"/>
                    </a:ext>
                  </a:extLst>
                </p:cNvPr>
                <p:cNvSpPr/>
                <p:nvPr/>
              </p:nvSpPr>
              <p:spPr>
                <a:xfrm>
                  <a:off x="6253872" y="1294251"/>
                  <a:ext cx="472805" cy="545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2" h="4998" extrusionOk="0">
                      <a:moveTo>
                        <a:pt x="3253" y="1"/>
                      </a:moveTo>
                      <a:cubicBezTo>
                        <a:pt x="3227" y="1"/>
                        <a:pt x="3206" y="3"/>
                        <a:pt x="3199" y="8"/>
                      </a:cubicBezTo>
                      <a:cubicBezTo>
                        <a:pt x="3180" y="21"/>
                        <a:pt x="3087" y="34"/>
                        <a:pt x="3074" y="41"/>
                      </a:cubicBezTo>
                      <a:cubicBezTo>
                        <a:pt x="3061" y="47"/>
                        <a:pt x="3041" y="93"/>
                        <a:pt x="3054" y="113"/>
                      </a:cubicBezTo>
                      <a:cubicBezTo>
                        <a:pt x="3068" y="133"/>
                        <a:pt x="3094" y="159"/>
                        <a:pt x="3094" y="185"/>
                      </a:cubicBezTo>
                      <a:cubicBezTo>
                        <a:pt x="3094" y="218"/>
                        <a:pt x="3081" y="258"/>
                        <a:pt x="3048" y="284"/>
                      </a:cubicBezTo>
                      <a:cubicBezTo>
                        <a:pt x="3015" y="310"/>
                        <a:pt x="2837" y="422"/>
                        <a:pt x="2824" y="455"/>
                      </a:cubicBezTo>
                      <a:cubicBezTo>
                        <a:pt x="2818" y="488"/>
                        <a:pt x="2850" y="541"/>
                        <a:pt x="2785" y="547"/>
                      </a:cubicBezTo>
                      <a:cubicBezTo>
                        <a:pt x="2725" y="561"/>
                        <a:pt x="2594" y="561"/>
                        <a:pt x="2574" y="574"/>
                      </a:cubicBezTo>
                      <a:cubicBezTo>
                        <a:pt x="2548" y="587"/>
                        <a:pt x="2416" y="620"/>
                        <a:pt x="2396" y="659"/>
                      </a:cubicBezTo>
                      <a:cubicBezTo>
                        <a:pt x="2377" y="692"/>
                        <a:pt x="2311" y="738"/>
                        <a:pt x="2278" y="745"/>
                      </a:cubicBezTo>
                      <a:cubicBezTo>
                        <a:pt x="2245" y="758"/>
                        <a:pt x="2120" y="797"/>
                        <a:pt x="2087" y="817"/>
                      </a:cubicBezTo>
                      <a:cubicBezTo>
                        <a:pt x="2071" y="824"/>
                        <a:pt x="2031" y="825"/>
                        <a:pt x="1996" y="825"/>
                      </a:cubicBezTo>
                      <a:cubicBezTo>
                        <a:pt x="1960" y="825"/>
                        <a:pt x="1929" y="824"/>
                        <a:pt x="1929" y="824"/>
                      </a:cubicBezTo>
                      <a:cubicBezTo>
                        <a:pt x="1929" y="824"/>
                        <a:pt x="1804" y="797"/>
                        <a:pt x="1766" y="797"/>
                      </a:cubicBezTo>
                      <a:cubicBezTo>
                        <a:pt x="1763" y="797"/>
                        <a:pt x="1760" y="797"/>
                        <a:pt x="1758" y="797"/>
                      </a:cubicBezTo>
                      <a:cubicBezTo>
                        <a:pt x="1732" y="811"/>
                        <a:pt x="1567" y="890"/>
                        <a:pt x="1567" y="923"/>
                      </a:cubicBezTo>
                      <a:cubicBezTo>
                        <a:pt x="1574" y="949"/>
                        <a:pt x="1587" y="1133"/>
                        <a:pt x="1560" y="1146"/>
                      </a:cubicBezTo>
                      <a:cubicBezTo>
                        <a:pt x="1556" y="1148"/>
                        <a:pt x="1551" y="1149"/>
                        <a:pt x="1546" y="1149"/>
                      </a:cubicBezTo>
                      <a:cubicBezTo>
                        <a:pt x="1520" y="1149"/>
                        <a:pt x="1487" y="1127"/>
                        <a:pt x="1482" y="1127"/>
                      </a:cubicBezTo>
                      <a:cubicBezTo>
                        <a:pt x="1475" y="1133"/>
                        <a:pt x="1435" y="1153"/>
                        <a:pt x="1429" y="1166"/>
                      </a:cubicBezTo>
                      <a:cubicBezTo>
                        <a:pt x="1416" y="1186"/>
                        <a:pt x="1376" y="1206"/>
                        <a:pt x="1376" y="1206"/>
                      </a:cubicBezTo>
                      <a:cubicBezTo>
                        <a:pt x="1376" y="1206"/>
                        <a:pt x="1337" y="1166"/>
                        <a:pt x="1330" y="1133"/>
                      </a:cubicBezTo>
                      <a:cubicBezTo>
                        <a:pt x="1324" y="1107"/>
                        <a:pt x="1199" y="995"/>
                        <a:pt x="1192" y="988"/>
                      </a:cubicBezTo>
                      <a:cubicBezTo>
                        <a:pt x="1180" y="977"/>
                        <a:pt x="1148" y="934"/>
                        <a:pt x="1122" y="934"/>
                      </a:cubicBezTo>
                      <a:cubicBezTo>
                        <a:pt x="1119" y="934"/>
                        <a:pt x="1116" y="934"/>
                        <a:pt x="1113" y="936"/>
                      </a:cubicBezTo>
                      <a:cubicBezTo>
                        <a:pt x="1087" y="942"/>
                        <a:pt x="1001" y="1008"/>
                        <a:pt x="981" y="1015"/>
                      </a:cubicBezTo>
                      <a:cubicBezTo>
                        <a:pt x="962" y="1015"/>
                        <a:pt x="876" y="1002"/>
                        <a:pt x="863" y="995"/>
                      </a:cubicBezTo>
                      <a:cubicBezTo>
                        <a:pt x="851" y="995"/>
                        <a:pt x="743" y="947"/>
                        <a:pt x="707" y="947"/>
                      </a:cubicBezTo>
                      <a:cubicBezTo>
                        <a:pt x="703" y="947"/>
                        <a:pt x="700" y="948"/>
                        <a:pt x="698" y="949"/>
                      </a:cubicBezTo>
                      <a:cubicBezTo>
                        <a:pt x="686" y="955"/>
                        <a:pt x="636" y="983"/>
                        <a:pt x="617" y="983"/>
                      </a:cubicBezTo>
                      <a:cubicBezTo>
                        <a:pt x="616" y="983"/>
                        <a:pt x="614" y="982"/>
                        <a:pt x="613" y="982"/>
                      </a:cubicBezTo>
                      <a:cubicBezTo>
                        <a:pt x="606" y="975"/>
                        <a:pt x="514" y="883"/>
                        <a:pt x="514" y="876"/>
                      </a:cubicBezTo>
                      <a:cubicBezTo>
                        <a:pt x="507" y="863"/>
                        <a:pt x="514" y="824"/>
                        <a:pt x="448" y="824"/>
                      </a:cubicBezTo>
                      <a:cubicBezTo>
                        <a:pt x="382" y="824"/>
                        <a:pt x="303" y="817"/>
                        <a:pt x="244" y="797"/>
                      </a:cubicBezTo>
                      <a:cubicBezTo>
                        <a:pt x="192" y="778"/>
                        <a:pt x="47" y="686"/>
                        <a:pt x="47" y="686"/>
                      </a:cubicBezTo>
                      <a:lnTo>
                        <a:pt x="47" y="686"/>
                      </a:lnTo>
                      <a:cubicBezTo>
                        <a:pt x="47" y="686"/>
                        <a:pt x="1" y="732"/>
                        <a:pt x="86" y="817"/>
                      </a:cubicBezTo>
                      <a:cubicBezTo>
                        <a:pt x="172" y="909"/>
                        <a:pt x="277" y="982"/>
                        <a:pt x="350" y="1041"/>
                      </a:cubicBezTo>
                      <a:cubicBezTo>
                        <a:pt x="415" y="1094"/>
                        <a:pt x="534" y="1179"/>
                        <a:pt x="540" y="1199"/>
                      </a:cubicBezTo>
                      <a:cubicBezTo>
                        <a:pt x="547" y="1219"/>
                        <a:pt x="547" y="1252"/>
                        <a:pt x="534" y="1285"/>
                      </a:cubicBezTo>
                      <a:cubicBezTo>
                        <a:pt x="514" y="1311"/>
                        <a:pt x="481" y="1324"/>
                        <a:pt x="481" y="1350"/>
                      </a:cubicBezTo>
                      <a:cubicBezTo>
                        <a:pt x="481" y="1370"/>
                        <a:pt x="488" y="1449"/>
                        <a:pt x="488" y="1456"/>
                      </a:cubicBezTo>
                      <a:cubicBezTo>
                        <a:pt x="488" y="1462"/>
                        <a:pt x="488" y="1574"/>
                        <a:pt x="534" y="1614"/>
                      </a:cubicBezTo>
                      <a:cubicBezTo>
                        <a:pt x="580" y="1653"/>
                        <a:pt x="646" y="1699"/>
                        <a:pt x="652" y="1745"/>
                      </a:cubicBezTo>
                      <a:cubicBezTo>
                        <a:pt x="665" y="1791"/>
                        <a:pt x="672" y="1844"/>
                        <a:pt x="659" y="1870"/>
                      </a:cubicBezTo>
                      <a:cubicBezTo>
                        <a:pt x="646" y="1897"/>
                        <a:pt x="646" y="1969"/>
                        <a:pt x="652" y="1989"/>
                      </a:cubicBezTo>
                      <a:lnTo>
                        <a:pt x="659" y="1989"/>
                      </a:lnTo>
                      <a:cubicBezTo>
                        <a:pt x="659" y="1989"/>
                        <a:pt x="659" y="1995"/>
                        <a:pt x="659" y="1995"/>
                      </a:cubicBezTo>
                      <a:cubicBezTo>
                        <a:pt x="659" y="1995"/>
                        <a:pt x="659" y="2002"/>
                        <a:pt x="665" y="2002"/>
                      </a:cubicBezTo>
                      <a:cubicBezTo>
                        <a:pt x="665" y="2008"/>
                        <a:pt x="665" y="2008"/>
                        <a:pt x="672" y="2008"/>
                      </a:cubicBezTo>
                      <a:cubicBezTo>
                        <a:pt x="672" y="2015"/>
                        <a:pt x="679" y="2022"/>
                        <a:pt x="685" y="2028"/>
                      </a:cubicBezTo>
                      <a:cubicBezTo>
                        <a:pt x="692" y="2028"/>
                        <a:pt x="692" y="2035"/>
                        <a:pt x="692" y="2035"/>
                      </a:cubicBezTo>
                      <a:lnTo>
                        <a:pt x="698" y="2035"/>
                      </a:lnTo>
                      <a:cubicBezTo>
                        <a:pt x="698" y="2035"/>
                        <a:pt x="705" y="2041"/>
                        <a:pt x="705" y="2041"/>
                      </a:cubicBezTo>
                      <a:lnTo>
                        <a:pt x="711" y="2041"/>
                      </a:lnTo>
                      <a:cubicBezTo>
                        <a:pt x="711" y="2041"/>
                        <a:pt x="718" y="2048"/>
                        <a:pt x="718" y="2048"/>
                      </a:cubicBezTo>
                      <a:lnTo>
                        <a:pt x="725" y="2048"/>
                      </a:lnTo>
                      <a:cubicBezTo>
                        <a:pt x="731" y="2048"/>
                        <a:pt x="738" y="2055"/>
                        <a:pt x="744" y="2055"/>
                      </a:cubicBezTo>
                      <a:cubicBezTo>
                        <a:pt x="789" y="2059"/>
                        <a:pt x="853" y="2070"/>
                        <a:pt x="895" y="2070"/>
                      </a:cubicBezTo>
                      <a:cubicBezTo>
                        <a:pt x="914" y="2070"/>
                        <a:pt x="929" y="2067"/>
                        <a:pt x="935" y="2061"/>
                      </a:cubicBezTo>
                      <a:cubicBezTo>
                        <a:pt x="958" y="2044"/>
                        <a:pt x="1030" y="2027"/>
                        <a:pt x="1053" y="2027"/>
                      </a:cubicBezTo>
                      <a:cubicBezTo>
                        <a:pt x="1057" y="2027"/>
                        <a:pt x="1059" y="2027"/>
                        <a:pt x="1060" y="2028"/>
                      </a:cubicBezTo>
                      <a:cubicBezTo>
                        <a:pt x="1067" y="2035"/>
                        <a:pt x="1120" y="2068"/>
                        <a:pt x="1113" y="2094"/>
                      </a:cubicBezTo>
                      <a:cubicBezTo>
                        <a:pt x="1106" y="2114"/>
                        <a:pt x="1100" y="2173"/>
                        <a:pt x="1093" y="2219"/>
                      </a:cubicBezTo>
                      <a:cubicBezTo>
                        <a:pt x="1113" y="2219"/>
                        <a:pt x="1212" y="2272"/>
                        <a:pt x="1212" y="2272"/>
                      </a:cubicBezTo>
                      <a:cubicBezTo>
                        <a:pt x="1212" y="2272"/>
                        <a:pt x="1337" y="2311"/>
                        <a:pt x="1356" y="2311"/>
                      </a:cubicBezTo>
                      <a:cubicBezTo>
                        <a:pt x="1383" y="2318"/>
                        <a:pt x="1488" y="2370"/>
                        <a:pt x="1528" y="2410"/>
                      </a:cubicBezTo>
                      <a:cubicBezTo>
                        <a:pt x="1574" y="2443"/>
                        <a:pt x="1541" y="2495"/>
                        <a:pt x="1508" y="2574"/>
                      </a:cubicBezTo>
                      <a:cubicBezTo>
                        <a:pt x="1475" y="2653"/>
                        <a:pt x="1468" y="2752"/>
                        <a:pt x="1468" y="2752"/>
                      </a:cubicBezTo>
                      <a:cubicBezTo>
                        <a:pt x="1468" y="2752"/>
                        <a:pt x="1659" y="2904"/>
                        <a:pt x="1679" y="2910"/>
                      </a:cubicBezTo>
                      <a:cubicBezTo>
                        <a:pt x="1705" y="2923"/>
                        <a:pt x="1765" y="3061"/>
                        <a:pt x="1784" y="3094"/>
                      </a:cubicBezTo>
                      <a:cubicBezTo>
                        <a:pt x="1804" y="3127"/>
                        <a:pt x="1732" y="3219"/>
                        <a:pt x="1699" y="3279"/>
                      </a:cubicBezTo>
                      <a:cubicBezTo>
                        <a:pt x="1659" y="3331"/>
                        <a:pt x="1699" y="3410"/>
                        <a:pt x="1699" y="3450"/>
                      </a:cubicBezTo>
                      <a:cubicBezTo>
                        <a:pt x="1692" y="3496"/>
                        <a:pt x="1725" y="3529"/>
                        <a:pt x="1732" y="3595"/>
                      </a:cubicBezTo>
                      <a:cubicBezTo>
                        <a:pt x="1732" y="3660"/>
                        <a:pt x="1804" y="3884"/>
                        <a:pt x="1883" y="3957"/>
                      </a:cubicBezTo>
                      <a:cubicBezTo>
                        <a:pt x="1969" y="4029"/>
                        <a:pt x="1936" y="4114"/>
                        <a:pt x="1936" y="4154"/>
                      </a:cubicBezTo>
                      <a:cubicBezTo>
                        <a:pt x="1936" y="4193"/>
                        <a:pt x="1909" y="4259"/>
                        <a:pt x="1870" y="4292"/>
                      </a:cubicBezTo>
                      <a:cubicBezTo>
                        <a:pt x="1830" y="4319"/>
                        <a:pt x="1712" y="4384"/>
                        <a:pt x="1699" y="4411"/>
                      </a:cubicBezTo>
                      <a:cubicBezTo>
                        <a:pt x="1679" y="4437"/>
                        <a:pt x="1804" y="4490"/>
                        <a:pt x="1883" y="4523"/>
                      </a:cubicBezTo>
                      <a:cubicBezTo>
                        <a:pt x="1955" y="4562"/>
                        <a:pt x="2028" y="4667"/>
                        <a:pt x="2034" y="4680"/>
                      </a:cubicBezTo>
                      <a:cubicBezTo>
                        <a:pt x="2041" y="4694"/>
                        <a:pt x="2126" y="4825"/>
                        <a:pt x="2146" y="4845"/>
                      </a:cubicBezTo>
                      <a:cubicBezTo>
                        <a:pt x="2152" y="4853"/>
                        <a:pt x="2160" y="4856"/>
                        <a:pt x="2172" y="4856"/>
                      </a:cubicBezTo>
                      <a:cubicBezTo>
                        <a:pt x="2189" y="4856"/>
                        <a:pt x="2214" y="4852"/>
                        <a:pt x="2252" y="4852"/>
                      </a:cubicBezTo>
                      <a:cubicBezTo>
                        <a:pt x="2311" y="4852"/>
                        <a:pt x="2324" y="4950"/>
                        <a:pt x="2357" y="4970"/>
                      </a:cubicBezTo>
                      <a:cubicBezTo>
                        <a:pt x="2380" y="4984"/>
                        <a:pt x="2407" y="4998"/>
                        <a:pt x="2430" y="4998"/>
                      </a:cubicBezTo>
                      <a:cubicBezTo>
                        <a:pt x="2439" y="4998"/>
                        <a:pt x="2448" y="4996"/>
                        <a:pt x="2456" y="4990"/>
                      </a:cubicBezTo>
                      <a:cubicBezTo>
                        <a:pt x="2475" y="4970"/>
                        <a:pt x="2442" y="4944"/>
                        <a:pt x="2403" y="4885"/>
                      </a:cubicBezTo>
                      <a:cubicBezTo>
                        <a:pt x="2363" y="4819"/>
                        <a:pt x="2357" y="4806"/>
                        <a:pt x="2357" y="4759"/>
                      </a:cubicBezTo>
                      <a:cubicBezTo>
                        <a:pt x="2357" y="4713"/>
                        <a:pt x="2370" y="4700"/>
                        <a:pt x="2390" y="4674"/>
                      </a:cubicBezTo>
                      <a:cubicBezTo>
                        <a:pt x="2409" y="4648"/>
                        <a:pt x="2429" y="4628"/>
                        <a:pt x="2423" y="4569"/>
                      </a:cubicBezTo>
                      <a:cubicBezTo>
                        <a:pt x="2409" y="4509"/>
                        <a:pt x="2377" y="4470"/>
                        <a:pt x="2390" y="4397"/>
                      </a:cubicBezTo>
                      <a:cubicBezTo>
                        <a:pt x="2409" y="4325"/>
                        <a:pt x="2561" y="4253"/>
                        <a:pt x="2594" y="4226"/>
                      </a:cubicBezTo>
                      <a:cubicBezTo>
                        <a:pt x="2598" y="4221"/>
                        <a:pt x="2608" y="4218"/>
                        <a:pt x="2620" y="4218"/>
                      </a:cubicBezTo>
                      <a:cubicBezTo>
                        <a:pt x="2684" y="4218"/>
                        <a:pt x="2832" y="4277"/>
                        <a:pt x="2870" y="4299"/>
                      </a:cubicBezTo>
                      <a:cubicBezTo>
                        <a:pt x="2916" y="4319"/>
                        <a:pt x="2962" y="4430"/>
                        <a:pt x="2962" y="4430"/>
                      </a:cubicBezTo>
                      <a:cubicBezTo>
                        <a:pt x="2962" y="4430"/>
                        <a:pt x="3041" y="4490"/>
                        <a:pt x="3068" y="4490"/>
                      </a:cubicBezTo>
                      <a:cubicBezTo>
                        <a:pt x="3094" y="4490"/>
                        <a:pt x="3160" y="4463"/>
                        <a:pt x="3199" y="4450"/>
                      </a:cubicBezTo>
                      <a:cubicBezTo>
                        <a:pt x="3232" y="4437"/>
                        <a:pt x="3298" y="4391"/>
                        <a:pt x="3285" y="4358"/>
                      </a:cubicBezTo>
                      <a:cubicBezTo>
                        <a:pt x="3278" y="4325"/>
                        <a:pt x="3232" y="4312"/>
                        <a:pt x="3199" y="4286"/>
                      </a:cubicBezTo>
                      <a:cubicBezTo>
                        <a:pt x="3173" y="4259"/>
                        <a:pt x="3291" y="4068"/>
                        <a:pt x="3337" y="3989"/>
                      </a:cubicBezTo>
                      <a:cubicBezTo>
                        <a:pt x="3390" y="3910"/>
                        <a:pt x="3462" y="3674"/>
                        <a:pt x="3462" y="3674"/>
                      </a:cubicBezTo>
                      <a:cubicBezTo>
                        <a:pt x="3476" y="3621"/>
                        <a:pt x="3601" y="3614"/>
                        <a:pt x="3745" y="3614"/>
                      </a:cubicBezTo>
                      <a:cubicBezTo>
                        <a:pt x="3765" y="3621"/>
                        <a:pt x="3792" y="3621"/>
                        <a:pt x="3811" y="3621"/>
                      </a:cubicBezTo>
                      <a:lnTo>
                        <a:pt x="3838" y="3621"/>
                      </a:lnTo>
                      <a:cubicBezTo>
                        <a:pt x="3851" y="3621"/>
                        <a:pt x="3871" y="3621"/>
                        <a:pt x="3890" y="3627"/>
                      </a:cubicBezTo>
                      <a:lnTo>
                        <a:pt x="3950" y="3627"/>
                      </a:lnTo>
                      <a:cubicBezTo>
                        <a:pt x="3969" y="3634"/>
                        <a:pt x="3989" y="3634"/>
                        <a:pt x="4009" y="3634"/>
                      </a:cubicBezTo>
                      <a:cubicBezTo>
                        <a:pt x="4015" y="3634"/>
                        <a:pt x="4028" y="3641"/>
                        <a:pt x="4035" y="3641"/>
                      </a:cubicBezTo>
                      <a:cubicBezTo>
                        <a:pt x="4101" y="3647"/>
                        <a:pt x="4160" y="3654"/>
                        <a:pt x="4200" y="3660"/>
                      </a:cubicBezTo>
                      <a:lnTo>
                        <a:pt x="4219" y="3660"/>
                      </a:lnTo>
                      <a:cubicBezTo>
                        <a:pt x="4226" y="3660"/>
                        <a:pt x="4226" y="3660"/>
                        <a:pt x="4233" y="3667"/>
                      </a:cubicBezTo>
                      <a:lnTo>
                        <a:pt x="4259" y="3667"/>
                      </a:lnTo>
                      <a:cubicBezTo>
                        <a:pt x="4272" y="3667"/>
                        <a:pt x="4285" y="3674"/>
                        <a:pt x="4285" y="3674"/>
                      </a:cubicBezTo>
                      <a:lnTo>
                        <a:pt x="4331" y="2917"/>
                      </a:lnTo>
                      <a:cubicBezTo>
                        <a:pt x="4279" y="2904"/>
                        <a:pt x="4213" y="2890"/>
                        <a:pt x="4206" y="2890"/>
                      </a:cubicBezTo>
                      <a:cubicBezTo>
                        <a:pt x="4186" y="2884"/>
                        <a:pt x="4061" y="2831"/>
                        <a:pt x="4042" y="2811"/>
                      </a:cubicBezTo>
                      <a:cubicBezTo>
                        <a:pt x="4015" y="2798"/>
                        <a:pt x="3890" y="2713"/>
                        <a:pt x="3877" y="2680"/>
                      </a:cubicBezTo>
                      <a:cubicBezTo>
                        <a:pt x="3857" y="2653"/>
                        <a:pt x="3739" y="2548"/>
                        <a:pt x="3732" y="2528"/>
                      </a:cubicBezTo>
                      <a:cubicBezTo>
                        <a:pt x="3719" y="2502"/>
                        <a:pt x="3653" y="2370"/>
                        <a:pt x="3653" y="2370"/>
                      </a:cubicBezTo>
                      <a:cubicBezTo>
                        <a:pt x="3653" y="2370"/>
                        <a:pt x="3693" y="2265"/>
                        <a:pt x="3673" y="2212"/>
                      </a:cubicBezTo>
                      <a:cubicBezTo>
                        <a:pt x="3653" y="2153"/>
                        <a:pt x="3522" y="2081"/>
                        <a:pt x="3509" y="2041"/>
                      </a:cubicBezTo>
                      <a:cubicBezTo>
                        <a:pt x="3495" y="2002"/>
                        <a:pt x="3482" y="1857"/>
                        <a:pt x="3489" y="1844"/>
                      </a:cubicBezTo>
                      <a:cubicBezTo>
                        <a:pt x="3489" y="1831"/>
                        <a:pt x="3509" y="1594"/>
                        <a:pt x="3522" y="1535"/>
                      </a:cubicBezTo>
                      <a:cubicBezTo>
                        <a:pt x="3535" y="1469"/>
                        <a:pt x="3601" y="1403"/>
                        <a:pt x="3607" y="1363"/>
                      </a:cubicBezTo>
                      <a:cubicBezTo>
                        <a:pt x="3614" y="1317"/>
                        <a:pt x="3601" y="1245"/>
                        <a:pt x="3601" y="1232"/>
                      </a:cubicBezTo>
                      <a:cubicBezTo>
                        <a:pt x="3601" y="1225"/>
                        <a:pt x="3614" y="1113"/>
                        <a:pt x="3614" y="1113"/>
                      </a:cubicBezTo>
                      <a:cubicBezTo>
                        <a:pt x="3614" y="1113"/>
                        <a:pt x="3805" y="1015"/>
                        <a:pt x="3811" y="962"/>
                      </a:cubicBezTo>
                      <a:cubicBezTo>
                        <a:pt x="3811" y="909"/>
                        <a:pt x="3686" y="817"/>
                        <a:pt x="3680" y="784"/>
                      </a:cubicBezTo>
                      <a:cubicBezTo>
                        <a:pt x="3667" y="751"/>
                        <a:pt x="3653" y="679"/>
                        <a:pt x="3653" y="646"/>
                      </a:cubicBezTo>
                      <a:cubicBezTo>
                        <a:pt x="3653" y="613"/>
                        <a:pt x="3653" y="580"/>
                        <a:pt x="3634" y="574"/>
                      </a:cubicBezTo>
                      <a:cubicBezTo>
                        <a:pt x="3620" y="567"/>
                        <a:pt x="3377" y="514"/>
                        <a:pt x="3377" y="514"/>
                      </a:cubicBezTo>
                      <a:cubicBezTo>
                        <a:pt x="3377" y="514"/>
                        <a:pt x="3377" y="449"/>
                        <a:pt x="3410" y="409"/>
                      </a:cubicBezTo>
                      <a:cubicBezTo>
                        <a:pt x="3436" y="363"/>
                        <a:pt x="3482" y="245"/>
                        <a:pt x="3489" y="238"/>
                      </a:cubicBezTo>
                      <a:cubicBezTo>
                        <a:pt x="3489" y="225"/>
                        <a:pt x="3423" y="41"/>
                        <a:pt x="3390" y="21"/>
                      </a:cubicBezTo>
                      <a:cubicBezTo>
                        <a:pt x="3365" y="8"/>
                        <a:pt x="3301" y="1"/>
                        <a:pt x="3253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1579;p19">
                  <a:extLst>
                    <a:ext uri="{FF2B5EF4-FFF2-40B4-BE49-F238E27FC236}">
                      <a16:creationId xmlns:a16="http://schemas.microsoft.com/office/drawing/2014/main" id="{CD2C0BDA-CA4C-561E-D45B-D93CB1ABD587}"/>
                    </a:ext>
                  </a:extLst>
                </p:cNvPr>
                <p:cNvSpPr/>
                <p:nvPr/>
              </p:nvSpPr>
              <p:spPr>
                <a:xfrm>
                  <a:off x="7541092" y="2957579"/>
                  <a:ext cx="84913" cy="50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" h="460" extrusionOk="0">
                      <a:moveTo>
                        <a:pt x="415" y="1"/>
                      </a:moveTo>
                      <a:cubicBezTo>
                        <a:pt x="363" y="1"/>
                        <a:pt x="290" y="4"/>
                        <a:pt x="264" y="4"/>
                      </a:cubicBezTo>
                      <a:cubicBezTo>
                        <a:pt x="224" y="4"/>
                        <a:pt x="185" y="56"/>
                        <a:pt x="158" y="96"/>
                      </a:cubicBezTo>
                      <a:cubicBezTo>
                        <a:pt x="132" y="135"/>
                        <a:pt x="152" y="194"/>
                        <a:pt x="152" y="208"/>
                      </a:cubicBezTo>
                      <a:cubicBezTo>
                        <a:pt x="152" y="214"/>
                        <a:pt x="112" y="234"/>
                        <a:pt x="99" y="247"/>
                      </a:cubicBezTo>
                      <a:cubicBezTo>
                        <a:pt x="86" y="260"/>
                        <a:pt x="73" y="267"/>
                        <a:pt x="40" y="306"/>
                      </a:cubicBezTo>
                      <a:cubicBezTo>
                        <a:pt x="1" y="346"/>
                        <a:pt x="40" y="412"/>
                        <a:pt x="66" y="418"/>
                      </a:cubicBezTo>
                      <a:cubicBezTo>
                        <a:pt x="93" y="425"/>
                        <a:pt x="185" y="425"/>
                        <a:pt x="303" y="438"/>
                      </a:cubicBezTo>
                      <a:cubicBezTo>
                        <a:pt x="400" y="449"/>
                        <a:pt x="470" y="459"/>
                        <a:pt x="518" y="459"/>
                      </a:cubicBezTo>
                      <a:cubicBezTo>
                        <a:pt x="529" y="459"/>
                        <a:pt x="538" y="459"/>
                        <a:pt x="547" y="458"/>
                      </a:cubicBezTo>
                      <a:cubicBezTo>
                        <a:pt x="586" y="458"/>
                        <a:pt x="665" y="444"/>
                        <a:pt x="711" y="431"/>
                      </a:cubicBezTo>
                      <a:cubicBezTo>
                        <a:pt x="757" y="418"/>
                        <a:pt x="718" y="392"/>
                        <a:pt x="718" y="372"/>
                      </a:cubicBezTo>
                      <a:cubicBezTo>
                        <a:pt x="718" y="352"/>
                        <a:pt x="718" y="273"/>
                        <a:pt x="738" y="254"/>
                      </a:cubicBezTo>
                      <a:cubicBezTo>
                        <a:pt x="757" y="240"/>
                        <a:pt x="777" y="234"/>
                        <a:pt x="777" y="214"/>
                      </a:cubicBezTo>
                      <a:lnTo>
                        <a:pt x="777" y="115"/>
                      </a:lnTo>
                      <a:lnTo>
                        <a:pt x="698" y="36"/>
                      </a:lnTo>
                      <a:cubicBezTo>
                        <a:pt x="698" y="36"/>
                        <a:pt x="586" y="30"/>
                        <a:pt x="573" y="30"/>
                      </a:cubicBezTo>
                      <a:cubicBezTo>
                        <a:pt x="553" y="30"/>
                        <a:pt x="488" y="10"/>
                        <a:pt x="468" y="4"/>
                      </a:cubicBezTo>
                      <a:cubicBezTo>
                        <a:pt x="461" y="1"/>
                        <a:pt x="441" y="1"/>
                        <a:pt x="415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1580;p19">
                  <a:extLst>
                    <a:ext uri="{FF2B5EF4-FFF2-40B4-BE49-F238E27FC236}">
                      <a16:creationId xmlns:a16="http://schemas.microsoft.com/office/drawing/2014/main" id="{6356401C-B829-F11D-C443-35F43CA5A850}"/>
                    </a:ext>
                  </a:extLst>
                </p:cNvPr>
                <p:cNvSpPr/>
                <p:nvPr/>
              </p:nvSpPr>
              <p:spPr>
                <a:xfrm>
                  <a:off x="8333353" y="2419944"/>
                  <a:ext cx="245134" cy="1415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6" h="1297" extrusionOk="0">
                      <a:moveTo>
                        <a:pt x="1949" y="0"/>
                      </a:moveTo>
                      <a:cubicBezTo>
                        <a:pt x="1916" y="0"/>
                        <a:pt x="1850" y="53"/>
                        <a:pt x="1850" y="53"/>
                      </a:cubicBezTo>
                      <a:cubicBezTo>
                        <a:pt x="1850" y="53"/>
                        <a:pt x="1738" y="86"/>
                        <a:pt x="1732" y="86"/>
                      </a:cubicBezTo>
                      <a:cubicBezTo>
                        <a:pt x="1719" y="86"/>
                        <a:pt x="1666" y="92"/>
                        <a:pt x="1620" y="99"/>
                      </a:cubicBezTo>
                      <a:cubicBezTo>
                        <a:pt x="1574" y="105"/>
                        <a:pt x="1554" y="132"/>
                        <a:pt x="1528" y="165"/>
                      </a:cubicBezTo>
                      <a:cubicBezTo>
                        <a:pt x="1495" y="191"/>
                        <a:pt x="1449" y="237"/>
                        <a:pt x="1422" y="270"/>
                      </a:cubicBezTo>
                      <a:cubicBezTo>
                        <a:pt x="1396" y="303"/>
                        <a:pt x="1357" y="309"/>
                        <a:pt x="1317" y="336"/>
                      </a:cubicBezTo>
                      <a:cubicBezTo>
                        <a:pt x="1299" y="346"/>
                        <a:pt x="1278" y="349"/>
                        <a:pt x="1258" y="349"/>
                      </a:cubicBezTo>
                      <a:cubicBezTo>
                        <a:pt x="1229" y="349"/>
                        <a:pt x="1201" y="342"/>
                        <a:pt x="1185" y="342"/>
                      </a:cubicBezTo>
                      <a:cubicBezTo>
                        <a:pt x="1153" y="342"/>
                        <a:pt x="1060" y="388"/>
                        <a:pt x="1034" y="408"/>
                      </a:cubicBezTo>
                      <a:cubicBezTo>
                        <a:pt x="1025" y="412"/>
                        <a:pt x="1014" y="413"/>
                        <a:pt x="1001" y="413"/>
                      </a:cubicBezTo>
                      <a:cubicBezTo>
                        <a:pt x="972" y="413"/>
                        <a:pt x="936" y="407"/>
                        <a:pt x="905" y="407"/>
                      </a:cubicBezTo>
                      <a:cubicBezTo>
                        <a:pt x="897" y="407"/>
                        <a:pt x="890" y="407"/>
                        <a:pt x="883" y="408"/>
                      </a:cubicBezTo>
                      <a:cubicBezTo>
                        <a:pt x="837" y="408"/>
                        <a:pt x="837" y="402"/>
                        <a:pt x="817" y="388"/>
                      </a:cubicBezTo>
                      <a:cubicBezTo>
                        <a:pt x="797" y="382"/>
                        <a:pt x="751" y="342"/>
                        <a:pt x="738" y="323"/>
                      </a:cubicBezTo>
                      <a:cubicBezTo>
                        <a:pt x="725" y="296"/>
                        <a:pt x="652" y="257"/>
                        <a:pt x="646" y="244"/>
                      </a:cubicBezTo>
                      <a:cubicBezTo>
                        <a:pt x="637" y="231"/>
                        <a:pt x="595" y="227"/>
                        <a:pt x="559" y="227"/>
                      </a:cubicBezTo>
                      <a:cubicBezTo>
                        <a:pt x="539" y="227"/>
                        <a:pt x="521" y="228"/>
                        <a:pt x="514" y="230"/>
                      </a:cubicBezTo>
                      <a:cubicBezTo>
                        <a:pt x="513" y="231"/>
                        <a:pt x="513" y="231"/>
                        <a:pt x="512" y="231"/>
                      </a:cubicBezTo>
                      <a:cubicBezTo>
                        <a:pt x="493" y="231"/>
                        <a:pt x="474" y="158"/>
                        <a:pt x="461" y="151"/>
                      </a:cubicBezTo>
                      <a:cubicBezTo>
                        <a:pt x="455" y="145"/>
                        <a:pt x="363" y="73"/>
                        <a:pt x="356" y="66"/>
                      </a:cubicBezTo>
                      <a:cubicBezTo>
                        <a:pt x="343" y="66"/>
                        <a:pt x="290" y="132"/>
                        <a:pt x="277" y="158"/>
                      </a:cubicBezTo>
                      <a:cubicBezTo>
                        <a:pt x="277" y="158"/>
                        <a:pt x="271" y="165"/>
                        <a:pt x="271" y="171"/>
                      </a:cubicBezTo>
                      <a:cubicBezTo>
                        <a:pt x="264" y="178"/>
                        <a:pt x="257" y="184"/>
                        <a:pt x="257" y="191"/>
                      </a:cubicBezTo>
                      <a:cubicBezTo>
                        <a:pt x="244" y="211"/>
                        <a:pt x="231" y="230"/>
                        <a:pt x="218" y="237"/>
                      </a:cubicBezTo>
                      <a:cubicBezTo>
                        <a:pt x="211" y="250"/>
                        <a:pt x="146" y="257"/>
                        <a:pt x="139" y="263"/>
                      </a:cubicBezTo>
                      <a:cubicBezTo>
                        <a:pt x="132" y="263"/>
                        <a:pt x="113" y="277"/>
                        <a:pt x="99" y="316"/>
                      </a:cubicBezTo>
                      <a:cubicBezTo>
                        <a:pt x="86" y="349"/>
                        <a:pt x="1" y="388"/>
                        <a:pt x="1" y="388"/>
                      </a:cubicBezTo>
                      <a:cubicBezTo>
                        <a:pt x="1" y="395"/>
                        <a:pt x="7" y="402"/>
                        <a:pt x="14" y="408"/>
                      </a:cubicBezTo>
                      <a:cubicBezTo>
                        <a:pt x="40" y="454"/>
                        <a:pt x="99" y="500"/>
                        <a:pt x="99" y="533"/>
                      </a:cubicBezTo>
                      <a:cubicBezTo>
                        <a:pt x="99" y="540"/>
                        <a:pt x="99" y="540"/>
                        <a:pt x="99" y="546"/>
                      </a:cubicBezTo>
                      <a:cubicBezTo>
                        <a:pt x="178" y="560"/>
                        <a:pt x="277" y="573"/>
                        <a:pt x="336" y="619"/>
                      </a:cubicBezTo>
                      <a:cubicBezTo>
                        <a:pt x="343" y="625"/>
                        <a:pt x="356" y="632"/>
                        <a:pt x="369" y="639"/>
                      </a:cubicBezTo>
                      <a:cubicBezTo>
                        <a:pt x="369" y="639"/>
                        <a:pt x="376" y="645"/>
                        <a:pt x="376" y="645"/>
                      </a:cubicBezTo>
                      <a:cubicBezTo>
                        <a:pt x="389" y="652"/>
                        <a:pt x="402" y="658"/>
                        <a:pt x="415" y="665"/>
                      </a:cubicBezTo>
                      <a:cubicBezTo>
                        <a:pt x="442" y="678"/>
                        <a:pt x="468" y="691"/>
                        <a:pt x="494" y="704"/>
                      </a:cubicBezTo>
                      <a:cubicBezTo>
                        <a:pt x="514" y="711"/>
                        <a:pt x="534" y="717"/>
                        <a:pt x="554" y="731"/>
                      </a:cubicBezTo>
                      <a:cubicBezTo>
                        <a:pt x="567" y="737"/>
                        <a:pt x="573" y="737"/>
                        <a:pt x="587" y="744"/>
                      </a:cubicBezTo>
                      <a:cubicBezTo>
                        <a:pt x="613" y="757"/>
                        <a:pt x="639" y="777"/>
                        <a:pt x="652" y="790"/>
                      </a:cubicBezTo>
                      <a:cubicBezTo>
                        <a:pt x="718" y="849"/>
                        <a:pt x="889" y="922"/>
                        <a:pt x="922" y="948"/>
                      </a:cubicBezTo>
                      <a:cubicBezTo>
                        <a:pt x="955" y="968"/>
                        <a:pt x="1106" y="1053"/>
                        <a:pt x="1120" y="1079"/>
                      </a:cubicBezTo>
                      <a:cubicBezTo>
                        <a:pt x="1133" y="1106"/>
                        <a:pt x="1212" y="1172"/>
                        <a:pt x="1231" y="1205"/>
                      </a:cubicBezTo>
                      <a:cubicBezTo>
                        <a:pt x="1238" y="1218"/>
                        <a:pt x="1278" y="1257"/>
                        <a:pt x="1317" y="1297"/>
                      </a:cubicBezTo>
                      <a:cubicBezTo>
                        <a:pt x="1317" y="1290"/>
                        <a:pt x="1324" y="1283"/>
                        <a:pt x="1330" y="1277"/>
                      </a:cubicBezTo>
                      <a:cubicBezTo>
                        <a:pt x="1416" y="1152"/>
                        <a:pt x="1666" y="849"/>
                        <a:pt x="1719" y="790"/>
                      </a:cubicBezTo>
                      <a:cubicBezTo>
                        <a:pt x="1771" y="737"/>
                        <a:pt x="1995" y="573"/>
                        <a:pt x="2028" y="520"/>
                      </a:cubicBezTo>
                      <a:cubicBezTo>
                        <a:pt x="2048" y="487"/>
                        <a:pt x="2159" y="303"/>
                        <a:pt x="2245" y="151"/>
                      </a:cubicBezTo>
                      <a:lnTo>
                        <a:pt x="2192" y="86"/>
                      </a:lnTo>
                      <a:cubicBezTo>
                        <a:pt x="2192" y="86"/>
                        <a:pt x="2087" y="46"/>
                        <a:pt x="2080" y="40"/>
                      </a:cubicBezTo>
                      <a:cubicBezTo>
                        <a:pt x="2067" y="33"/>
                        <a:pt x="1982" y="0"/>
                        <a:pt x="1949" y="0"/>
                      </a:cubicBezTo>
                      <a:close/>
                    </a:path>
                  </a:pathLst>
                </a:custGeom>
                <a:solidFill>
                  <a:srgbClr val="C93737"/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1581;p19">
                  <a:extLst>
                    <a:ext uri="{FF2B5EF4-FFF2-40B4-BE49-F238E27FC236}">
                      <a16:creationId xmlns:a16="http://schemas.microsoft.com/office/drawing/2014/main" id="{66B3C740-D06D-2CCB-D5A2-57BA0B5F185C}"/>
                    </a:ext>
                  </a:extLst>
                </p:cNvPr>
                <p:cNvSpPr/>
                <p:nvPr/>
              </p:nvSpPr>
              <p:spPr>
                <a:xfrm>
                  <a:off x="8293189" y="2195330"/>
                  <a:ext cx="309637" cy="183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1683" extrusionOk="0">
                      <a:moveTo>
                        <a:pt x="1149" y="1"/>
                      </a:moveTo>
                      <a:cubicBezTo>
                        <a:pt x="1143" y="1"/>
                        <a:pt x="1135" y="2"/>
                        <a:pt x="1126" y="5"/>
                      </a:cubicBezTo>
                      <a:cubicBezTo>
                        <a:pt x="1047" y="31"/>
                        <a:pt x="974" y="38"/>
                        <a:pt x="948" y="71"/>
                      </a:cubicBezTo>
                      <a:cubicBezTo>
                        <a:pt x="922" y="110"/>
                        <a:pt x="889" y="110"/>
                        <a:pt x="856" y="130"/>
                      </a:cubicBezTo>
                      <a:cubicBezTo>
                        <a:pt x="829" y="150"/>
                        <a:pt x="770" y="143"/>
                        <a:pt x="737" y="163"/>
                      </a:cubicBezTo>
                      <a:cubicBezTo>
                        <a:pt x="698" y="182"/>
                        <a:pt x="691" y="202"/>
                        <a:pt x="658" y="248"/>
                      </a:cubicBezTo>
                      <a:cubicBezTo>
                        <a:pt x="625" y="294"/>
                        <a:pt x="665" y="281"/>
                        <a:pt x="593" y="327"/>
                      </a:cubicBezTo>
                      <a:cubicBezTo>
                        <a:pt x="527" y="373"/>
                        <a:pt x="467" y="400"/>
                        <a:pt x="448" y="400"/>
                      </a:cubicBezTo>
                      <a:cubicBezTo>
                        <a:pt x="428" y="400"/>
                        <a:pt x="329" y="380"/>
                        <a:pt x="323" y="367"/>
                      </a:cubicBezTo>
                      <a:cubicBezTo>
                        <a:pt x="316" y="360"/>
                        <a:pt x="211" y="261"/>
                        <a:pt x="211" y="261"/>
                      </a:cubicBezTo>
                      <a:cubicBezTo>
                        <a:pt x="211" y="261"/>
                        <a:pt x="202" y="239"/>
                        <a:pt x="172" y="239"/>
                      </a:cubicBezTo>
                      <a:cubicBezTo>
                        <a:pt x="166" y="239"/>
                        <a:pt x="159" y="239"/>
                        <a:pt x="152" y="242"/>
                      </a:cubicBezTo>
                      <a:cubicBezTo>
                        <a:pt x="138" y="248"/>
                        <a:pt x="125" y="248"/>
                        <a:pt x="112" y="248"/>
                      </a:cubicBezTo>
                      <a:cubicBezTo>
                        <a:pt x="112" y="248"/>
                        <a:pt x="112" y="248"/>
                        <a:pt x="112" y="255"/>
                      </a:cubicBezTo>
                      <a:cubicBezTo>
                        <a:pt x="125" y="294"/>
                        <a:pt x="132" y="340"/>
                        <a:pt x="112" y="386"/>
                      </a:cubicBezTo>
                      <a:cubicBezTo>
                        <a:pt x="92" y="433"/>
                        <a:pt x="59" y="479"/>
                        <a:pt x="66" y="525"/>
                      </a:cubicBezTo>
                      <a:cubicBezTo>
                        <a:pt x="66" y="571"/>
                        <a:pt x="125" y="577"/>
                        <a:pt x="86" y="617"/>
                      </a:cubicBezTo>
                      <a:cubicBezTo>
                        <a:pt x="46" y="663"/>
                        <a:pt x="7" y="656"/>
                        <a:pt x="7" y="689"/>
                      </a:cubicBezTo>
                      <a:cubicBezTo>
                        <a:pt x="0" y="722"/>
                        <a:pt x="20" y="729"/>
                        <a:pt x="46" y="788"/>
                      </a:cubicBezTo>
                      <a:cubicBezTo>
                        <a:pt x="79" y="847"/>
                        <a:pt x="152" y="966"/>
                        <a:pt x="132" y="1018"/>
                      </a:cubicBezTo>
                      <a:cubicBezTo>
                        <a:pt x="106" y="1071"/>
                        <a:pt x="73" y="1124"/>
                        <a:pt x="40" y="1170"/>
                      </a:cubicBezTo>
                      <a:cubicBezTo>
                        <a:pt x="33" y="1170"/>
                        <a:pt x="33" y="1176"/>
                        <a:pt x="27" y="1176"/>
                      </a:cubicBezTo>
                      <a:cubicBezTo>
                        <a:pt x="33" y="1189"/>
                        <a:pt x="40" y="1189"/>
                        <a:pt x="40" y="1196"/>
                      </a:cubicBezTo>
                      <a:cubicBezTo>
                        <a:pt x="40" y="1222"/>
                        <a:pt x="132" y="1262"/>
                        <a:pt x="145" y="1262"/>
                      </a:cubicBezTo>
                      <a:cubicBezTo>
                        <a:pt x="152" y="1262"/>
                        <a:pt x="198" y="1242"/>
                        <a:pt x="244" y="1216"/>
                      </a:cubicBezTo>
                      <a:cubicBezTo>
                        <a:pt x="252" y="1212"/>
                        <a:pt x="259" y="1210"/>
                        <a:pt x="265" y="1210"/>
                      </a:cubicBezTo>
                      <a:cubicBezTo>
                        <a:pt x="302" y="1210"/>
                        <a:pt x="317" y="1265"/>
                        <a:pt x="323" y="1282"/>
                      </a:cubicBezTo>
                      <a:cubicBezTo>
                        <a:pt x="336" y="1295"/>
                        <a:pt x="382" y="1347"/>
                        <a:pt x="435" y="1360"/>
                      </a:cubicBezTo>
                      <a:cubicBezTo>
                        <a:pt x="437" y="1361"/>
                        <a:pt x="440" y="1361"/>
                        <a:pt x="443" y="1361"/>
                      </a:cubicBezTo>
                      <a:cubicBezTo>
                        <a:pt x="501" y="1361"/>
                        <a:pt x="687" y="1247"/>
                        <a:pt x="737" y="1209"/>
                      </a:cubicBezTo>
                      <a:cubicBezTo>
                        <a:pt x="797" y="1170"/>
                        <a:pt x="836" y="1124"/>
                        <a:pt x="876" y="1058"/>
                      </a:cubicBezTo>
                      <a:cubicBezTo>
                        <a:pt x="915" y="999"/>
                        <a:pt x="955" y="999"/>
                        <a:pt x="1014" y="946"/>
                      </a:cubicBezTo>
                      <a:cubicBezTo>
                        <a:pt x="1031" y="929"/>
                        <a:pt x="1048" y="923"/>
                        <a:pt x="1065" y="923"/>
                      </a:cubicBezTo>
                      <a:cubicBezTo>
                        <a:pt x="1107" y="923"/>
                        <a:pt x="1147" y="959"/>
                        <a:pt x="1185" y="959"/>
                      </a:cubicBezTo>
                      <a:cubicBezTo>
                        <a:pt x="1231" y="959"/>
                        <a:pt x="1277" y="1064"/>
                        <a:pt x="1277" y="1091"/>
                      </a:cubicBezTo>
                      <a:cubicBezTo>
                        <a:pt x="1277" y="1124"/>
                        <a:pt x="1257" y="1143"/>
                        <a:pt x="1244" y="1150"/>
                      </a:cubicBezTo>
                      <a:cubicBezTo>
                        <a:pt x="1231" y="1156"/>
                        <a:pt x="1178" y="1183"/>
                        <a:pt x="1159" y="1209"/>
                      </a:cubicBezTo>
                      <a:cubicBezTo>
                        <a:pt x="1139" y="1235"/>
                        <a:pt x="1159" y="1255"/>
                        <a:pt x="1159" y="1282"/>
                      </a:cubicBezTo>
                      <a:cubicBezTo>
                        <a:pt x="1159" y="1308"/>
                        <a:pt x="1126" y="1321"/>
                        <a:pt x="1093" y="1341"/>
                      </a:cubicBezTo>
                      <a:cubicBezTo>
                        <a:pt x="1066" y="1367"/>
                        <a:pt x="1053" y="1420"/>
                        <a:pt x="1053" y="1426"/>
                      </a:cubicBezTo>
                      <a:cubicBezTo>
                        <a:pt x="1060" y="1439"/>
                        <a:pt x="1106" y="1479"/>
                        <a:pt x="1126" y="1499"/>
                      </a:cubicBezTo>
                      <a:cubicBezTo>
                        <a:pt x="1145" y="1512"/>
                        <a:pt x="1145" y="1624"/>
                        <a:pt x="1152" y="1637"/>
                      </a:cubicBezTo>
                      <a:cubicBezTo>
                        <a:pt x="1165" y="1657"/>
                        <a:pt x="1218" y="1683"/>
                        <a:pt x="1257" y="1683"/>
                      </a:cubicBezTo>
                      <a:cubicBezTo>
                        <a:pt x="1297" y="1683"/>
                        <a:pt x="1316" y="1643"/>
                        <a:pt x="1343" y="1630"/>
                      </a:cubicBezTo>
                      <a:cubicBezTo>
                        <a:pt x="1352" y="1624"/>
                        <a:pt x="1363" y="1622"/>
                        <a:pt x="1376" y="1622"/>
                      </a:cubicBezTo>
                      <a:cubicBezTo>
                        <a:pt x="1401" y="1622"/>
                        <a:pt x="1428" y="1630"/>
                        <a:pt x="1442" y="1630"/>
                      </a:cubicBezTo>
                      <a:cubicBezTo>
                        <a:pt x="1461" y="1630"/>
                        <a:pt x="1527" y="1578"/>
                        <a:pt x="1527" y="1532"/>
                      </a:cubicBezTo>
                      <a:cubicBezTo>
                        <a:pt x="1527" y="1486"/>
                        <a:pt x="1553" y="1439"/>
                        <a:pt x="1580" y="1400"/>
                      </a:cubicBezTo>
                      <a:cubicBezTo>
                        <a:pt x="1606" y="1367"/>
                        <a:pt x="1626" y="1354"/>
                        <a:pt x="1659" y="1328"/>
                      </a:cubicBezTo>
                      <a:cubicBezTo>
                        <a:pt x="1674" y="1312"/>
                        <a:pt x="1687" y="1307"/>
                        <a:pt x="1702" y="1307"/>
                      </a:cubicBezTo>
                      <a:cubicBezTo>
                        <a:pt x="1720" y="1307"/>
                        <a:pt x="1742" y="1314"/>
                        <a:pt x="1777" y="1321"/>
                      </a:cubicBezTo>
                      <a:cubicBezTo>
                        <a:pt x="1801" y="1325"/>
                        <a:pt x="1825" y="1327"/>
                        <a:pt x="1846" y="1327"/>
                      </a:cubicBezTo>
                      <a:cubicBezTo>
                        <a:pt x="1890" y="1327"/>
                        <a:pt x="1926" y="1321"/>
                        <a:pt x="1948" y="1321"/>
                      </a:cubicBezTo>
                      <a:cubicBezTo>
                        <a:pt x="1988" y="1321"/>
                        <a:pt x="2021" y="1314"/>
                        <a:pt x="2054" y="1301"/>
                      </a:cubicBezTo>
                      <a:cubicBezTo>
                        <a:pt x="2080" y="1288"/>
                        <a:pt x="2192" y="1268"/>
                        <a:pt x="2198" y="1268"/>
                      </a:cubicBezTo>
                      <a:cubicBezTo>
                        <a:pt x="2212" y="1268"/>
                        <a:pt x="2277" y="1262"/>
                        <a:pt x="2310" y="1209"/>
                      </a:cubicBezTo>
                      <a:cubicBezTo>
                        <a:pt x="2337" y="1156"/>
                        <a:pt x="2323" y="1137"/>
                        <a:pt x="2330" y="1117"/>
                      </a:cubicBezTo>
                      <a:cubicBezTo>
                        <a:pt x="2337" y="1104"/>
                        <a:pt x="2409" y="1064"/>
                        <a:pt x="2462" y="1045"/>
                      </a:cubicBezTo>
                      <a:cubicBezTo>
                        <a:pt x="2479" y="1036"/>
                        <a:pt x="2495" y="1033"/>
                        <a:pt x="2509" y="1033"/>
                      </a:cubicBezTo>
                      <a:cubicBezTo>
                        <a:pt x="2536" y="1033"/>
                        <a:pt x="2554" y="1045"/>
                        <a:pt x="2554" y="1045"/>
                      </a:cubicBezTo>
                      <a:cubicBezTo>
                        <a:pt x="2554" y="1045"/>
                        <a:pt x="2718" y="1130"/>
                        <a:pt x="2725" y="1130"/>
                      </a:cubicBezTo>
                      <a:cubicBezTo>
                        <a:pt x="2731" y="1130"/>
                        <a:pt x="2784" y="1156"/>
                        <a:pt x="2837" y="1176"/>
                      </a:cubicBezTo>
                      <a:cubicBezTo>
                        <a:pt x="2837" y="1156"/>
                        <a:pt x="2837" y="1143"/>
                        <a:pt x="2837" y="1137"/>
                      </a:cubicBezTo>
                      <a:cubicBezTo>
                        <a:pt x="2824" y="1012"/>
                        <a:pt x="2824" y="860"/>
                        <a:pt x="2791" y="689"/>
                      </a:cubicBezTo>
                      <a:cubicBezTo>
                        <a:pt x="2771" y="617"/>
                        <a:pt x="2745" y="505"/>
                        <a:pt x="2712" y="386"/>
                      </a:cubicBezTo>
                      <a:cubicBezTo>
                        <a:pt x="2666" y="400"/>
                        <a:pt x="2613" y="419"/>
                        <a:pt x="2567" y="419"/>
                      </a:cubicBezTo>
                      <a:cubicBezTo>
                        <a:pt x="2488" y="426"/>
                        <a:pt x="2416" y="433"/>
                        <a:pt x="2416" y="433"/>
                      </a:cubicBezTo>
                      <a:cubicBezTo>
                        <a:pt x="2416" y="433"/>
                        <a:pt x="2324" y="353"/>
                        <a:pt x="2305" y="353"/>
                      </a:cubicBezTo>
                      <a:cubicBezTo>
                        <a:pt x="2305" y="353"/>
                        <a:pt x="2304" y="353"/>
                        <a:pt x="2304" y="354"/>
                      </a:cubicBezTo>
                      <a:cubicBezTo>
                        <a:pt x="2303" y="355"/>
                        <a:pt x="2300" y="355"/>
                        <a:pt x="2297" y="355"/>
                      </a:cubicBezTo>
                      <a:cubicBezTo>
                        <a:pt x="2284" y="355"/>
                        <a:pt x="2257" y="349"/>
                        <a:pt x="2237" y="349"/>
                      </a:cubicBezTo>
                      <a:cubicBezTo>
                        <a:pt x="2229" y="349"/>
                        <a:pt x="2222" y="350"/>
                        <a:pt x="2218" y="354"/>
                      </a:cubicBezTo>
                      <a:cubicBezTo>
                        <a:pt x="2212" y="360"/>
                        <a:pt x="2174" y="362"/>
                        <a:pt x="2135" y="362"/>
                      </a:cubicBezTo>
                      <a:cubicBezTo>
                        <a:pt x="2096" y="362"/>
                        <a:pt x="2057" y="360"/>
                        <a:pt x="2047" y="360"/>
                      </a:cubicBezTo>
                      <a:cubicBezTo>
                        <a:pt x="2034" y="360"/>
                        <a:pt x="1948" y="314"/>
                        <a:pt x="1948" y="314"/>
                      </a:cubicBezTo>
                      <a:cubicBezTo>
                        <a:pt x="1948" y="314"/>
                        <a:pt x="1942" y="317"/>
                        <a:pt x="1927" y="317"/>
                      </a:cubicBezTo>
                      <a:cubicBezTo>
                        <a:pt x="1919" y="317"/>
                        <a:pt x="1909" y="316"/>
                        <a:pt x="1896" y="314"/>
                      </a:cubicBezTo>
                      <a:lnTo>
                        <a:pt x="1804" y="314"/>
                      </a:lnTo>
                      <a:cubicBezTo>
                        <a:pt x="1804" y="314"/>
                        <a:pt x="1784" y="307"/>
                        <a:pt x="1764" y="288"/>
                      </a:cubicBezTo>
                      <a:cubicBezTo>
                        <a:pt x="1745" y="269"/>
                        <a:pt x="1709" y="221"/>
                        <a:pt x="1678" y="221"/>
                      </a:cubicBezTo>
                      <a:cubicBezTo>
                        <a:pt x="1676" y="221"/>
                        <a:pt x="1674" y="222"/>
                        <a:pt x="1672" y="222"/>
                      </a:cubicBezTo>
                      <a:cubicBezTo>
                        <a:pt x="1646" y="229"/>
                        <a:pt x="1606" y="222"/>
                        <a:pt x="1593" y="268"/>
                      </a:cubicBezTo>
                      <a:cubicBezTo>
                        <a:pt x="1586" y="307"/>
                        <a:pt x="1573" y="321"/>
                        <a:pt x="1593" y="354"/>
                      </a:cubicBezTo>
                      <a:cubicBezTo>
                        <a:pt x="1603" y="360"/>
                        <a:pt x="1606" y="362"/>
                        <a:pt x="1607" y="362"/>
                      </a:cubicBezTo>
                      <a:cubicBezTo>
                        <a:pt x="1608" y="362"/>
                        <a:pt x="1606" y="360"/>
                        <a:pt x="1606" y="360"/>
                      </a:cubicBezTo>
                      <a:lnTo>
                        <a:pt x="1606" y="360"/>
                      </a:lnTo>
                      <a:cubicBezTo>
                        <a:pt x="1606" y="360"/>
                        <a:pt x="1613" y="367"/>
                        <a:pt x="1619" y="380"/>
                      </a:cubicBezTo>
                      <a:cubicBezTo>
                        <a:pt x="1646" y="419"/>
                        <a:pt x="1659" y="433"/>
                        <a:pt x="1646" y="452"/>
                      </a:cubicBezTo>
                      <a:cubicBezTo>
                        <a:pt x="1639" y="472"/>
                        <a:pt x="1613" y="479"/>
                        <a:pt x="1606" y="498"/>
                      </a:cubicBezTo>
                      <a:cubicBezTo>
                        <a:pt x="1606" y="518"/>
                        <a:pt x="1626" y="577"/>
                        <a:pt x="1632" y="584"/>
                      </a:cubicBezTo>
                      <a:cubicBezTo>
                        <a:pt x="1639" y="590"/>
                        <a:pt x="1659" y="610"/>
                        <a:pt x="1639" y="630"/>
                      </a:cubicBezTo>
                      <a:cubicBezTo>
                        <a:pt x="1626" y="650"/>
                        <a:pt x="1593" y="656"/>
                        <a:pt x="1580" y="676"/>
                      </a:cubicBezTo>
                      <a:cubicBezTo>
                        <a:pt x="1573" y="696"/>
                        <a:pt x="1534" y="735"/>
                        <a:pt x="1514" y="735"/>
                      </a:cubicBezTo>
                      <a:cubicBezTo>
                        <a:pt x="1501" y="735"/>
                        <a:pt x="1448" y="722"/>
                        <a:pt x="1442" y="696"/>
                      </a:cubicBezTo>
                      <a:cubicBezTo>
                        <a:pt x="1435" y="663"/>
                        <a:pt x="1448" y="584"/>
                        <a:pt x="1422" y="571"/>
                      </a:cubicBezTo>
                      <a:cubicBezTo>
                        <a:pt x="1401" y="560"/>
                        <a:pt x="1388" y="532"/>
                        <a:pt x="1367" y="532"/>
                      </a:cubicBezTo>
                      <a:cubicBezTo>
                        <a:pt x="1361" y="532"/>
                        <a:pt x="1356" y="534"/>
                        <a:pt x="1349" y="538"/>
                      </a:cubicBezTo>
                      <a:cubicBezTo>
                        <a:pt x="1310" y="564"/>
                        <a:pt x="1297" y="597"/>
                        <a:pt x="1277" y="597"/>
                      </a:cubicBezTo>
                      <a:cubicBezTo>
                        <a:pt x="1275" y="597"/>
                        <a:pt x="1274" y="598"/>
                        <a:pt x="1272" y="598"/>
                      </a:cubicBezTo>
                      <a:cubicBezTo>
                        <a:pt x="1243" y="598"/>
                        <a:pt x="1184" y="551"/>
                        <a:pt x="1172" y="551"/>
                      </a:cubicBezTo>
                      <a:cubicBezTo>
                        <a:pt x="1159" y="551"/>
                        <a:pt x="1066" y="584"/>
                        <a:pt x="1066" y="584"/>
                      </a:cubicBezTo>
                      <a:cubicBezTo>
                        <a:pt x="1066" y="584"/>
                        <a:pt x="1055" y="590"/>
                        <a:pt x="1041" y="590"/>
                      </a:cubicBezTo>
                      <a:cubicBezTo>
                        <a:pt x="1034" y="590"/>
                        <a:pt x="1027" y="588"/>
                        <a:pt x="1020" y="584"/>
                      </a:cubicBezTo>
                      <a:cubicBezTo>
                        <a:pt x="1007" y="571"/>
                        <a:pt x="974" y="485"/>
                        <a:pt x="968" y="479"/>
                      </a:cubicBezTo>
                      <a:cubicBezTo>
                        <a:pt x="955" y="472"/>
                        <a:pt x="948" y="393"/>
                        <a:pt x="948" y="373"/>
                      </a:cubicBezTo>
                      <a:cubicBezTo>
                        <a:pt x="948" y="354"/>
                        <a:pt x="935" y="360"/>
                        <a:pt x="974" y="314"/>
                      </a:cubicBezTo>
                      <a:cubicBezTo>
                        <a:pt x="1014" y="261"/>
                        <a:pt x="994" y="229"/>
                        <a:pt x="1020" y="222"/>
                      </a:cubicBezTo>
                      <a:cubicBezTo>
                        <a:pt x="1047" y="209"/>
                        <a:pt x="1126" y="215"/>
                        <a:pt x="1126" y="196"/>
                      </a:cubicBezTo>
                      <a:cubicBezTo>
                        <a:pt x="1126" y="169"/>
                        <a:pt x="1145" y="103"/>
                        <a:pt x="1145" y="97"/>
                      </a:cubicBezTo>
                      <a:cubicBezTo>
                        <a:pt x="1145" y="85"/>
                        <a:pt x="1197" y="1"/>
                        <a:pt x="1149" y="1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1582;p19">
                  <a:extLst>
                    <a:ext uri="{FF2B5EF4-FFF2-40B4-BE49-F238E27FC236}">
                      <a16:creationId xmlns:a16="http://schemas.microsoft.com/office/drawing/2014/main" id="{D1A1299B-C041-7DC2-5FE6-60AE2CC72CC2}"/>
                    </a:ext>
                  </a:extLst>
                </p:cNvPr>
                <p:cNvSpPr/>
                <p:nvPr/>
              </p:nvSpPr>
              <p:spPr>
                <a:xfrm>
                  <a:off x="8304649" y="2103868"/>
                  <a:ext cx="283880" cy="172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1" h="1580" extrusionOk="0">
                      <a:moveTo>
                        <a:pt x="1021" y="0"/>
                      </a:moveTo>
                      <a:cubicBezTo>
                        <a:pt x="1021" y="0"/>
                        <a:pt x="882" y="27"/>
                        <a:pt x="817" y="33"/>
                      </a:cubicBezTo>
                      <a:cubicBezTo>
                        <a:pt x="780" y="33"/>
                        <a:pt x="759" y="27"/>
                        <a:pt x="743" y="27"/>
                      </a:cubicBezTo>
                      <a:cubicBezTo>
                        <a:pt x="728" y="27"/>
                        <a:pt x="718" y="33"/>
                        <a:pt x="705" y="60"/>
                      </a:cubicBezTo>
                      <a:cubicBezTo>
                        <a:pt x="678" y="106"/>
                        <a:pt x="645" y="191"/>
                        <a:pt x="632" y="244"/>
                      </a:cubicBezTo>
                      <a:cubicBezTo>
                        <a:pt x="619" y="303"/>
                        <a:pt x="586" y="329"/>
                        <a:pt x="520" y="435"/>
                      </a:cubicBezTo>
                      <a:cubicBezTo>
                        <a:pt x="461" y="533"/>
                        <a:pt x="435" y="606"/>
                        <a:pt x="402" y="665"/>
                      </a:cubicBezTo>
                      <a:cubicBezTo>
                        <a:pt x="362" y="724"/>
                        <a:pt x="369" y="764"/>
                        <a:pt x="303" y="803"/>
                      </a:cubicBezTo>
                      <a:cubicBezTo>
                        <a:pt x="237" y="849"/>
                        <a:pt x="244" y="836"/>
                        <a:pt x="139" y="915"/>
                      </a:cubicBezTo>
                      <a:cubicBezTo>
                        <a:pt x="33" y="988"/>
                        <a:pt x="1" y="1047"/>
                        <a:pt x="7" y="1086"/>
                      </a:cubicBezTo>
                      <a:cubicBezTo>
                        <a:pt x="14" y="1086"/>
                        <a:pt x="27" y="1086"/>
                        <a:pt x="47" y="1080"/>
                      </a:cubicBezTo>
                      <a:cubicBezTo>
                        <a:pt x="53" y="1077"/>
                        <a:pt x="59" y="1077"/>
                        <a:pt x="64" y="1077"/>
                      </a:cubicBezTo>
                      <a:cubicBezTo>
                        <a:pt x="90" y="1077"/>
                        <a:pt x="99" y="1099"/>
                        <a:pt x="99" y="1099"/>
                      </a:cubicBezTo>
                      <a:cubicBezTo>
                        <a:pt x="99" y="1099"/>
                        <a:pt x="205" y="1198"/>
                        <a:pt x="211" y="1205"/>
                      </a:cubicBezTo>
                      <a:cubicBezTo>
                        <a:pt x="218" y="1218"/>
                        <a:pt x="323" y="1238"/>
                        <a:pt x="336" y="1238"/>
                      </a:cubicBezTo>
                      <a:cubicBezTo>
                        <a:pt x="356" y="1238"/>
                        <a:pt x="415" y="1211"/>
                        <a:pt x="488" y="1165"/>
                      </a:cubicBezTo>
                      <a:cubicBezTo>
                        <a:pt x="553" y="1119"/>
                        <a:pt x="520" y="1132"/>
                        <a:pt x="547" y="1086"/>
                      </a:cubicBezTo>
                      <a:cubicBezTo>
                        <a:pt x="580" y="1040"/>
                        <a:pt x="593" y="1020"/>
                        <a:pt x="626" y="1001"/>
                      </a:cubicBezTo>
                      <a:cubicBezTo>
                        <a:pt x="659" y="988"/>
                        <a:pt x="718" y="988"/>
                        <a:pt x="751" y="968"/>
                      </a:cubicBezTo>
                      <a:cubicBezTo>
                        <a:pt x="784" y="948"/>
                        <a:pt x="810" y="948"/>
                        <a:pt x="836" y="909"/>
                      </a:cubicBezTo>
                      <a:cubicBezTo>
                        <a:pt x="863" y="876"/>
                        <a:pt x="935" y="869"/>
                        <a:pt x="1021" y="843"/>
                      </a:cubicBezTo>
                      <a:cubicBezTo>
                        <a:pt x="1029" y="840"/>
                        <a:pt x="1036" y="839"/>
                        <a:pt x="1042" y="839"/>
                      </a:cubicBezTo>
                      <a:cubicBezTo>
                        <a:pt x="1087" y="839"/>
                        <a:pt x="1040" y="923"/>
                        <a:pt x="1040" y="935"/>
                      </a:cubicBezTo>
                      <a:cubicBezTo>
                        <a:pt x="1040" y="941"/>
                        <a:pt x="1021" y="1007"/>
                        <a:pt x="1021" y="1034"/>
                      </a:cubicBezTo>
                      <a:cubicBezTo>
                        <a:pt x="1021" y="1053"/>
                        <a:pt x="942" y="1047"/>
                        <a:pt x="915" y="1060"/>
                      </a:cubicBezTo>
                      <a:cubicBezTo>
                        <a:pt x="882" y="1067"/>
                        <a:pt x="902" y="1099"/>
                        <a:pt x="869" y="1152"/>
                      </a:cubicBezTo>
                      <a:cubicBezTo>
                        <a:pt x="830" y="1198"/>
                        <a:pt x="836" y="1192"/>
                        <a:pt x="836" y="1211"/>
                      </a:cubicBezTo>
                      <a:cubicBezTo>
                        <a:pt x="836" y="1231"/>
                        <a:pt x="843" y="1310"/>
                        <a:pt x="856" y="1317"/>
                      </a:cubicBezTo>
                      <a:cubicBezTo>
                        <a:pt x="869" y="1323"/>
                        <a:pt x="896" y="1409"/>
                        <a:pt x="915" y="1422"/>
                      </a:cubicBezTo>
                      <a:cubicBezTo>
                        <a:pt x="922" y="1426"/>
                        <a:pt x="929" y="1428"/>
                        <a:pt x="936" y="1428"/>
                      </a:cubicBezTo>
                      <a:cubicBezTo>
                        <a:pt x="950" y="1428"/>
                        <a:pt x="961" y="1422"/>
                        <a:pt x="961" y="1422"/>
                      </a:cubicBezTo>
                      <a:cubicBezTo>
                        <a:pt x="961" y="1422"/>
                        <a:pt x="1054" y="1389"/>
                        <a:pt x="1067" y="1389"/>
                      </a:cubicBezTo>
                      <a:cubicBezTo>
                        <a:pt x="1079" y="1389"/>
                        <a:pt x="1132" y="1436"/>
                        <a:pt x="1160" y="1436"/>
                      </a:cubicBezTo>
                      <a:cubicBezTo>
                        <a:pt x="1162" y="1436"/>
                        <a:pt x="1164" y="1435"/>
                        <a:pt x="1165" y="1435"/>
                      </a:cubicBezTo>
                      <a:cubicBezTo>
                        <a:pt x="1192" y="1435"/>
                        <a:pt x="1205" y="1402"/>
                        <a:pt x="1238" y="1376"/>
                      </a:cubicBezTo>
                      <a:cubicBezTo>
                        <a:pt x="1245" y="1372"/>
                        <a:pt x="1252" y="1370"/>
                        <a:pt x="1258" y="1370"/>
                      </a:cubicBezTo>
                      <a:cubicBezTo>
                        <a:pt x="1283" y="1370"/>
                        <a:pt x="1296" y="1398"/>
                        <a:pt x="1317" y="1409"/>
                      </a:cubicBezTo>
                      <a:cubicBezTo>
                        <a:pt x="1343" y="1422"/>
                        <a:pt x="1330" y="1501"/>
                        <a:pt x="1337" y="1534"/>
                      </a:cubicBezTo>
                      <a:cubicBezTo>
                        <a:pt x="1343" y="1560"/>
                        <a:pt x="1389" y="1580"/>
                        <a:pt x="1409" y="1580"/>
                      </a:cubicBezTo>
                      <a:cubicBezTo>
                        <a:pt x="1429" y="1580"/>
                        <a:pt x="1462" y="1534"/>
                        <a:pt x="1475" y="1514"/>
                      </a:cubicBezTo>
                      <a:cubicBezTo>
                        <a:pt x="1488" y="1494"/>
                        <a:pt x="1521" y="1488"/>
                        <a:pt x="1534" y="1468"/>
                      </a:cubicBezTo>
                      <a:cubicBezTo>
                        <a:pt x="1547" y="1448"/>
                        <a:pt x="1534" y="1428"/>
                        <a:pt x="1527" y="1422"/>
                      </a:cubicBezTo>
                      <a:cubicBezTo>
                        <a:pt x="1514" y="1415"/>
                        <a:pt x="1494" y="1356"/>
                        <a:pt x="1501" y="1336"/>
                      </a:cubicBezTo>
                      <a:cubicBezTo>
                        <a:pt x="1501" y="1317"/>
                        <a:pt x="1527" y="1310"/>
                        <a:pt x="1541" y="1290"/>
                      </a:cubicBezTo>
                      <a:cubicBezTo>
                        <a:pt x="1547" y="1271"/>
                        <a:pt x="1541" y="1257"/>
                        <a:pt x="1514" y="1218"/>
                      </a:cubicBezTo>
                      <a:cubicBezTo>
                        <a:pt x="1501" y="1205"/>
                        <a:pt x="1501" y="1198"/>
                        <a:pt x="1501" y="1198"/>
                      </a:cubicBezTo>
                      <a:cubicBezTo>
                        <a:pt x="1501" y="1198"/>
                        <a:pt x="1501" y="1200"/>
                        <a:pt x="1499" y="1200"/>
                      </a:cubicBezTo>
                      <a:cubicBezTo>
                        <a:pt x="1498" y="1200"/>
                        <a:pt x="1494" y="1198"/>
                        <a:pt x="1488" y="1192"/>
                      </a:cubicBezTo>
                      <a:cubicBezTo>
                        <a:pt x="1462" y="1165"/>
                        <a:pt x="1481" y="1145"/>
                        <a:pt x="1488" y="1106"/>
                      </a:cubicBezTo>
                      <a:cubicBezTo>
                        <a:pt x="1494" y="1060"/>
                        <a:pt x="1541" y="1067"/>
                        <a:pt x="1567" y="1060"/>
                      </a:cubicBezTo>
                      <a:cubicBezTo>
                        <a:pt x="1568" y="1060"/>
                        <a:pt x="1570" y="1059"/>
                        <a:pt x="1572" y="1059"/>
                      </a:cubicBezTo>
                      <a:cubicBezTo>
                        <a:pt x="1598" y="1059"/>
                        <a:pt x="1634" y="1107"/>
                        <a:pt x="1652" y="1126"/>
                      </a:cubicBezTo>
                      <a:cubicBezTo>
                        <a:pt x="1679" y="1145"/>
                        <a:pt x="1699" y="1159"/>
                        <a:pt x="1699" y="1159"/>
                      </a:cubicBezTo>
                      <a:cubicBezTo>
                        <a:pt x="1699" y="1159"/>
                        <a:pt x="1722" y="1156"/>
                        <a:pt x="1749" y="1156"/>
                      </a:cubicBezTo>
                      <a:cubicBezTo>
                        <a:pt x="1763" y="1156"/>
                        <a:pt x="1777" y="1156"/>
                        <a:pt x="1791" y="1159"/>
                      </a:cubicBezTo>
                      <a:cubicBezTo>
                        <a:pt x="1804" y="1161"/>
                        <a:pt x="1813" y="1162"/>
                        <a:pt x="1820" y="1162"/>
                      </a:cubicBezTo>
                      <a:cubicBezTo>
                        <a:pt x="1834" y="1162"/>
                        <a:pt x="1837" y="1159"/>
                        <a:pt x="1837" y="1159"/>
                      </a:cubicBezTo>
                      <a:cubicBezTo>
                        <a:pt x="1837" y="1159"/>
                        <a:pt x="1929" y="1205"/>
                        <a:pt x="1942" y="1205"/>
                      </a:cubicBezTo>
                      <a:cubicBezTo>
                        <a:pt x="1955" y="1205"/>
                        <a:pt x="2100" y="1205"/>
                        <a:pt x="2107" y="1192"/>
                      </a:cubicBezTo>
                      <a:cubicBezTo>
                        <a:pt x="2110" y="1188"/>
                        <a:pt x="2117" y="1187"/>
                        <a:pt x="2126" y="1187"/>
                      </a:cubicBezTo>
                      <a:cubicBezTo>
                        <a:pt x="2146" y="1187"/>
                        <a:pt x="2174" y="1193"/>
                        <a:pt x="2190" y="1193"/>
                      </a:cubicBezTo>
                      <a:cubicBezTo>
                        <a:pt x="2194" y="1193"/>
                        <a:pt x="2197" y="1193"/>
                        <a:pt x="2199" y="1192"/>
                      </a:cubicBezTo>
                      <a:cubicBezTo>
                        <a:pt x="2199" y="1191"/>
                        <a:pt x="2199" y="1191"/>
                        <a:pt x="2200" y="1191"/>
                      </a:cubicBezTo>
                      <a:cubicBezTo>
                        <a:pt x="2212" y="1191"/>
                        <a:pt x="2304" y="1271"/>
                        <a:pt x="2304" y="1271"/>
                      </a:cubicBezTo>
                      <a:cubicBezTo>
                        <a:pt x="2304" y="1271"/>
                        <a:pt x="2383" y="1264"/>
                        <a:pt x="2462" y="1257"/>
                      </a:cubicBezTo>
                      <a:cubicBezTo>
                        <a:pt x="2501" y="1257"/>
                        <a:pt x="2561" y="1244"/>
                        <a:pt x="2600" y="1224"/>
                      </a:cubicBezTo>
                      <a:cubicBezTo>
                        <a:pt x="2561" y="1067"/>
                        <a:pt x="2508" y="902"/>
                        <a:pt x="2488" y="836"/>
                      </a:cubicBezTo>
                      <a:cubicBezTo>
                        <a:pt x="2449" y="724"/>
                        <a:pt x="2376" y="448"/>
                        <a:pt x="2343" y="395"/>
                      </a:cubicBezTo>
                      <a:cubicBezTo>
                        <a:pt x="2304" y="336"/>
                        <a:pt x="2179" y="158"/>
                        <a:pt x="2120" y="152"/>
                      </a:cubicBezTo>
                      <a:cubicBezTo>
                        <a:pt x="2077" y="142"/>
                        <a:pt x="1977" y="122"/>
                        <a:pt x="1884" y="122"/>
                      </a:cubicBezTo>
                      <a:cubicBezTo>
                        <a:pt x="1849" y="122"/>
                        <a:pt x="1814" y="125"/>
                        <a:pt x="1784" y="132"/>
                      </a:cubicBezTo>
                      <a:cubicBezTo>
                        <a:pt x="1705" y="146"/>
                        <a:pt x="1669" y="160"/>
                        <a:pt x="1610" y="160"/>
                      </a:cubicBezTo>
                      <a:cubicBezTo>
                        <a:pt x="1586" y="160"/>
                        <a:pt x="1557" y="157"/>
                        <a:pt x="1521" y="152"/>
                      </a:cubicBezTo>
                      <a:cubicBezTo>
                        <a:pt x="1389" y="139"/>
                        <a:pt x="1310" y="152"/>
                        <a:pt x="1271" y="112"/>
                      </a:cubicBezTo>
                      <a:cubicBezTo>
                        <a:pt x="1225" y="66"/>
                        <a:pt x="1133" y="60"/>
                        <a:pt x="1093" y="40"/>
                      </a:cubicBezTo>
                      <a:cubicBezTo>
                        <a:pt x="1073" y="33"/>
                        <a:pt x="1047" y="20"/>
                        <a:pt x="1021" y="0"/>
                      </a:cubicBezTo>
                      <a:close/>
                    </a:path>
                  </a:pathLst>
                </a:custGeom>
                <a:solidFill>
                  <a:srgbClr val="C93737"/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1583;p19">
                  <a:extLst>
                    <a:ext uri="{FF2B5EF4-FFF2-40B4-BE49-F238E27FC236}">
                      <a16:creationId xmlns:a16="http://schemas.microsoft.com/office/drawing/2014/main" id="{59BAC751-233A-735A-DBCB-F8C5412E3D26}"/>
                    </a:ext>
                  </a:extLst>
                </p:cNvPr>
                <p:cNvSpPr/>
                <p:nvPr/>
              </p:nvSpPr>
              <p:spPr>
                <a:xfrm>
                  <a:off x="8330515" y="2479536"/>
                  <a:ext cx="146688" cy="163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" h="1501" extrusionOk="0">
                      <a:moveTo>
                        <a:pt x="132" y="0"/>
                      </a:moveTo>
                      <a:lnTo>
                        <a:pt x="132" y="0"/>
                      </a:lnTo>
                      <a:cubicBezTo>
                        <a:pt x="139" y="40"/>
                        <a:pt x="158" y="106"/>
                        <a:pt x="158" y="145"/>
                      </a:cubicBezTo>
                      <a:cubicBezTo>
                        <a:pt x="158" y="185"/>
                        <a:pt x="178" y="270"/>
                        <a:pt x="211" y="290"/>
                      </a:cubicBezTo>
                      <a:cubicBezTo>
                        <a:pt x="224" y="303"/>
                        <a:pt x="264" y="343"/>
                        <a:pt x="290" y="382"/>
                      </a:cubicBezTo>
                      <a:cubicBezTo>
                        <a:pt x="310" y="408"/>
                        <a:pt x="323" y="428"/>
                        <a:pt x="336" y="435"/>
                      </a:cubicBezTo>
                      <a:cubicBezTo>
                        <a:pt x="356" y="461"/>
                        <a:pt x="369" y="487"/>
                        <a:pt x="369" y="514"/>
                      </a:cubicBezTo>
                      <a:cubicBezTo>
                        <a:pt x="369" y="540"/>
                        <a:pt x="316" y="639"/>
                        <a:pt x="316" y="639"/>
                      </a:cubicBezTo>
                      <a:cubicBezTo>
                        <a:pt x="316" y="639"/>
                        <a:pt x="315" y="638"/>
                        <a:pt x="313" y="638"/>
                      </a:cubicBezTo>
                      <a:cubicBezTo>
                        <a:pt x="309" y="638"/>
                        <a:pt x="302" y="645"/>
                        <a:pt x="316" y="698"/>
                      </a:cubicBezTo>
                      <a:cubicBezTo>
                        <a:pt x="336" y="770"/>
                        <a:pt x="349" y="784"/>
                        <a:pt x="349" y="823"/>
                      </a:cubicBezTo>
                      <a:cubicBezTo>
                        <a:pt x="343" y="858"/>
                        <a:pt x="274" y="883"/>
                        <a:pt x="250" y="883"/>
                      </a:cubicBezTo>
                      <a:cubicBezTo>
                        <a:pt x="247" y="883"/>
                        <a:pt x="245" y="883"/>
                        <a:pt x="244" y="882"/>
                      </a:cubicBezTo>
                      <a:cubicBezTo>
                        <a:pt x="231" y="882"/>
                        <a:pt x="172" y="843"/>
                        <a:pt x="172" y="843"/>
                      </a:cubicBezTo>
                      <a:cubicBezTo>
                        <a:pt x="172" y="843"/>
                        <a:pt x="174" y="837"/>
                        <a:pt x="161" y="837"/>
                      </a:cubicBezTo>
                      <a:cubicBezTo>
                        <a:pt x="154" y="837"/>
                        <a:pt x="143" y="838"/>
                        <a:pt x="125" y="843"/>
                      </a:cubicBezTo>
                      <a:cubicBezTo>
                        <a:pt x="112" y="848"/>
                        <a:pt x="98" y="849"/>
                        <a:pt x="84" y="849"/>
                      </a:cubicBezTo>
                      <a:cubicBezTo>
                        <a:pt x="70" y="849"/>
                        <a:pt x="56" y="848"/>
                        <a:pt x="43" y="848"/>
                      </a:cubicBezTo>
                      <a:cubicBezTo>
                        <a:pt x="19" y="848"/>
                        <a:pt x="0" y="853"/>
                        <a:pt x="0" y="882"/>
                      </a:cubicBezTo>
                      <a:cubicBezTo>
                        <a:pt x="0" y="948"/>
                        <a:pt x="27" y="1001"/>
                        <a:pt x="47" y="1047"/>
                      </a:cubicBezTo>
                      <a:cubicBezTo>
                        <a:pt x="73" y="1093"/>
                        <a:pt x="86" y="1093"/>
                        <a:pt x="112" y="1139"/>
                      </a:cubicBezTo>
                      <a:cubicBezTo>
                        <a:pt x="132" y="1192"/>
                        <a:pt x="139" y="1218"/>
                        <a:pt x="152" y="1264"/>
                      </a:cubicBezTo>
                      <a:cubicBezTo>
                        <a:pt x="165" y="1310"/>
                        <a:pt x="145" y="1277"/>
                        <a:pt x="191" y="1356"/>
                      </a:cubicBezTo>
                      <a:cubicBezTo>
                        <a:pt x="237" y="1435"/>
                        <a:pt x="316" y="1488"/>
                        <a:pt x="316" y="1488"/>
                      </a:cubicBezTo>
                      <a:cubicBezTo>
                        <a:pt x="316" y="1488"/>
                        <a:pt x="387" y="1479"/>
                        <a:pt x="437" y="1479"/>
                      </a:cubicBezTo>
                      <a:cubicBezTo>
                        <a:pt x="463" y="1479"/>
                        <a:pt x="483" y="1481"/>
                        <a:pt x="487" y="1488"/>
                      </a:cubicBezTo>
                      <a:cubicBezTo>
                        <a:pt x="492" y="1491"/>
                        <a:pt x="498" y="1492"/>
                        <a:pt x="505" y="1492"/>
                      </a:cubicBezTo>
                      <a:cubicBezTo>
                        <a:pt x="526" y="1492"/>
                        <a:pt x="557" y="1484"/>
                        <a:pt x="585" y="1484"/>
                      </a:cubicBezTo>
                      <a:cubicBezTo>
                        <a:pt x="595" y="1484"/>
                        <a:pt x="604" y="1485"/>
                        <a:pt x="613" y="1488"/>
                      </a:cubicBezTo>
                      <a:cubicBezTo>
                        <a:pt x="619" y="1488"/>
                        <a:pt x="652" y="1494"/>
                        <a:pt x="685" y="1501"/>
                      </a:cubicBezTo>
                      <a:cubicBezTo>
                        <a:pt x="698" y="1481"/>
                        <a:pt x="705" y="1461"/>
                        <a:pt x="718" y="1448"/>
                      </a:cubicBezTo>
                      <a:cubicBezTo>
                        <a:pt x="718" y="1435"/>
                        <a:pt x="724" y="1429"/>
                        <a:pt x="731" y="1415"/>
                      </a:cubicBezTo>
                      <a:cubicBezTo>
                        <a:pt x="744" y="1402"/>
                        <a:pt x="751" y="1382"/>
                        <a:pt x="764" y="1363"/>
                      </a:cubicBezTo>
                      <a:cubicBezTo>
                        <a:pt x="784" y="1323"/>
                        <a:pt x="803" y="1284"/>
                        <a:pt x="817" y="1257"/>
                      </a:cubicBezTo>
                      <a:cubicBezTo>
                        <a:pt x="823" y="1251"/>
                        <a:pt x="823" y="1244"/>
                        <a:pt x="823" y="1244"/>
                      </a:cubicBezTo>
                      <a:cubicBezTo>
                        <a:pt x="823" y="1238"/>
                        <a:pt x="830" y="1238"/>
                        <a:pt x="830" y="1238"/>
                      </a:cubicBezTo>
                      <a:cubicBezTo>
                        <a:pt x="830" y="1231"/>
                        <a:pt x="836" y="1225"/>
                        <a:pt x="836" y="1218"/>
                      </a:cubicBezTo>
                      <a:cubicBezTo>
                        <a:pt x="843" y="1205"/>
                        <a:pt x="849" y="1192"/>
                        <a:pt x="856" y="1185"/>
                      </a:cubicBezTo>
                      <a:cubicBezTo>
                        <a:pt x="869" y="1152"/>
                        <a:pt x="915" y="1073"/>
                        <a:pt x="955" y="1020"/>
                      </a:cubicBezTo>
                      <a:cubicBezTo>
                        <a:pt x="974" y="988"/>
                        <a:pt x="994" y="968"/>
                        <a:pt x="1001" y="961"/>
                      </a:cubicBezTo>
                      <a:cubicBezTo>
                        <a:pt x="1014" y="948"/>
                        <a:pt x="1047" y="922"/>
                        <a:pt x="1080" y="895"/>
                      </a:cubicBezTo>
                      <a:cubicBezTo>
                        <a:pt x="1126" y="849"/>
                        <a:pt x="1179" y="803"/>
                        <a:pt x="1205" y="797"/>
                      </a:cubicBezTo>
                      <a:cubicBezTo>
                        <a:pt x="1212" y="793"/>
                        <a:pt x="1218" y="792"/>
                        <a:pt x="1223" y="792"/>
                      </a:cubicBezTo>
                      <a:cubicBezTo>
                        <a:pt x="1236" y="792"/>
                        <a:pt x="1246" y="798"/>
                        <a:pt x="1260" y="798"/>
                      </a:cubicBezTo>
                      <a:cubicBezTo>
                        <a:pt x="1263" y="798"/>
                        <a:pt x="1267" y="798"/>
                        <a:pt x="1271" y="797"/>
                      </a:cubicBezTo>
                      <a:lnTo>
                        <a:pt x="1290" y="797"/>
                      </a:lnTo>
                      <a:cubicBezTo>
                        <a:pt x="1297" y="790"/>
                        <a:pt x="1304" y="790"/>
                        <a:pt x="1310" y="784"/>
                      </a:cubicBezTo>
                      <a:cubicBezTo>
                        <a:pt x="1310" y="777"/>
                        <a:pt x="1317" y="777"/>
                        <a:pt x="1323" y="770"/>
                      </a:cubicBezTo>
                      <a:cubicBezTo>
                        <a:pt x="1330" y="764"/>
                        <a:pt x="1336" y="757"/>
                        <a:pt x="1343" y="751"/>
                      </a:cubicBezTo>
                      <a:cubicBezTo>
                        <a:pt x="1304" y="711"/>
                        <a:pt x="1264" y="672"/>
                        <a:pt x="1257" y="652"/>
                      </a:cubicBezTo>
                      <a:cubicBezTo>
                        <a:pt x="1238" y="626"/>
                        <a:pt x="1159" y="553"/>
                        <a:pt x="1146" y="533"/>
                      </a:cubicBezTo>
                      <a:cubicBezTo>
                        <a:pt x="1132" y="507"/>
                        <a:pt x="981" y="422"/>
                        <a:pt x="948" y="395"/>
                      </a:cubicBezTo>
                      <a:cubicBezTo>
                        <a:pt x="915" y="376"/>
                        <a:pt x="744" y="303"/>
                        <a:pt x="678" y="244"/>
                      </a:cubicBezTo>
                      <a:cubicBezTo>
                        <a:pt x="665" y="224"/>
                        <a:pt x="639" y="211"/>
                        <a:pt x="613" y="198"/>
                      </a:cubicBezTo>
                      <a:cubicBezTo>
                        <a:pt x="599" y="191"/>
                        <a:pt x="593" y="185"/>
                        <a:pt x="580" y="178"/>
                      </a:cubicBezTo>
                      <a:cubicBezTo>
                        <a:pt x="560" y="171"/>
                        <a:pt x="540" y="165"/>
                        <a:pt x="520" y="152"/>
                      </a:cubicBezTo>
                      <a:cubicBezTo>
                        <a:pt x="494" y="145"/>
                        <a:pt x="468" y="132"/>
                        <a:pt x="441" y="119"/>
                      </a:cubicBezTo>
                      <a:cubicBezTo>
                        <a:pt x="428" y="112"/>
                        <a:pt x="415" y="106"/>
                        <a:pt x="402" y="99"/>
                      </a:cubicBezTo>
                      <a:cubicBezTo>
                        <a:pt x="402" y="93"/>
                        <a:pt x="402" y="93"/>
                        <a:pt x="395" y="93"/>
                      </a:cubicBezTo>
                      <a:cubicBezTo>
                        <a:pt x="382" y="86"/>
                        <a:pt x="369" y="79"/>
                        <a:pt x="362" y="66"/>
                      </a:cubicBezTo>
                      <a:cubicBezTo>
                        <a:pt x="303" y="27"/>
                        <a:pt x="204" y="7"/>
                        <a:pt x="132" y="0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" name="Google Shape;1584;p19">
                  <a:extLst>
                    <a:ext uri="{FF2B5EF4-FFF2-40B4-BE49-F238E27FC236}">
                      <a16:creationId xmlns:a16="http://schemas.microsoft.com/office/drawing/2014/main" id="{FAF167CD-242B-C0B6-3646-5310286A4891}"/>
                    </a:ext>
                  </a:extLst>
                </p:cNvPr>
                <p:cNvSpPr/>
                <p:nvPr/>
              </p:nvSpPr>
              <p:spPr>
                <a:xfrm>
                  <a:off x="8052531" y="3157637"/>
                  <a:ext cx="176047" cy="2694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" h="2469" extrusionOk="0">
                      <a:moveTo>
                        <a:pt x="915" y="0"/>
                      </a:moveTo>
                      <a:cubicBezTo>
                        <a:pt x="915" y="0"/>
                        <a:pt x="817" y="99"/>
                        <a:pt x="810" y="125"/>
                      </a:cubicBezTo>
                      <a:cubicBezTo>
                        <a:pt x="805" y="147"/>
                        <a:pt x="822" y="160"/>
                        <a:pt x="794" y="160"/>
                      </a:cubicBezTo>
                      <a:cubicBezTo>
                        <a:pt x="788" y="160"/>
                        <a:pt x="781" y="159"/>
                        <a:pt x="770" y="158"/>
                      </a:cubicBezTo>
                      <a:cubicBezTo>
                        <a:pt x="744" y="155"/>
                        <a:pt x="729" y="152"/>
                        <a:pt x="715" y="152"/>
                      </a:cubicBezTo>
                      <a:cubicBezTo>
                        <a:pt x="701" y="152"/>
                        <a:pt x="688" y="155"/>
                        <a:pt x="665" y="165"/>
                      </a:cubicBezTo>
                      <a:cubicBezTo>
                        <a:pt x="613" y="178"/>
                        <a:pt x="507" y="198"/>
                        <a:pt x="507" y="250"/>
                      </a:cubicBezTo>
                      <a:cubicBezTo>
                        <a:pt x="507" y="309"/>
                        <a:pt x="507" y="395"/>
                        <a:pt x="540" y="415"/>
                      </a:cubicBezTo>
                      <a:cubicBezTo>
                        <a:pt x="580" y="435"/>
                        <a:pt x="606" y="474"/>
                        <a:pt x="613" y="514"/>
                      </a:cubicBezTo>
                      <a:cubicBezTo>
                        <a:pt x="619" y="560"/>
                        <a:pt x="665" y="579"/>
                        <a:pt x="619" y="639"/>
                      </a:cubicBezTo>
                      <a:cubicBezTo>
                        <a:pt x="573" y="691"/>
                        <a:pt x="408" y="671"/>
                        <a:pt x="461" y="704"/>
                      </a:cubicBezTo>
                      <a:cubicBezTo>
                        <a:pt x="514" y="737"/>
                        <a:pt x="652" y="810"/>
                        <a:pt x="659" y="856"/>
                      </a:cubicBezTo>
                      <a:cubicBezTo>
                        <a:pt x="665" y="908"/>
                        <a:pt x="738" y="941"/>
                        <a:pt x="665" y="1060"/>
                      </a:cubicBezTo>
                      <a:cubicBezTo>
                        <a:pt x="593" y="1172"/>
                        <a:pt x="527" y="1277"/>
                        <a:pt x="501" y="1323"/>
                      </a:cubicBezTo>
                      <a:cubicBezTo>
                        <a:pt x="468" y="1376"/>
                        <a:pt x="474" y="1494"/>
                        <a:pt x="448" y="1514"/>
                      </a:cubicBezTo>
                      <a:cubicBezTo>
                        <a:pt x="428" y="1534"/>
                        <a:pt x="349" y="1599"/>
                        <a:pt x="310" y="1645"/>
                      </a:cubicBezTo>
                      <a:cubicBezTo>
                        <a:pt x="264" y="1698"/>
                        <a:pt x="237" y="1672"/>
                        <a:pt x="165" y="1705"/>
                      </a:cubicBezTo>
                      <a:cubicBezTo>
                        <a:pt x="93" y="1731"/>
                        <a:pt x="0" y="1744"/>
                        <a:pt x="0" y="1790"/>
                      </a:cubicBezTo>
                      <a:cubicBezTo>
                        <a:pt x="0" y="1830"/>
                        <a:pt x="27" y="1968"/>
                        <a:pt x="40" y="2001"/>
                      </a:cubicBezTo>
                      <a:cubicBezTo>
                        <a:pt x="40" y="2007"/>
                        <a:pt x="40" y="2007"/>
                        <a:pt x="40" y="2007"/>
                      </a:cubicBezTo>
                      <a:cubicBezTo>
                        <a:pt x="53" y="2047"/>
                        <a:pt x="33" y="2113"/>
                        <a:pt x="53" y="2146"/>
                      </a:cubicBezTo>
                      <a:cubicBezTo>
                        <a:pt x="73" y="2172"/>
                        <a:pt x="106" y="2211"/>
                        <a:pt x="106" y="2284"/>
                      </a:cubicBezTo>
                      <a:cubicBezTo>
                        <a:pt x="106" y="2356"/>
                        <a:pt x="99" y="2363"/>
                        <a:pt x="158" y="2389"/>
                      </a:cubicBezTo>
                      <a:cubicBezTo>
                        <a:pt x="198" y="2409"/>
                        <a:pt x="336" y="2416"/>
                        <a:pt x="395" y="2422"/>
                      </a:cubicBezTo>
                      <a:lnTo>
                        <a:pt x="422" y="2422"/>
                      </a:lnTo>
                      <a:lnTo>
                        <a:pt x="586" y="2468"/>
                      </a:lnTo>
                      <a:lnTo>
                        <a:pt x="659" y="2468"/>
                      </a:lnTo>
                      <a:cubicBezTo>
                        <a:pt x="705" y="2350"/>
                        <a:pt x="803" y="2264"/>
                        <a:pt x="803" y="2264"/>
                      </a:cubicBezTo>
                      <a:cubicBezTo>
                        <a:pt x="803" y="2264"/>
                        <a:pt x="810" y="2238"/>
                        <a:pt x="823" y="2198"/>
                      </a:cubicBezTo>
                      <a:cubicBezTo>
                        <a:pt x="830" y="2172"/>
                        <a:pt x="836" y="2146"/>
                        <a:pt x="856" y="2119"/>
                      </a:cubicBezTo>
                      <a:cubicBezTo>
                        <a:pt x="889" y="2067"/>
                        <a:pt x="948" y="2060"/>
                        <a:pt x="1001" y="1975"/>
                      </a:cubicBezTo>
                      <a:cubicBezTo>
                        <a:pt x="1053" y="1896"/>
                        <a:pt x="1126" y="1718"/>
                        <a:pt x="1179" y="1632"/>
                      </a:cubicBezTo>
                      <a:cubicBezTo>
                        <a:pt x="1231" y="1547"/>
                        <a:pt x="1277" y="1435"/>
                        <a:pt x="1317" y="1395"/>
                      </a:cubicBezTo>
                      <a:cubicBezTo>
                        <a:pt x="1356" y="1349"/>
                        <a:pt x="1547" y="1257"/>
                        <a:pt x="1560" y="1224"/>
                      </a:cubicBezTo>
                      <a:cubicBezTo>
                        <a:pt x="1567" y="1198"/>
                        <a:pt x="1593" y="1007"/>
                        <a:pt x="1593" y="1007"/>
                      </a:cubicBezTo>
                      <a:cubicBezTo>
                        <a:pt x="1593" y="1007"/>
                        <a:pt x="1600" y="691"/>
                        <a:pt x="1593" y="625"/>
                      </a:cubicBezTo>
                      <a:cubicBezTo>
                        <a:pt x="1587" y="553"/>
                        <a:pt x="1560" y="441"/>
                        <a:pt x="1593" y="362"/>
                      </a:cubicBezTo>
                      <a:cubicBezTo>
                        <a:pt x="1600" y="349"/>
                        <a:pt x="1606" y="336"/>
                        <a:pt x="1613" y="323"/>
                      </a:cubicBezTo>
                      <a:lnTo>
                        <a:pt x="1573" y="303"/>
                      </a:lnTo>
                      <a:cubicBezTo>
                        <a:pt x="1573" y="303"/>
                        <a:pt x="1376" y="191"/>
                        <a:pt x="1350" y="152"/>
                      </a:cubicBezTo>
                      <a:cubicBezTo>
                        <a:pt x="1330" y="125"/>
                        <a:pt x="1225" y="79"/>
                        <a:pt x="1192" y="53"/>
                      </a:cubicBezTo>
                      <a:cubicBezTo>
                        <a:pt x="1179" y="46"/>
                        <a:pt x="1179" y="40"/>
                        <a:pt x="1172" y="33"/>
                      </a:cubicBez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750F32"/>
                    </a:solidFill>
                  </a:endParaRPr>
                </a:p>
              </p:txBody>
            </p:sp>
            <p:sp>
              <p:nvSpPr>
                <p:cNvPr id="63" name="Google Shape;1585;p19">
                  <a:extLst>
                    <a:ext uri="{FF2B5EF4-FFF2-40B4-BE49-F238E27FC236}">
                      <a16:creationId xmlns:a16="http://schemas.microsoft.com/office/drawing/2014/main" id="{82CD84BE-283C-6068-DDCB-4B1EF24035D1}"/>
                    </a:ext>
                  </a:extLst>
                </p:cNvPr>
                <p:cNvSpPr/>
                <p:nvPr/>
              </p:nvSpPr>
              <p:spPr>
                <a:xfrm>
                  <a:off x="7357188" y="2116747"/>
                  <a:ext cx="395205" cy="6803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1" h="6234" extrusionOk="0">
                      <a:moveTo>
                        <a:pt x="1758" y="1"/>
                      </a:moveTo>
                      <a:cubicBezTo>
                        <a:pt x="1699" y="67"/>
                        <a:pt x="1639" y="106"/>
                        <a:pt x="1613" y="139"/>
                      </a:cubicBezTo>
                      <a:cubicBezTo>
                        <a:pt x="1574" y="172"/>
                        <a:pt x="1422" y="231"/>
                        <a:pt x="1462" y="244"/>
                      </a:cubicBezTo>
                      <a:cubicBezTo>
                        <a:pt x="1508" y="257"/>
                        <a:pt x="1653" y="271"/>
                        <a:pt x="1679" y="277"/>
                      </a:cubicBezTo>
                      <a:cubicBezTo>
                        <a:pt x="1705" y="284"/>
                        <a:pt x="1797" y="383"/>
                        <a:pt x="1811" y="389"/>
                      </a:cubicBezTo>
                      <a:cubicBezTo>
                        <a:pt x="1830" y="402"/>
                        <a:pt x="1890" y="501"/>
                        <a:pt x="1876" y="540"/>
                      </a:cubicBezTo>
                      <a:cubicBezTo>
                        <a:pt x="1870" y="573"/>
                        <a:pt x="1811" y="633"/>
                        <a:pt x="1791" y="652"/>
                      </a:cubicBezTo>
                      <a:cubicBezTo>
                        <a:pt x="1764" y="679"/>
                        <a:pt x="1764" y="718"/>
                        <a:pt x="1764" y="764"/>
                      </a:cubicBezTo>
                      <a:cubicBezTo>
                        <a:pt x="1764" y="804"/>
                        <a:pt x="1778" y="837"/>
                        <a:pt x="1705" y="922"/>
                      </a:cubicBezTo>
                      <a:cubicBezTo>
                        <a:pt x="1639" y="1008"/>
                        <a:pt x="1501" y="1192"/>
                        <a:pt x="1455" y="1218"/>
                      </a:cubicBezTo>
                      <a:cubicBezTo>
                        <a:pt x="1416" y="1251"/>
                        <a:pt x="1310" y="1238"/>
                        <a:pt x="1271" y="1284"/>
                      </a:cubicBezTo>
                      <a:cubicBezTo>
                        <a:pt x="1225" y="1324"/>
                        <a:pt x="1152" y="1357"/>
                        <a:pt x="1133" y="1416"/>
                      </a:cubicBezTo>
                      <a:cubicBezTo>
                        <a:pt x="1106" y="1475"/>
                        <a:pt x="1073" y="1416"/>
                        <a:pt x="1060" y="1541"/>
                      </a:cubicBezTo>
                      <a:cubicBezTo>
                        <a:pt x="1047" y="1659"/>
                        <a:pt x="975" y="1751"/>
                        <a:pt x="968" y="1784"/>
                      </a:cubicBezTo>
                      <a:cubicBezTo>
                        <a:pt x="962" y="1811"/>
                        <a:pt x="988" y="1890"/>
                        <a:pt x="1008" y="1929"/>
                      </a:cubicBezTo>
                      <a:cubicBezTo>
                        <a:pt x="1027" y="1975"/>
                        <a:pt x="1139" y="2061"/>
                        <a:pt x="1152" y="2127"/>
                      </a:cubicBezTo>
                      <a:cubicBezTo>
                        <a:pt x="1166" y="2192"/>
                        <a:pt x="1120" y="2462"/>
                        <a:pt x="1054" y="2548"/>
                      </a:cubicBezTo>
                      <a:cubicBezTo>
                        <a:pt x="988" y="2633"/>
                        <a:pt x="915" y="2673"/>
                        <a:pt x="876" y="2732"/>
                      </a:cubicBezTo>
                      <a:cubicBezTo>
                        <a:pt x="843" y="2798"/>
                        <a:pt x="830" y="2857"/>
                        <a:pt x="777" y="2890"/>
                      </a:cubicBezTo>
                      <a:cubicBezTo>
                        <a:pt x="718" y="2916"/>
                        <a:pt x="652" y="2903"/>
                        <a:pt x="606" y="3022"/>
                      </a:cubicBezTo>
                      <a:cubicBezTo>
                        <a:pt x="554" y="3147"/>
                        <a:pt x="468" y="3298"/>
                        <a:pt x="455" y="3324"/>
                      </a:cubicBezTo>
                      <a:cubicBezTo>
                        <a:pt x="448" y="3351"/>
                        <a:pt x="382" y="3509"/>
                        <a:pt x="356" y="3568"/>
                      </a:cubicBezTo>
                      <a:cubicBezTo>
                        <a:pt x="356" y="3568"/>
                        <a:pt x="356" y="3568"/>
                        <a:pt x="356" y="3574"/>
                      </a:cubicBezTo>
                      <a:cubicBezTo>
                        <a:pt x="349" y="3574"/>
                        <a:pt x="349" y="3581"/>
                        <a:pt x="349" y="3581"/>
                      </a:cubicBezTo>
                      <a:cubicBezTo>
                        <a:pt x="349" y="3581"/>
                        <a:pt x="349" y="3588"/>
                        <a:pt x="349" y="3588"/>
                      </a:cubicBezTo>
                      <a:cubicBezTo>
                        <a:pt x="303" y="3706"/>
                        <a:pt x="185" y="4009"/>
                        <a:pt x="145" y="4160"/>
                      </a:cubicBezTo>
                      <a:cubicBezTo>
                        <a:pt x="99" y="4338"/>
                        <a:pt x="119" y="4456"/>
                        <a:pt x="93" y="4555"/>
                      </a:cubicBezTo>
                      <a:cubicBezTo>
                        <a:pt x="66" y="4654"/>
                        <a:pt x="1" y="4746"/>
                        <a:pt x="1" y="4779"/>
                      </a:cubicBezTo>
                      <a:cubicBezTo>
                        <a:pt x="1" y="4812"/>
                        <a:pt x="66" y="4904"/>
                        <a:pt x="66" y="4983"/>
                      </a:cubicBezTo>
                      <a:cubicBezTo>
                        <a:pt x="66" y="5009"/>
                        <a:pt x="73" y="5114"/>
                        <a:pt x="73" y="5226"/>
                      </a:cubicBezTo>
                      <a:cubicBezTo>
                        <a:pt x="80" y="5397"/>
                        <a:pt x="93" y="5595"/>
                        <a:pt x="93" y="5595"/>
                      </a:cubicBezTo>
                      <a:cubicBezTo>
                        <a:pt x="93" y="5595"/>
                        <a:pt x="73" y="5740"/>
                        <a:pt x="113" y="5746"/>
                      </a:cubicBezTo>
                      <a:cubicBezTo>
                        <a:pt x="145" y="5753"/>
                        <a:pt x="211" y="5786"/>
                        <a:pt x="211" y="5786"/>
                      </a:cubicBezTo>
                      <a:cubicBezTo>
                        <a:pt x="211" y="5786"/>
                        <a:pt x="251" y="5634"/>
                        <a:pt x="290" y="5562"/>
                      </a:cubicBezTo>
                      <a:cubicBezTo>
                        <a:pt x="332" y="5496"/>
                        <a:pt x="380" y="5408"/>
                        <a:pt x="393" y="5408"/>
                      </a:cubicBezTo>
                      <a:cubicBezTo>
                        <a:pt x="394" y="5408"/>
                        <a:pt x="395" y="5409"/>
                        <a:pt x="396" y="5411"/>
                      </a:cubicBezTo>
                      <a:cubicBezTo>
                        <a:pt x="402" y="5437"/>
                        <a:pt x="376" y="5529"/>
                        <a:pt x="369" y="5595"/>
                      </a:cubicBezTo>
                      <a:cubicBezTo>
                        <a:pt x="356" y="5661"/>
                        <a:pt x="290" y="5766"/>
                        <a:pt x="369" y="5812"/>
                      </a:cubicBezTo>
                      <a:cubicBezTo>
                        <a:pt x="442" y="5852"/>
                        <a:pt x="501" y="5871"/>
                        <a:pt x="527" y="5871"/>
                      </a:cubicBezTo>
                      <a:cubicBezTo>
                        <a:pt x="540" y="5871"/>
                        <a:pt x="589" y="5851"/>
                        <a:pt x="635" y="5851"/>
                      </a:cubicBezTo>
                      <a:cubicBezTo>
                        <a:pt x="658" y="5851"/>
                        <a:pt x="681" y="5856"/>
                        <a:pt x="698" y="5871"/>
                      </a:cubicBezTo>
                      <a:cubicBezTo>
                        <a:pt x="744" y="5917"/>
                        <a:pt x="856" y="6036"/>
                        <a:pt x="856" y="6036"/>
                      </a:cubicBezTo>
                      <a:lnTo>
                        <a:pt x="1001" y="6102"/>
                      </a:lnTo>
                      <a:cubicBezTo>
                        <a:pt x="1001" y="6102"/>
                        <a:pt x="1006" y="6103"/>
                        <a:pt x="1013" y="6103"/>
                      </a:cubicBezTo>
                      <a:cubicBezTo>
                        <a:pt x="1028" y="6103"/>
                        <a:pt x="1052" y="6097"/>
                        <a:pt x="1060" y="6062"/>
                      </a:cubicBezTo>
                      <a:cubicBezTo>
                        <a:pt x="1073" y="6003"/>
                        <a:pt x="1060" y="5911"/>
                        <a:pt x="1133" y="5865"/>
                      </a:cubicBezTo>
                      <a:cubicBezTo>
                        <a:pt x="1184" y="5837"/>
                        <a:pt x="1186" y="5789"/>
                        <a:pt x="1203" y="5789"/>
                      </a:cubicBezTo>
                      <a:cubicBezTo>
                        <a:pt x="1211" y="5789"/>
                        <a:pt x="1221" y="5797"/>
                        <a:pt x="1238" y="5819"/>
                      </a:cubicBezTo>
                      <a:cubicBezTo>
                        <a:pt x="1284" y="5875"/>
                        <a:pt x="1290" y="5915"/>
                        <a:pt x="1315" y="5915"/>
                      </a:cubicBezTo>
                      <a:cubicBezTo>
                        <a:pt x="1323" y="5915"/>
                        <a:pt x="1331" y="5912"/>
                        <a:pt x="1343" y="5904"/>
                      </a:cubicBezTo>
                      <a:cubicBezTo>
                        <a:pt x="1391" y="5869"/>
                        <a:pt x="1395" y="5817"/>
                        <a:pt x="1425" y="5817"/>
                      </a:cubicBezTo>
                      <a:cubicBezTo>
                        <a:pt x="1428" y="5817"/>
                        <a:pt x="1432" y="5817"/>
                        <a:pt x="1435" y="5819"/>
                      </a:cubicBezTo>
                      <a:cubicBezTo>
                        <a:pt x="1468" y="5832"/>
                        <a:pt x="1541" y="5898"/>
                        <a:pt x="1541" y="5931"/>
                      </a:cubicBezTo>
                      <a:cubicBezTo>
                        <a:pt x="1541" y="5970"/>
                        <a:pt x="1462" y="5990"/>
                        <a:pt x="1541" y="6056"/>
                      </a:cubicBezTo>
                      <a:cubicBezTo>
                        <a:pt x="1587" y="6098"/>
                        <a:pt x="1642" y="6110"/>
                        <a:pt x="1682" y="6110"/>
                      </a:cubicBezTo>
                      <a:cubicBezTo>
                        <a:pt x="1704" y="6110"/>
                        <a:pt x="1722" y="6106"/>
                        <a:pt x="1732" y="6102"/>
                      </a:cubicBezTo>
                      <a:cubicBezTo>
                        <a:pt x="1758" y="6095"/>
                        <a:pt x="1791" y="6075"/>
                        <a:pt x="1824" y="6075"/>
                      </a:cubicBezTo>
                      <a:cubicBezTo>
                        <a:pt x="1863" y="6075"/>
                        <a:pt x="2159" y="6181"/>
                        <a:pt x="2159" y="6181"/>
                      </a:cubicBezTo>
                      <a:cubicBezTo>
                        <a:pt x="2159" y="6181"/>
                        <a:pt x="2208" y="6234"/>
                        <a:pt x="2239" y="6234"/>
                      </a:cubicBezTo>
                      <a:cubicBezTo>
                        <a:pt x="2247" y="6234"/>
                        <a:pt x="2254" y="6230"/>
                        <a:pt x="2258" y="6220"/>
                      </a:cubicBezTo>
                      <a:cubicBezTo>
                        <a:pt x="2278" y="6174"/>
                        <a:pt x="2232" y="6154"/>
                        <a:pt x="2258" y="6128"/>
                      </a:cubicBezTo>
                      <a:cubicBezTo>
                        <a:pt x="2284" y="6095"/>
                        <a:pt x="2212" y="5996"/>
                        <a:pt x="2265" y="5996"/>
                      </a:cubicBezTo>
                      <a:cubicBezTo>
                        <a:pt x="2311" y="5996"/>
                        <a:pt x="2357" y="5996"/>
                        <a:pt x="2390" y="6023"/>
                      </a:cubicBezTo>
                      <a:cubicBezTo>
                        <a:pt x="2429" y="6056"/>
                        <a:pt x="2449" y="6075"/>
                        <a:pt x="2502" y="6075"/>
                      </a:cubicBezTo>
                      <a:cubicBezTo>
                        <a:pt x="2521" y="6075"/>
                        <a:pt x="2547" y="6077"/>
                        <a:pt x="2575" y="6077"/>
                      </a:cubicBezTo>
                      <a:cubicBezTo>
                        <a:pt x="2624" y="6077"/>
                        <a:pt x="2679" y="6072"/>
                        <a:pt x="2712" y="6042"/>
                      </a:cubicBezTo>
                      <a:cubicBezTo>
                        <a:pt x="2758" y="5990"/>
                        <a:pt x="2870" y="5904"/>
                        <a:pt x="2923" y="5891"/>
                      </a:cubicBezTo>
                      <a:cubicBezTo>
                        <a:pt x="2975" y="5878"/>
                        <a:pt x="3048" y="5871"/>
                        <a:pt x="3101" y="5871"/>
                      </a:cubicBezTo>
                      <a:cubicBezTo>
                        <a:pt x="3153" y="5871"/>
                        <a:pt x="3291" y="5898"/>
                        <a:pt x="3291" y="5898"/>
                      </a:cubicBezTo>
                      <a:cubicBezTo>
                        <a:pt x="3311" y="5871"/>
                        <a:pt x="3311" y="5865"/>
                        <a:pt x="3331" y="5852"/>
                      </a:cubicBezTo>
                      <a:cubicBezTo>
                        <a:pt x="3344" y="5832"/>
                        <a:pt x="3324" y="5779"/>
                        <a:pt x="3305" y="5773"/>
                      </a:cubicBezTo>
                      <a:cubicBezTo>
                        <a:pt x="3285" y="5766"/>
                        <a:pt x="3252" y="5740"/>
                        <a:pt x="3252" y="5707"/>
                      </a:cubicBezTo>
                      <a:cubicBezTo>
                        <a:pt x="3252" y="5674"/>
                        <a:pt x="3265" y="5615"/>
                        <a:pt x="3305" y="5575"/>
                      </a:cubicBezTo>
                      <a:cubicBezTo>
                        <a:pt x="3344" y="5529"/>
                        <a:pt x="3311" y="5509"/>
                        <a:pt x="3305" y="5490"/>
                      </a:cubicBezTo>
                      <a:cubicBezTo>
                        <a:pt x="3291" y="5470"/>
                        <a:pt x="3245" y="5463"/>
                        <a:pt x="3232" y="5450"/>
                      </a:cubicBezTo>
                      <a:cubicBezTo>
                        <a:pt x="3212" y="5437"/>
                        <a:pt x="3147" y="5220"/>
                        <a:pt x="3153" y="5200"/>
                      </a:cubicBezTo>
                      <a:cubicBezTo>
                        <a:pt x="3153" y="5193"/>
                        <a:pt x="3160" y="5187"/>
                        <a:pt x="3173" y="5187"/>
                      </a:cubicBezTo>
                      <a:cubicBezTo>
                        <a:pt x="3179" y="5187"/>
                        <a:pt x="3179" y="5180"/>
                        <a:pt x="3186" y="5180"/>
                      </a:cubicBezTo>
                      <a:lnTo>
                        <a:pt x="3199" y="5180"/>
                      </a:lnTo>
                      <a:cubicBezTo>
                        <a:pt x="3206" y="5180"/>
                        <a:pt x="3219" y="5174"/>
                        <a:pt x="3232" y="5174"/>
                      </a:cubicBezTo>
                      <a:cubicBezTo>
                        <a:pt x="3239" y="5174"/>
                        <a:pt x="3239" y="5174"/>
                        <a:pt x="3245" y="5167"/>
                      </a:cubicBezTo>
                      <a:cubicBezTo>
                        <a:pt x="3252" y="5167"/>
                        <a:pt x="3258" y="5161"/>
                        <a:pt x="3272" y="5161"/>
                      </a:cubicBezTo>
                      <a:cubicBezTo>
                        <a:pt x="3278" y="5154"/>
                        <a:pt x="3291" y="5147"/>
                        <a:pt x="3298" y="5134"/>
                      </a:cubicBezTo>
                      <a:cubicBezTo>
                        <a:pt x="3298" y="5128"/>
                        <a:pt x="3305" y="5128"/>
                        <a:pt x="3305" y="5121"/>
                      </a:cubicBezTo>
                      <a:cubicBezTo>
                        <a:pt x="3337" y="5055"/>
                        <a:pt x="3147" y="5016"/>
                        <a:pt x="3147" y="5016"/>
                      </a:cubicBezTo>
                      <a:cubicBezTo>
                        <a:pt x="3147" y="5016"/>
                        <a:pt x="3140" y="4950"/>
                        <a:pt x="3153" y="4937"/>
                      </a:cubicBezTo>
                      <a:cubicBezTo>
                        <a:pt x="3166" y="4924"/>
                        <a:pt x="3285" y="4924"/>
                        <a:pt x="3331" y="4910"/>
                      </a:cubicBezTo>
                      <a:cubicBezTo>
                        <a:pt x="3377" y="4897"/>
                        <a:pt x="3305" y="4825"/>
                        <a:pt x="3291" y="4799"/>
                      </a:cubicBezTo>
                      <a:cubicBezTo>
                        <a:pt x="3272" y="4779"/>
                        <a:pt x="3153" y="4779"/>
                        <a:pt x="3120" y="4759"/>
                      </a:cubicBezTo>
                      <a:cubicBezTo>
                        <a:pt x="3087" y="4739"/>
                        <a:pt x="2995" y="4687"/>
                        <a:pt x="2975" y="4647"/>
                      </a:cubicBezTo>
                      <a:cubicBezTo>
                        <a:pt x="2956" y="4608"/>
                        <a:pt x="3120" y="4384"/>
                        <a:pt x="3160" y="4331"/>
                      </a:cubicBezTo>
                      <a:cubicBezTo>
                        <a:pt x="3199" y="4279"/>
                        <a:pt x="3357" y="4154"/>
                        <a:pt x="3416" y="4088"/>
                      </a:cubicBezTo>
                      <a:cubicBezTo>
                        <a:pt x="3476" y="4022"/>
                        <a:pt x="3561" y="3950"/>
                        <a:pt x="3594" y="3904"/>
                      </a:cubicBezTo>
                      <a:cubicBezTo>
                        <a:pt x="3620" y="3864"/>
                        <a:pt x="3594" y="3838"/>
                        <a:pt x="3588" y="3838"/>
                      </a:cubicBezTo>
                      <a:lnTo>
                        <a:pt x="3581" y="3825"/>
                      </a:lnTo>
                      <a:cubicBezTo>
                        <a:pt x="3574" y="3838"/>
                        <a:pt x="3568" y="3838"/>
                        <a:pt x="3568" y="3838"/>
                      </a:cubicBezTo>
                      <a:lnTo>
                        <a:pt x="3449" y="3838"/>
                      </a:lnTo>
                      <a:cubicBezTo>
                        <a:pt x="3449" y="3838"/>
                        <a:pt x="3239" y="3818"/>
                        <a:pt x="3226" y="3818"/>
                      </a:cubicBezTo>
                      <a:cubicBezTo>
                        <a:pt x="3212" y="3818"/>
                        <a:pt x="3166" y="3778"/>
                        <a:pt x="3140" y="3739"/>
                      </a:cubicBezTo>
                      <a:cubicBezTo>
                        <a:pt x="3114" y="3700"/>
                        <a:pt x="3114" y="3634"/>
                        <a:pt x="3101" y="3594"/>
                      </a:cubicBezTo>
                      <a:cubicBezTo>
                        <a:pt x="3087" y="3548"/>
                        <a:pt x="3061" y="3535"/>
                        <a:pt x="3048" y="3535"/>
                      </a:cubicBezTo>
                      <a:cubicBezTo>
                        <a:pt x="3041" y="3528"/>
                        <a:pt x="2969" y="3482"/>
                        <a:pt x="2969" y="3449"/>
                      </a:cubicBezTo>
                      <a:cubicBezTo>
                        <a:pt x="2969" y="3417"/>
                        <a:pt x="3048" y="3357"/>
                        <a:pt x="3048" y="3351"/>
                      </a:cubicBezTo>
                      <a:cubicBezTo>
                        <a:pt x="3054" y="3338"/>
                        <a:pt x="3041" y="3318"/>
                        <a:pt x="3022" y="3245"/>
                      </a:cubicBezTo>
                      <a:cubicBezTo>
                        <a:pt x="3008" y="3206"/>
                        <a:pt x="2995" y="3198"/>
                        <a:pt x="2982" y="3198"/>
                      </a:cubicBezTo>
                      <a:cubicBezTo>
                        <a:pt x="2973" y="3198"/>
                        <a:pt x="2963" y="3202"/>
                        <a:pt x="2954" y="3202"/>
                      </a:cubicBezTo>
                      <a:cubicBezTo>
                        <a:pt x="2950" y="3202"/>
                        <a:pt x="2946" y="3201"/>
                        <a:pt x="2943" y="3199"/>
                      </a:cubicBezTo>
                      <a:cubicBezTo>
                        <a:pt x="2923" y="3186"/>
                        <a:pt x="2844" y="3166"/>
                        <a:pt x="2818" y="3140"/>
                      </a:cubicBezTo>
                      <a:cubicBezTo>
                        <a:pt x="2791" y="3114"/>
                        <a:pt x="2804" y="3068"/>
                        <a:pt x="2785" y="3015"/>
                      </a:cubicBezTo>
                      <a:cubicBezTo>
                        <a:pt x="2771" y="2962"/>
                        <a:pt x="2745" y="2989"/>
                        <a:pt x="2719" y="2962"/>
                      </a:cubicBezTo>
                      <a:cubicBezTo>
                        <a:pt x="2699" y="2943"/>
                        <a:pt x="2692" y="2897"/>
                        <a:pt x="2692" y="2897"/>
                      </a:cubicBezTo>
                      <a:cubicBezTo>
                        <a:pt x="2732" y="2837"/>
                        <a:pt x="2752" y="2785"/>
                        <a:pt x="2791" y="2719"/>
                      </a:cubicBezTo>
                      <a:cubicBezTo>
                        <a:pt x="2824" y="2653"/>
                        <a:pt x="2811" y="2614"/>
                        <a:pt x="2837" y="2548"/>
                      </a:cubicBezTo>
                      <a:cubicBezTo>
                        <a:pt x="2864" y="2482"/>
                        <a:pt x="2890" y="2515"/>
                        <a:pt x="2929" y="2489"/>
                      </a:cubicBezTo>
                      <a:cubicBezTo>
                        <a:pt x="2945" y="2482"/>
                        <a:pt x="2959" y="2480"/>
                        <a:pt x="2973" y="2480"/>
                      </a:cubicBezTo>
                      <a:cubicBezTo>
                        <a:pt x="3000" y="2480"/>
                        <a:pt x="3022" y="2489"/>
                        <a:pt x="3035" y="2489"/>
                      </a:cubicBezTo>
                      <a:cubicBezTo>
                        <a:pt x="3054" y="2489"/>
                        <a:pt x="3087" y="2390"/>
                        <a:pt x="3081" y="2317"/>
                      </a:cubicBezTo>
                      <a:cubicBezTo>
                        <a:pt x="3074" y="2238"/>
                        <a:pt x="3054" y="2146"/>
                        <a:pt x="3028" y="2100"/>
                      </a:cubicBezTo>
                      <a:cubicBezTo>
                        <a:pt x="3014" y="2079"/>
                        <a:pt x="2984" y="2071"/>
                        <a:pt x="2947" y="2071"/>
                      </a:cubicBezTo>
                      <a:cubicBezTo>
                        <a:pt x="2913" y="2071"/>
                        <a:pt x="2875" y="2078"/>
                        <a:pt x="2837" y="2087"/>
                      </a:cubicBezTo>
                      <a:cubicBezTo>
                        <a:pt x="2758" y="2107"/>
                        <a:pt x="2686" y="2186"/>
                        <a:pt x="2666" y="2206"/>
                      </a:cubicBezTo>
                      <a:cubicBezTo>
                        <a:pt x="2665" y="2207"/>
                        <a:pt x="2664" y="2207"/>
                        <a:pt x="2662" y="2207"/>
                      </a:cubicBezTo>
                      <a:cubicBezTo>
                        <a:pt x="2637" y="2207"/>
                        <a:pt x="2553" y="2052"/>
                        <a:pt x="2535" y="2015"/>
                      </a:cubicBezTo>
                      <a:cubicBezTo>
                        <a:pt x="2515" y="1982"/>
                        <a:pt x="2416" y="1896"/>
                        <a:pt x="2383" y="1830"/>
                      </a:cubicBezTo>
                      <a:cubicBezTo>
                        <a:pt x="2357" y="1771"/>
                        <a:pt x="2357" y="1732"/>
                        <a:pt x="2357" y="1679"/>
                      </a:cubicBezTo>
                      <a:cubicBezTo>
                        <a:pt x="2357" y="1655"/>
                        <a:pt x="2355" y="1647"/>
                        <a:pt x="2349" y="1647"/>
                      </a:cubicBezTo>
                      <a:cubicBezTo>
                        <a:pt x="2340" y="1647"/>
                        <a:pt x="2322" y="1665"/>
                        <a:pt x="2291" y="1672"/>
                      </a:cubicBezTo>
                      <a:cubicBezTo>
                        <a:pt x="2284" y="1675"/>
                        <a:pt x="2277" y="1675"/>
                        <a:pt x="2270" y="1675"/>
                      </a:cubicBezTo>
                      <a:cubicBezTo>
                        <a:pt x="2233" y="1675"/>
                        <a:pt x="2199" y="1649"/>
                        <a:pt x="2166" y="1626"/>
                      </a:cubicBezTo>
                      <a:cubicBezTo>
                        <a:pt x="2133" y="1593"/>
                        <a:pt x="2271" y="1541"/>
                        <a:pt x="2324" y="1495"/>
                      </a:cubicBezTo>
                      <a:cubicBezTo>
                        <a:pt x="2383" y="1455"/>
                        <a:pt x="2416" y="1139"/>
                        <a:pt x="2416" y="1139"/>
                      </a:cubicBezTo>
                      <a:cubicBezTo>
                        <a:pt x="2416" y="1139"/>
                        <a:pt x="2423" y="988"/>
                        <a:pt x="2416" y="929"/>
                      </a:cubicBezTo>
                      <a:cubicBezTo>
                        <a:pt x="2409" y="870"/>
                        <a:pt x="2423" y="652"/>
                        <a:pt x="2416" y="567"/>
                      </a:cubicBezTo>
                      <a:cubicBezTo>
                        <a:pt x="2409" y="488"/>
                        <a:pt x="2344" y="376"/>
                        <a:pt x="2311" y="323"/>
                      </a:cubicBezTo>
                      <a:cubicBezTo>
                        <a:pt x="2284" y="277"/>
                        <a:pt x="2166" y="198"/>
                        <a:pt x="2107" y="139"/>
                      </a:cubicBezTo>
                      <a:cubicBezTo>
                        <a:pt x="2087" y="117"/>
                        <a:pt x="2071" y="110"/>
                        <a:pt x="2056" y="110"/>
                      </a:cubicBezTo>
                      <a:cubicBezTo>
                        <a:pt x="2027" y="110"/>
                        <a:pt x="2004" y="139"/>
                        <a:pt x="1969" y="139"/>
                      </a:cubicBezTo>
                      <a:cubicBezTo>
                        <a:pt x="1953" y="137"/>
                        <a:pt x="1931" y="136"/>
                        <a:pt x="1909" y="136"/>
                      </a:cubicBezTo>
                      <a:cubicBezTo>
                        <a:pt x="1864" y="136"/>
                        <a:pt x="1817" y="139"/>
                        <a:pt x="1817" y="139"/>
                      </a:cubicBezTo>
                      <a:lnTo>
                        <a:pt x="1758" y="1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1586;p19">
                  <a:extLst>
                    <a:ext uri="{FF2B5EF4-FFF2-40B4-BE49-F238E27FC236}">
                      <a16:creationId xmlns:a16="http://schemas.microsoft.com/office/drawing/2014/main" id="{7C1F277D-F700-A6D6-F300-D61A1A28FC90}"/>
                    </a:ext>
                  </a:extLst>
                </p:cNvPr>
                <p:cNvSpPr/>
                <p:nvPr/>
              </p:nvSpPr>
              <p:spPr>
                <a:xfrm>
                  <a:off x="6783320" y="3101320"/>
                  <a:ext cx="560338" cy="5470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4" h="5012" extrusionOk="0">
                      <a:moveTo>
                        <a:pt x="1342" y="1"/>
                      </a:moveTo>
                      <a:cubicBezTo>
                        <a:pt x="1306" y="1"/>
                        <a:pt x="1277" y="5"/>
                        <a:pt x="1257" y="29"/>
                      </a:cubicBezTo>
                      <a:cubicBezTo>
                        <a:pt x="1231" y="75"/>
                        <a:pt x="1224" y="82"/>
                        <a:pt x="1165" y="82"/>
                      </a:cubicBezTo>
                      <a:cubicBezTo>
                        <a:pt x="1124" y="82"/>
                        <a:pt x="1055" y="46"/>
                        <a:pt x="995" y="46"/>
                      </a:cubicBezTo>
                      <a:cubicBezTo>
                        <a:pt x="958" y="46"/>
                        <a:pt x="924" y="59"/>
                        <a:pt x="902" y="102"/>
                      </a:cubicBezTo>
                      <a:cubicBezTo>
                        <a:pt x="836" y="220"/>
                        <a:pt x="665" y="358"/>
                        <a:pt x="599" y="391"/>
                      </a:cubicBezTo>
                      <a:cubicBezTo>
                        <a:pt x="540" y="424"/>
                        <a:pt x="500" y="417"/>
                        <a:pt x="408" y="424"/>
                      </a:cubicBezTo>
                      <a:lnTo>
                        <a:pt x="342" y="424"/>
                      </a:lnTo>
                      <a:cubicBezTo>
                        <a:pt x="342" y="464"/>
                        <a:pt x="349" y="523"/>
                        <a:pt x="369" y="556"/>
                      </a:cubicBezTo>
                      <a:cubicBezTo>
                        <a:pt x="408" y="615"/>
                        <a:pt x="474" y="661"/>
                        <a:pt x="481" y="700"/>
                      </a:cubicBezTo>
                      <a:cubicBezTo>
                        <a:pt x="481" y="740"/>
                        <a:pt x="428" y="766"/>
                        <a:pt x="408" y="786"/>
                      </a:cubicBezTo>
                      <a:cubicBezTo>
                        <a:pt x="388" y="806"/>
                        <a:pt x="362" y="799"/>
                        <a:pt x="349" y="898"/>
                      </a:cubicBezTo>
                      <a:cubicBezTo>
                        <a:pt x="329" y="990"/>
                        <a:pt x="303" y="1102"/>
                        <a:pt x="303" y="1122"/>
                      </a:cubicBezTo>
                      <a:cubicBezTo>
                        <a:pt x="296" y="1141"/>
                        <a:pt x="309" y="1128"/>
                        <a:pt x="323" y="1201"/>
                      </a:cubicBezTo>
                      <a:cubicBezTo>
                        <a:pt x="342" y="1273"/>
                        <a:pt x="356" y="1372"/>
                        <a:pt x="323" y="1378"/>
                      </a:cubicBezTo>
                      <a:cubicBezTo>
                        <a:pt x="321" y="1379"/>
                        <a:pt x="320" y="1379"/>
                        <a:pt x="318" y="1379"/>
                      </a:cubicBezTo>
                      <a:cubicBezTo>
                        <a:pt x="301" y="1379"/>
                        <a:pt x="279" y="1356"/>
                        <a:pt x="258" y="1356"/>
                      </a:cubicBezTo>
                      <a:cubicBezTo>
                        <a:pt x="248" y="1356"/>
                        <a:pt x="239" y="1362"/>
                        <a:pt x="231" y="1378"/>
                      </a:cubicBezTo>
                      <a:cubicBezTo>
                        <a:pt x="198" y="1431"/>
                        <a:pt x="66" y="1721"/>
                        <a:pt x="53" y="1753"/>
                      </a:cubicBezTo>
                      <a:cubicBezTo>
                        <a:pt x="33" y="1786"/>
                        <a:pt x="0" y="1832"/>
                        <a:pt x="40" y="1872"/>
                      </a:cubicBezTo>
                      <a:cubicBezTo>
                        <a:pt x="73" y="1905"/>
                        <a:pt x="132" y="1911"/>
                        <a:pt x="178" y="1957"/>
                      </a:cubicBezTo>
                      <a:cubicBezTo>
                        <a:pt x="217" y="2004"/>
                        <a:pt x="184" y="2050"/>
                        <a:pt x="184" y="2050"/>
                      </a:cubicBezTo>
                      <a:cubicBezTo>
                        <a:pt x="184" y="2050"/>
                        <a:pt x="20" y="2076"/>
                        <a:pt x="13" y="2096"/>
                      </a:cubicBezTo>
                      <a:cubicBezTo>
                        <a:pt x="7" y="2115"/>
                        <a:pt x="0" y="2300"/>
                        <a:pt x="59" y="2379"/>
                      </a:cubicBezTo>
                      <a:cubicBezTo>
                        <a:pt x="112" y="2451"/>
                        <a:pt x="152" y="2510"/>
                        <a:pt x="184" y="2570"/>
                      </a:cubicBezTo>
                      <a:cubicBezTo>
                        <a:pt x="211" y="2629"/>
                        <a:pt x="244" y="2734"/>
                        <a:pt x="224" y="2853"/>
                      </a:cubicBezTo>
                      <a:cubicBezTo>
                        <a:pt x="204" y="2978"/>
                        <a:pt x="152" y="3149"/>
                        <a:pt x="152" y="3149"/>
                      </a:cubicBezTo>
                      <a:cubicBezTo>
                        <a:pt x="152" y="3149"/>
                        <a:pt x="105" y="3188"/>
                        <a:pt x="125" y="3234"/>
                      </a:cubicBezTo>
                      <a:cubicBezTo>
                        <a:pt x="152" y="3280"/>
                        <a:pt x="178" y="3267"/>
                        <a:pt x="178" y="3320"/>
                      </a:cubicBezTo>
                      <a:cubicBezTo>
                        <a:pt x="178" y="3372"/>
                        <a:pt x="171" y="3478"/>
                        <a:pt x="132" y="3491"/>
                      </a:cubicBezTo>
                      <a:cubicBezTo>
                        <a:pt x="92" y="3504"/>
                        <a:pt x="86" y="3570"/>
                        <a:pt x="138" y="3570"/>
                      </a:cubicBezTo>
                      <a:cubicBezTo>
                        <a:pt x="158" y="3572"/>
                        <a:pt x="175" y="3573"/>
                        <a:pt x="191" y="3573"/>
                      </a:cubicBezTo>
                      <a:cubicBezTo>
                        <a:pt x="222" y="3573"/>
                        <a:pt x="250" y="3570"/>
                        <a:pt x="290" y="3570"/>
                      </a:cubicBezTo>
                      <a:cubicBezTo>
                        <a:pt x="293" y="3570"/>
                        <a:pt x="296" y="3570"/>
                        <a:pt x="299" y="3570"/>
                      </a:cubicBezTo>
                      <a:cubicBezTo>
                        <a:pt x="332" y="3570"/>
                        <a:pt x="342" y="3548"/>
                        <a:pt x="359" y="3548"/>
                      </a:cubicBezTo>
                      <a:cubicBezTo>
                        <a:pt x="368" y="3548"/>
                        <a:pt x="379" y="3553"/>
                        <a:pt x="395" y="3570"/>
                      </a:cubicBezTo>
                      <a:cubicBezTo>
                        <a:pt x="448" y="3629"/>
                        <a:pt x="514" y="3675"/>
                        <a:pt x="592" y="3675"/>
                      </a:cubicBezTo>
                      <a:cubicBezTo>
                        <a:pt x="641" y="3675"/>
                        <a:pt x="794" y="3687"/>
                        <a:pt x="919" y="3687"/>
                      </a:cubicBezTo>
                      <a:cubicBezTo>
                        <a:pt x="981" y="3687"/>
                        <a:pt x="1036" y="3684"/>
                        <a:pt x="1066" y="3675"/>
                      </a:cubicBezTo>
                      <a:cubicBezTo>
                        <a:pt x="1152" y="3655"/>
                        <a:pt x="1165" y="3563"/>
                        <a:pt x="1198" y="3563"/>
                      </a:cubicBezTo>
                      <a:cubicBezTo>
                        <a:pt x="1237" y="3563"/>
                        <a:pt x="1277" y="3590"/>
                        <a:pt x="1310" y="3629"/>
                      </a:cubicBezTo>
                      <a:cubicBezTo>
                        <a:pt x="1343" y="3675"/>
                        <a:pt x="1441" y="3708"/>
                        <a:pt x="1481" y="3708"/>
                      </a:cubicBezTo>
                      <a:cubicBezTo>
                        <a:pt x="1512" y="3708"/>
                        <a:pt x="1519" y="3691"/>
                        <a:pt x="1540" y="3691"/>
                      </a:cubicBezTo>
                      <a:cubicBezTo>
                        <a:pt x="1550" y="3691"/>
                        <a:pt x="1564" y="3695"/>
                        <a:pt x="1586" y="3708"/>
                      </a:cubicBezTo>
                      <a:cubicBezTo>
                        <a:pt x="1652" y="3741"/>
                        <a:pt x="1744" y="3794"/>
                        <a:pt x="1751" y="3840"/>
                      </a:cubicBezTo>
                      <a:cubicBezTo>
                        <a:pt x="1764" y="3892"/>
                        <a:pt x="1777" y="3958"/>
                        <a:pt x="1784" y="3978"/>
                      </a:cubicBezTo>
                      <a:cubicBezTo>
                        <a:pt x="1790" y="4004"/>
                        <a:pt x="1836" y="4004"/>
                        <a:pt x="1823" y="4077"/>
                      </a:cubicBezTo>
                      <a:cubicBezTo>
                        <a:pt x="1817" y="4149"/>
                        <a:pt x="1784" y="4182"/>
                        <a:pt x="1790" y="4254"/>
                      </a:cubicBezTo>
                      <a:cubicBezTo>
                        <a:pt x="1790" y="4320"/>
                        <a:pt x="1836" y="4347"/>
                        <a:pt x="1856" y="4399"/>
                      </a:cubicBezTo>
                      <a:cubicBezTo>
                        <a:pt x="1876" y="4452"/>
                        <a:pt x="1869" y="4498"/>
                        <a:pt x="1869" y="4531"/>
                      </a:cubicBezTo>
                      <a:cubicBezTo>
                        <a:pt x="1869" y="4564"/>
                        <a:pt x="1836" y="4616"/>
                        <a:pt x="1863" y="4682"/>
                      </a:cubicBezTo>
                      <a:cubicBezTo>
                        <a:pt x="1896" y="4741"/>
                        <a:pt x="1929" y="4787"/>
                        <a:pt x="1929" y="4834"/>
                      </a:cubicBezTo>
                      <a:cubicBezTo>
                        <a:pt x="1929" y="4880"/>
                        <a:pt x="1909" y="4919"/>
                        <a:pt x="2021" y="4939"/>
                      </a:cubicBezTo>
                      <a:cubicBezTo>
                        <a:pt x="2105" y="4954"/>
                        <a:pt x="2207" y="4972"/>
                        <a:pt x="2264" y="4972"/>
                      </a:cubicBezTo>
                      <a:cubicBezTo>
                        <a:pt x="2283" y="4972"/>
                        <a:pt x="2297" y="4970"/>
                        <a:pt x="2304" y="4965"/>
                      </a:cubicBezTo>
                      <a:cubicBezTo>
                        <a:pt x="2330" y="4945"/>
                        <a:pt x="2422" y="4899"/>
                        <a:pt x="2442" y="4886"/>
                      </a:cubicBezTo>
                      <a:cubicBezTo>
                        <a:pt x="2457" y="4882"/>
                        <a:pt x="2514" y="4879"/>
                        <a:pt x="2561" y="4879"/>
                      </a:cubicBezTo>
                      <a:cubicBezTo>
                        <a:pt x="2595" y="4879"/>
                        <a:pt x="2623" y="4881"/>
                        <a:pt x="2626" y="4886"/>
                      </a:cubicBezTo>
                      <a:cubicBezTo>
                        <a:pt x="2626" y="4893"/>
                        <a:pt x="2685" y="4985"/>
                        <a:pt x="2699" y="5011"/>
                      </a:cubicBezTo>
                      <a:cubicBezTo>
                        <a:pt x="2699" y="5011"/>
                        <a:pt x="2771" y="5005"/>
                        <a:pt x="2843" y="4965"/>
                      </a:cubicBezTo>
                      <a:cubicBezTo>
                        <a:pt x="2916" y="4926"/>
                        <a:pt x="2896" y="4906"/>
                        <a:pt x="2916" y="4840"/>
                      </a:cubicBezTo>
                      <a:cubicBezTo>
                        <a:pt x="2935" y="4781"/>
                        <a:pt x="2929" y="4735"/>
                        <a:pt x="2949" y="4656"/>
                      </a:cubicBezTo>
                      <a:cubicBezTo>
                        <a:pt x="2968" y="4577"/>
                        <a:pt x="3028" y="4590"/>
                        <a:pt x="3080" y="4551"/>
                      </a:cubicBezTo>
                      <a:cubicBezTo>
                        <a:pt x="3139" y="4511"/>
                        <a:pt x="3113" y="4478"/>
                        <a:pt x="3113" y="4452"/>
                      </a:cubicBezTo>
                      <a:cubicBezTo>
                        <a:pt x="3113" y="4425"/>
                        <a:pt x="3146" y="4294"/>
                        <a:pt x="3186" y="4254"/>
                      </a:cubicBezTo>
                      <a:cubicBezTo>
                        <a:pt x="3225" y="4208"/>
                        <a:pt x="3390" y="4083"/>
                        <a:pt x="3462" y="4037"/>
                      </a:cubicBezTo>
                      <a:cubicBezTo>
                        <a:pt x="3462" y="4037"/>
                        <a:pt x="3475" y="4031"/>
                        <a:pt x="3482" y="4024"/>
                      </a:cubicBezTo>
                      <a:cubicBezTo>
                        <a:pt x="3488" y="4017"/>
                        <a:pt x="3488" y="4017"/>
                        <a:pt x="3495" y="4011"/>
                      </a:cubicBezTo>
                      <a:cubicBezTo>
                        <a:pt x="3501" y="4004"/>
                        <a:pt x="3508" y="4004"/>
                        <a:pt x="3515" y="3998"/>
                      </a:cubicBezTo>
                      <a:cubicBezTo>
                        <a:pt x="3528" y="3991"/>
                        <a:pt x="3534" y="3978"/>
                        <a:pt x="3548" y="3971"/>
                      </a:cubicBezTo>
                      <a:cubicBezTo>
                        <a:pt x="3554" y="3971"/>
                        <a:pt x="3554" y="3965"/>
                        <a:pt x="3561" y="3958"/>
                      </a:cubicBezTo>
                      <a:cubicBezTo>
                        <a:pt x="3567" y="3952"/>
                        <a:pt x="3574" y="3952"/>
                        <a:pt x="3580" y="3945"/>
                      </a:cubicBezTo>
                      <a:cubicBezTo>
                        <a:pt x="3653" y="3879"/>
                        <a:pt x="3745" y="3807"/>
                        <a:pt x="3824" y="3741"/>
                      </a:cubicBezTo>
                      <a:cubicBezTo>
                        <a:pt x="3831" y="3734"/>
                        <a:pt x="3837" y="3728"/>
                        <a:pt x="3844" y="3721"/>
                      </a:cubicBezTo>
                      <a:cubicBezTo>
                        <a:pt x="3857" y="3708"/>
                        <a:pt x="3870" y="3695"/>
                        <a:pt x="3883" y="3688"/>
                      </a:cubicBezTo>
                      <a:cubicBezTo>
                        <a:pt x="3890" y="3682"/>
                        <a:pt x="3896" y="3675"/>
                        <a:pt x="3903" y="3669"/>
                      </a:cubicBezTo>
                      <a:cubicBezTo>
                        <a:pt x="3923" y="3649"/>
                        <a:pt x="3942" y="3636"/>
                        <a:pt x="3949" y="3623"/>
                      </a:cubicBezTo>
                      <a:lnTo>
                        <a:pt x="3956" y="3623"/>
                      </a:lnTo>
                      <a:cubicBezTo>
                        <a:pt x="3982" y="3590"/>
                        <a:pt x="4094" y="3537"/>
                        <a:pt x="4179" y="3471"/>
                      </a:cubicBezTo>
                      <a:cubicBezTo>
                        <a:pt x="4265" y="3405"/>
                        <a:pt x="4291" y="3405"/>
                        <a:pt x="4278" y="3372"/>
                      </a:cubicBezTo>
                      <a:cubicBezTo>
                        <a:pt x="4265" y="3333"/>
                        <a:pt x="4278" y="3267"/>
                        <a:pt x="4311" y="3241"/>
                      </a:cubicBezTo>
                      <a:cubicBezTo>
                        <a:pt x="4337" y="3221"/>
                        <a:pt x="4423" y="3188"/>
                        <a:pt x="4423" y="3188"/>
                      </a:cubicBezTo>
                      <a:cubicBezTo>
                        <a:pt x="4423" y="3188"/>
                        <a:pt x="4416" y="3063"/>
                        <a:pt x="4397" y="3030"/>
                      </a:cubicBezTo>
                      <a:cubicBezTo>
                        <a:pt x="4383" y="2997"/>
                        <a:pt x="4416" y="2964"/>
                        <a:pt x="4515" y="2833"/>
                      </a:cubicBezTo>
                      <a:cubicBezTo>
                        <a:pt x="4553" y="2785"/>
                        <a:pt x="4577" y="2772"/>
                        <a:pt x="4595" y="2772"/>
                      </a:cubicBezTo>
                      <a:cubicBezTo>
                        <a:pt x="4619" y="2772"/>
                        <a:pt x="4633" y="2793"/>
                        <a:pt x="4653" y="2793"/>
                      </a:cubicBezTo>
                      <a:cubicBezTo>
                        <a:pt x="4659" y="2793"/>
                        <a:pt x="4666" y="2791"/>
                        <a:pt x="4673" y="2787"/>
                      </a:cubicBezTo>
                      <a:cubicBezTo>
                        <a:pt x="4726" y="2754"/>
                        <a:pt x="4673" y="2701"/>
                        <a:pt x="4673" y="2635"/>
                      </a:cubicBezTo>
                      <a:cubicBezTo>
                        <a:pt x="4673" y="2570"/>
                        <a:pt x="4653" y="2438"/>
                        <a:pt x="4719" y="2359"/>
                      </a:cubicBezTo>
                      <a:cubicBezTo>
                        <a:pt x="4778" y="2280"/>
                        <a:pt x="4956" y="2273"/>
                        <a:pt x="4976" y="2273"/>
                      </a:cubicBezTo>
                      <a:cubicBezTo>
                        <a:pt x="4989" y="2273"/>
                        <a:pt x="5061" y="2122"/>
                        <a:pt x="5061" y="2122"/>
                      </a:cubicBezTo>
                      <a:cubicBezTo>
                        <a:pt x="5061" y="2122"/>
                        <a:pt x="5041" y="2017"/>
                        <a:pt x="5041" y="1997"/>
                      </a:cubicBezTo>
                      <a:cubicBezTo>
                        <a:pt x="5041" y="1971"/>
                        <a:pt x="5022" y="1865"/>
                        <a:pt x="5022" y="1826"/>
                      </a:cubicBezTo>
                      <a:cubicBezTo>
                        <a:pt x="5022" y="1786"/>
                        <a:pt x="5068" y="1767"/>
                        <a:pt x="5134" y="1714"/>
                      </a:cubicBezTo>
                      <a:cubicBezTo>
                        <a:pt x="5081" y="1655"/>
                        <a:pt x="5055" y="1576"/>
                        <a:pt x="4982" y="1536"/>
                      </a:cubicBezTo>
                      <a:cubicBezTo>
                        <a:pt x="4910" y="1497"/>
                        <a:pt x="4897" y="1477"/>
                        <a:pt x="4877" y="1444"/>
                      </a:cubicBezTo>
                      <a:cubicBezTo>
                        <a:pt x="4857" y="1418"/>
                        <a:pt x="4732" y="1365"/>
                        <a:pt x="4686" y="1359"/>
                      </a:cubicBezTo>
                      <a:cubicBezTo>
                        <a:pt x="4647" y="1352"/>
                        <a:pt x="4443" y="1332"/>
                        <a:pt x="4357" y="1266"/>
                      </a:cubicBezTo>
                      <a:cubicBezTo>
                        <a:pt x="4271" y="1201"/>
                        <a:pt x="4179" y="1155"/>
                        <a:pt x="4140" y="1089"/>
                      </a:cubicBezTo>
                      <a:cubicBezTo>
                        <a:pt x="4094" y="1030"/>
                        <a:pt x="4081" y="1049"/>
                        <a:pt x="3956" y="1036"/>
                      </a:cubicBezTo>
                      <a:cubicBezTo>
                        <a:pt x="3931" y="1033"/>
                        <a:pt x="3915" y="1032"/>
                        <a:pt x="3905" y="1032"/>
                      </a:cubicBezTo>
                      <a:cubicBezTo>
                        <a:pt x="3865" y="1032"/>
                        <a:pt x="3905" y="1051"/>
                        <a:pt x="3837" y="1082"/>
                      </a:cubicBezTo>
                      <a:cubicBezTo>
                        <a:pt x="3820" y="1089"/>
                        <a:pt x="3806" y="1093"/>
                        <a:pt x="3795" y="1093"/>
                      </a:cubicBezTo>
                      <a:cubicBezTo>
                        <a:pt x="3756" y="1093"/>
                        <a:pt x="3748" y="1055"/>
                        <a:pt x="3712" y="1030"/>
                      </a:cubicBezTo>
                      <a:cubicBezTo>
                        <a:pt x="3666" y="1003"/>
                        <a:pt x="3725" y="957"/>
                        <a:pt x="3752" y="937"/>
                      </a:cubicBezTo>
                      <a:cubicBezTo>
                        <a:pt x="3771" y="918"/>
                        <a:pt x="3804" y="799"/>
                        <a:pt x="3804" y="799"/>
                      </a:cubicBezTo>
                      <a:cubicBezTo>
                        <a:pt x="3804" y="799"/>
                        <a:pt x="3633" y="786"/>
                        <a:pt x="3567" y="733"/>
                      </a:cubicBezTo>
                      <a:cubicBezTo>
                        <a:pt x="3501" y="674"/>
                        <a:pt x="3567" y="621"/>
                        <a:pt x="3567" y="621"/>
                      </a:cubicBezTo>
                      <a:cubicBezTo>
                        <a:pt x="3501" y="621"/>
                        <a:pt x="3350" y="556"/>
                        <a:pt x="3324" y="556"/>
                      </a:cubicBezTo>
                      <a:cubicBezTo>
                        <a:pt x="3291" y="556"/>
                        <a:pt x="3166" y="569"/>
                        <a:pt x="3146" y="569"/>
                      </a:cubicBezTo>
                      <a:cubicBezTo>
                        <a:pt x="3126" y="569"/>
                        <a:pt x="3041" y="470"/>
                        <a:pt x="3041" y="450"/>
                      </a:cubicBezTo>
                      <a:cubicBezTo>
                        <a:pt x="3041" y="431"/>
                        <a:pt x="3061" y="385"/>
                        <a:pt x="3100" y="338"/>
                      </a:cubicBezTo>
                      <a:cubicBezTo>
                        <a:pt x="3146" y="286"/>
                        <a:pt x="3186" y="259"/>
                        <a:pt x="3186" y="207"/>
                      </a:cubicBezTo>
                      <a:cubicBezTo>
                        <a:pt x="3186" y="161"/>
                        <a:pt x="3146" y="3"/>
                        <a:pt x="3126" y="3"/>
                      </a:cubicBezTo>
                      <a:cubicBezTo>
                        <a:pt x="3107" y="3"/>
                        <a:pt x="2929" y="174"/>
                        <a:pt x="2929" y="174"/>
                      </a:cubicBezTo>
                      <a:cubicBezTo>
                        <a:pt x="2929" y="174"/>
                        <a:pt x="2903" y="174"/>
                        <a:pt x="2870" y="227"/>
                      </a:cubicBezTo>
                      <a:cubicBezTo>
                        <a:pt x="2837" y="279"/>
                        <a:pt x="2758" y="319"/>
                        <a:pt x="2758" y="319"/>
                      </a:cubicBezTo>
                      <a:cubicBezTo>
                        <a:pt x="2758" y="319"/>
                        <a:pt x="2705" y="292"/>
                        <a:pt x="2659" y="253"/>
                      </a:cubicBezTo>
                      <a:cubicBezTo>
                        <a:pt x="2612" y="223"/>
                        <a:pt x="2607" y="124"/>
                        <a:pt x="2529" y="124"/>
                      </a:cubicBezTo>
                      <a:cubicBezTo>
                        <a:pt x="2521" y="124"/>
                        <a:pt x="2511" y="125"/>
                        <a:pt x="2501" y="128"/>
                      </a:cubicBezTo>
                      <a:cubicBezTo>
                        <a:pt x="2402" y="154"/>
                        <a:pt x="2310" y="187"/>
                        <a:pt x="2290" y="213"/>
                      </a:cubicBezTo>
                      <a:cubicBezTo>
                        <a:pt x="2272" y="237"/>
                        <a:pt x="2282" y="267"/>
                        <a:pt x="2199" y="267"/>
                      </a:cubicBezTo>
                      <a:cubicBezTo>
                        <a:pt x="2191" y="267"/>
                        <a:pt x="2182" y="267"/>
                        <a:pt x="2172" y="266"/>
                      </a:cubicBezTo>
                      <a:cubicBezTo>
                        <a:pt x="2054" y="259"/>
                        <a:pt x="1843" y="115"/>
                        <a:pt x="1823" y="108"/>
                      </a:cubicBezTo>
                      <a:cubicBezTo>
                        <a:pt x="1797" y="102"/>
                        <a:pt x="1488" y="3"/>
                        <a:pt x="1422" y="3"/>
                      </a:cubicBezTo>
                      <a:cubicBezTo>
                        <a:pt x="1393" y="3"/>
                        <a:pt x="1366" y="1"/>
                        <a:pt x="1342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1587;p19">
                  <a:extLst>
                    <a:ext uri="{FF2B5EF4-FFF2-40B4-BE49-F238E27FC236}">
                      <a16:creationId xmlns:a16="http://schemas.microsoft.com/office/drawing/2014/main" id="{1FB7CA7A-99C8-B6CE-D161-ADF8A771986C}"/>
                    </a:ext>
                  </a:extLst>
                </p:cNvPr>
                <p:cNvSpPr/>
                <p:nvPr/>
              </p:nvSpPr>
              <p:spPr>
                <a:xfrm>
                  <a:off x="6507409" y="2299997"/>
                  <a:ext cx="890166" cy="869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56" h="7964" extrusionOk="0">
                      <a:moveTo>
                        <a:pt x="2449" y="0"/>
                      </a:moveTo>
                      <a:cubicBezTo>
                        <a:pt x="2337" y="0"/>
                        <a:pt x="2462" y="92"/>
                        <a:pt x="2449" y="158"/>
                      </a:cubicBezTo>
                      <a:cubicBezTo>
                        <a:pt x="2436" y="217"/>
                        <a:pt x="2337" y="303"/>
                        <a:pt x="2337" y="323"/>
                      </a:cubicBezTo>
                      <a:cubicBezTo>
                        <a:pt x="2337" y="342"/>
                        <a:pt x="2357" y="500"/>
                        <a:pt x="2390" y="553"/>
                      </a:cubicBezTo>
                      <a:cubicBezTo>
                        <a:pt x="2423" y="606"/>
                        <a:pt x="2364" y="717"/>
                        <a:pt x="2344" y="763"/>
                      </a:cubicBezTo>
                      <a:cubicBezTo>
                        <a:pt x="2331" y="816"/>
                        <a:pt x="2311" y="842"/>
                        <a:pt x="2318" y="928"/>
                      </a:cubicBezTo>
                      <a:cubicBezTo>
                        <a:pt x="2324" y="1014"/>
                        <a:pt x="2318" y="1073"/>
                        <a:pt x="2318" y="1073"/>
                      </a:cubicBezTo>
                      <a:lnTo>
                        <a:pt x="1482" y="1079"/>
                      </a:lnTo>
                      <a:lnTo>
                        <a:pt x="93" y="1099"/>
                      </a:lnTo>
                      <a:cubicBezTo>
                        <a:pt x="100" y="1106"/>
                        <a:pt x="106" y="1119"/>
                        <a:pt x="106" y="1132"/>
                      </a:cubicBezTo>
                      <a:lnTo>
                        <a:pt x="106" y="1349"/>
                      </a:lnTo>
                      <a:lnTo>
                        <a:pt x="1" y="1461"/>
                      </a:lnTo>
                      <a:cubicBezTo>
                        <a:pt x="1" y="1461"/>
                        <a:pt x="27" y="1566"/>
                        <a:pt x="47" y="1586"/>
                      </a:cubicBezTo>
                      <a:cubicBezTo>
                        <a:pt x="67" y="1612"/>
                        <a:pt x="93" y="1724"/>
                        <a:pt x="73" y="1770"/>
                      </a:cubicBezTo>
                      <a:cubicBezTo>
                        <a:pt x="54" y="1823"/>
                        <a:pt x="40" y="1843"/>
                        <a:pt x="40" y="1869"/>
                      </a:cubicBezTo>
                      <a:cubicBezTo>
                        <a:pt x="40" y="1889"/>
                        <a:pt x="67" y="1922"/>
                        <a:pt x="86" y="1948"/>
                      </a:cubicBezTo>
                      <a:cubicBezTo>
                        <a:pt x="106" y="1974"/>
                        <a:pt x="119" y="1994"/>
                        <a:pt x="106" y="2007"/>
                      </a:cubicBezTo>
                      <a:cubicBezTo>
                        <a:pt x="93" y="2040"/>
                        <a:pt x="21" y="2106"/>
                        <a:pt x="47" y="2178"/>
                      </a:cubicBezTo>
                      <a:cubicBezTo>
                        <a:pt x="73" y="2251"/>
                        <a:pt x="106" y="2304"/>
                        <a:pt x="113" y="2369"/>
                      </a:cubicBezTo>
                      <a:cubicBezTo>
                        <a:pt x="113" y="2435"/>
                        <a:pt x="146" y="2468"/>
                        <a:pt x="113" y="2540"/>
                      </a:cubicBezTo>
                      <a:cubicBezTo>
                        <a:pt x="80" y="2613"/>
                        <a:pt x="60" y="2712"/>
                        <a:pt x="100" y="2738"/>
                      </a:cubicBezTo>
                      <a:cubicBezTo>
                        <a:pt x="133" y="2758"/>
                        <a:pt x="198" y="2771"/>
                        <a:pt x="271" y="2771"/>
                      </a:cubicBezTo>
                      <a:lnTo>
                        <a:pt x="903" y="2771"/>
                      </a:lnTo>
                      <a:cubicBezTo>
                        <a:pt x="903" y="2771"/>
                        <a:pt x="810" y="2777"/>
                        <a:pt x="903" y="2830"/>
                      </a:cubicBezTo>
                      <a:cubicBezTo>
                        <a:pt x="995" y="2876"/>
                        <a:pt x="1146" y="2883"/>
                        <a:pt x="1146" y="2883"/>
                      </a:cubicBezTo>
                      <a:cubicBezTo>
                        <a:pt x="1146" y="2883"/>
                        <a:pt x="1166" y="2922"/>
                        <a:pt x="1146" y="2988"/>
                      </a:cubicBezTo>
                      <a:cubicBezTo>
                        <a:pt x="1126" y="3060"/>
                        <a:pt x="1093" y="3106"/>
                        <a:pt x="1080" y="3133"/>
                      </a:cubicBezTo>
                      <a:cubicBezTo>
                        <a:pt x="1067" y="3152"/>
                        <a:pt x="1047" y="3172"/>
                        <a:pt x="1047" y="3231"/>
                      </a:cubicBezTo>
                      <a:cubicBezTo>
                        <a:pt x="1047" y="3284"/>
                        <a:pt x="1041" y="3245"/>
                        <a:pt x="1126" y="3403"/>
                      </a:cubicBezTo>
                      <a:cubicBezTo>
                        <a:pt x="1212" y="3554"/>
                        <a:pt x="1258" y="3600"/>
                        <a:pt x="1258" y="3659"/>
                      </a:cubicBezTo>
                      <a:cubicBezTo>
                        <a:pt x="1258" y="3725"/>
                        <a:pt x="1245" y="3817"/>
                        <a:pt x="1192" y="3896"/>
                      </a:cubicBezTo>
                      <a:cubicBezTo>
                        <a:pt x="1133" y="3975"/>
                        <a:pt x="1139" y="3942"/>
                        <a:pt x="1133" y="4008"/>
                      </a:cubicBezTo>
                      <a:cubicBezTo>
                        <a:pt x="1126" y="4080"/>
                        <a:pt x="1028" y="4245"/>
                        <a:pt x="1008" y="4265"/>
                      </a:cubicBezTo>
                      <a:cubicBezTo>
                        <a:pt x="988" y="4284"/>
                        <a:pt x="935" y="4377"/>
                        <a:pt x="935" y="4410"/>
                      </a:cubicBezTo>
                      <a:cubicBezTo>
                        <a:pt x="935" y="4436"/>
                        <a:pt x="935" y="4528"/>
                        <a:pt x="896" y="4574"/>
                      </a:cubicBezTo>
                      <a:cubicBezTo>
                        <a:pt x="863" y="4614"/>
                        <a:pt x="725" y="4693"/>
                        <a:pt x="731" y="4693"/>
                      </a:cubicBezTo>
                      <a:cubicBezTo>
                        <a:pt x="738" y="4699"/>
                        <a:pt x="745" y="4699"/>
                        <a:pt x="745" y="4706"/>
                      </a:cubicBezTo>
                      <a:cubicBezTo>
                        <a:pt x="771" y="4719"/>
                        <a:pt x="791" y="4732"/>
                        <a:pt x="791" y="4739"/>
                      </a:cubicBezTo>
                      <a:cubicBezTo>
                        <a:pt x="797" y="4752"/>
                        <a:pt x="863" y="4818"/>
                        <a:pt x="876" y="4870"/>
                      </a:cubicBezTo>
                      <a:cubicBezTo>
                        <a:pt x="883" y="4923"/>
                        <a:pt x="896" y="5022"/>
                        <a:pt x="883" y="5068"/>
                      </a:cubicBezTo>
                      <a:cubicBezTo>
                        <a:pt x="876" y="5107"/>
                        <a:pt x="929" y="5291"/>
                        <a:pt x="962" y="5364"/>
                      </a:cubicBezTo>
                      <a:cubicBezTo>
                        <a:pt x="995" y="5443"/>
                        <a:pt x="1008" y="5515"/>
                        <a:pt x="1008" y="5614"/>
                      </a:cubicBezTo>
                      <a:cubicBezTo>
                        <a:pt x="1001" y="5713"/>
                        <a:pt x="982" y="5746"/>
                        <a:pt x="935" y="5746"/>
                      </a:cubicBezTo>
                      <a:cubicBezTo>
                        <a:pt x="925" y="5746"/>
                        <a:pt x="914" y="5745"/>
                        <a:pt x="902" y="5745"/>
                      </a:cubicBezTo>
                      <a:cubicBezTo>
                        <a:pt x="857" y="5745"/>
                        <a:pt x="810" y="5749"/>
                        <a:pt x="810" y="5792"/>
                      </a:cubicBezTo>
                      <a:cubicBezTo>
                        <a:pt x="810" y="5844"/>
                        <a:pt x="995" y="5904"/>
                        <a:pt x="1021" y="5963"/>
                      </a:cubicBezTo>
                      <a:cubicBezTo>
                        <a:pt x="1047" y="6022"/>
                        <a:pt x="1074" y="6134"/>
                        <a:pt x="1074" y="6246"/>
                      </a:cubicBezTo>
                      <a:cubicBezTo>
                        <a:pt x="1074" y="6358"/>
                        <a:pt x="1080" y="6463"/>
                        <a:pt x="1087" y="6509"/>
                      </a:cubicBezTo>
                      <a:cubicBezTo>
                        <a:pt x="1100" y="6555"/>
                        <a:pt x="1311" y="6608"/>
                        <a:pt x="1350" y="6614"/>
                      </a:cubicBezTo>
                      <a:cubicBezTo>
                        <a:pt x="1390" y="6614"/>
                        <a:pt x="2021" y="6654"/>
                        <a:pt x="2087" y="6654"/>
                      </a:cubicBezTo>
                      <a:lnTo>
                        <a:pt x="2304" y="6654"/>
                      </a:lnTo>
                      <a:cubicBezTo>
                        <a:pt x="2304" y="6654"/>
                        <a:pt x="2360" y="6572"/>
                        <a:pt x="2392" y="6572"/>
                      </a:cubicBezTo>
                      <a:cubicBezTo>
                        <a:pt x="2400" y="6572"/>
                        <a:pt x="2406" y="6577"/>
                        <a:pt x="2410" y="6588"/>
                      </a:cubicBezTo>
                      <a:cubicBezTo>
                        <a:pt x="2429" y="6654"/>
                        <a:pt x="2456" y="6680"/>
                        <a:pt x="2416" y="6752"/>
                      </a:cubicBezTo>
                      <a:cubicBezTo>
                        <a:pt x="2383" y="6818"/>
                        <a:pt x="2337" y="6845"/>
                        <a:pt x="2324" y="6878"/>
                      </a:cubicBezTo>
                      <a:cubicBezTo>
                        <a:pt x="2304" y="6910"/>
                        <a:pt x="2324" y="7095"/>
                        <a:pt x="2350" y="7174"/>
                      </a:cubicBezTo>
                      <a:cubicBezTo>
                        <a:pt x="2377" y="7246"/>
                        <a:pt x="2285" y="7253"/>
                        <a:pt x="2449" y="7384"/>
                      </a:cubicBezTo>
                      <a:cubicBezTo>
                        <a:pt x="2535" y="7444"/>
                        <a:pt x="2594" y="7483"/>
                        <a:pt x="2640" y="7503"/>
                      </a:cubicBezTo>
                      <a:cubicBezTo>
                        <a:pt x="2693" y="7523"/>
                        <a:pt x="2719" y="7529"/>
                        <a:pt x="2732" y="7536"/>
                      </a:cubicBezTo>
                      <a:cubicBezTo>
                        <a:pt x="2752" y="7549"/>
                        <a:pt x="2870" y="7687"/>
                        <a:pt x="2870" y="7707"/>
                      </a:cubicBezTo>
                      <a:cubicBezTo>
                        <a:pt x="2870" y="7713"/>
                        <a:pt x="2870" y="7740"/>
                        <a:pt x="2870" y="7766"/>
                      </a:cubicBezTo>
                      <a:lnTo>
                        <a:pt x="2930" y="7766"/>
                      </a:lnTo>
                      <a:cubicBezTo>
                        <a:pt x="3022" y="7759"/>
                        <a:pt x="3068" y="7766"/>
                        <a:pt x="3127" y="7733"/>
                      </a:cubicBezTo>
                      <a:cubicBezTo>
                        <a:pt x="3186" y="7700"/>
                        <a:pt x="3364" y="7562"/>
                        <a:pt x="3423" y="7444"/>
                      </a:cubicBezTo>
                      <a:cubicBezTo>
                        <a:pt x="3448" y="7401"/>
                        <a:pt x="3483" y="7388"/>
                        <a:pt x="3521" y="7388"/>
                      </a:cubicBezTo>
                      <a:cubicBezTo>
                        <a:pt x="3582" y="7388"/>
                        <a:pt x="3650" y="7424"/>
                        <a:pt x="3686" y="7424"/>
                      </a:cubicBezTo>
                      <a:cubicBezTo>
                        <a:pt x="3752" y="7424"/>
                        <a:pt x="3752" y="7417"/>
                        <a:pt x="3785" y="7371"/>
                      </a:cubicBezTo>
                      <a:cubicBezTo>
                        <a:pt x="3805" y="7347"/>
                        <a:pt x="3834" y="7343"/>
                        <a:pt x="3869" y="7343"/>
                      </a:cubicBezTo>
                      <a:cubicBezTo>
                        <a:pt x="3892" y="7343"/>
                        <a:pt x="3917" y="7345"/>
                        <a:pt x="3943" y="7345"/>
                      </a:cubicBezTo>
                      <a:cubicBezTo>
                        <a:pt x="4009" y="7345"/>
                        <a:pt x="4325" y="7444"/>
                        <a:pt x="4345" y="7450"/>
                      </a:cubicBezTo>
                      <a:cubicBezTo>
                        <a:pt x="4371" y="7457"/>
                        <a:pt x="4582" y="7601"/>
                        <a:pt x="4693" y="7608"/>
                      </a:cubicBezTo>
                      <a:cubicBezTo>
                        <a:pt x="4704" y="7609"/>
                        <a:pt x="4713" y="7609"/>
                        <a:pt x="4722" y="7609"/>
                      </a:cubicBezTo>
                      <a:cubicBezTo>
                        <a:pt x="4810" y="7609"/>
                        <a:pt x="4800" y="7579"/>
                        <a:pt x="4818" y="7555"/>
                      </a:cubicBezTo>
                      <a:cubicBezTo>
                        <a:pt x="4832" y="7529"/>
                        <a:pt x="4924" y="7496"/>
                        <a:pt x="5029" y="7470"/>
                      </a:cubicBezTo>
                      <a:cubicBezTo>
                        <a:pt x="5039" y="7467"/>
                        <a:pt x="5049" y="7466"/>
                        <a:pt x="5057" y="7466"/>
                      </a:cubicBezTo>
                      <a:cubicBezTo>
                        <a:pt x="5135" y="7466"/>
                        <a:pt x="5139" y="7565"/>
                        <a:pt x="5180" y="7595"/>
                      </a:cubicBezTo>
                      <a:cubicBezTo>
                        <a:pt x="5233" y="7634"/>
                        <a:pt x="5279" y="7661"/>
                        <a:pt x="5279" y="7661"/>
                      </a:cubicBezTo>
                      <a:cubicBezTo>
                        <a:pt x="5279" y="7661"/>
                        <a:pt x="5365" y="7621"/>
                        <a:pt x="5398" y="7569"/>
                      </a:cubicBezTo>
                      <a:cubicBezTo>
                        <a:pt x="5424" y="7516"/>
                        <a:pt x="5457" y="7516"/>
                        <a:pt x="5457" y="7516"/>
                      </a:cubicBezTo>
                      <a:cubicBezTo>
                        <a:pt x="5457" y="7516"/>
                        <a:pt x="5635" y="7345"/>
                        <a:pt x="5654" y="7345"/>
                      </a:cubicBezTo>
                      <a:cubicBezTo>
                        <a:pt x="5667" y="7345"/>
                        <a:pt x="5714" y="7503"/>
                        <a:pt x="5714" y="7549"/>
                      </a:cubicBezTo>
                      <a:cubicBezTo>
                        <a:pt x="5714" y="7595"/>
                        <a:pt x="5674" y="7628"/>
                        <a:pt x="5628" y="7680"/>
                      </a:cubicBezTo>
                      <a:cubicBezTo>
                        <a:pt x="5589" y="7727"/>
                        <a:pt x="5569" y="7773"/>
                        <a:pt x="5569" y="7792"/>
                      </a:cubicBezTo>
                      <a:cubicBezTo>
                        <a:pt x="5569" y="7812"/>
                        <a:pt x="5654" y="7911"/>
                        <a:pt x="5667" y="7911"/>
                      </a:cubicBezTo>
                      <a:cubicBezTo>
                        <a:pt x="5687" y="7911"/>
                        <a:pt x="5819" y="7898"/>
                        <a:pt x="5845" y="7898"/>
                      </a:cubicBezTo>
                      <a:cubicBezTo>
                        <a:pt x="5878" y="7898"/>
                        <a:pt x="6029" y="7963"/>
                        <a:pt x="6089" y="7963"/>
                      </a:cubicBezTo>
                      <a:cubicBezTo>
                        <a:pt x="6155" y="7963"/>
                        <a:pt x="6115" y="7911"/>
                        <a:pt x="6115" y="7865"/>
                      </a:cubicBezTo>
                      <a:cubicBezTo>
                        <a:pt x="6115" y="7825"/>
                        <a:pt x="6056" y="7746"/>
                        <a:pt x="6049" y="7687"/>
                      </a:cubicBezTo>
                      <a:cubicBezTo>
                        <a:pt x="6043" y="7634"/>
                        <a:pt x="6043" y="7562"/>
                        <a:pt x="6043" y="7483"/>
                      </a:cubicBezTo>
                      <a:cubicBezTo>
                        <a:pt x="6043" y="7483"/>
                        <a:pt x="6043" y="7476"/>
                        <a:pt x="6043" y="7476"/>
                      </a:cubicBezTo>
                      <a:cubicBezTo>
                        <a:pt x="6043" y="7470"/>
                        <a:pt x="6043" y="7470"/>
                        <a:pt x="6043" y="7463"/>
                      </a:cubicBezTo>
                      <a:cubicBezTo>
                        <a:pt x="6043" y="7463"/>
                        <a:pt x="6043" y="7463"/>
                        <a:pt x="6043" y="7457"/>
                      </a:cubicBezTo>
                      <a:cubicBezTo>
                        <a:pt x="6049" y="7457"/>
                        <a:pt x="6049" y="7450"/>
                        <a:pt x="6049" y="7444"/>
                      </a:cubicBezTo>
                      <a:cubicBezTo>
                        <a:pt x="6049" y="7437"/>
                        <a:pt x="6049" y="7437"/>
                        <a:pt x="6056" y="7430"/>
                      </a:cubicBezTo>
                      <a:cubicBezTo>
                        <a:pt x="6056" y="7424"/>
                        <a:pt x="6056" y="7417"/>
                        <a:pt x="6056" y="7411"/>
                      </a:cubicBezTo>
                      <a:cubicBezTo>
                        <a:pt x="6062" y="7397"/>
                        <a:pt x="6062" y="7391"/>
                        <a:pt x="6069" y="7378"/>
                      </a:cubicBezTo>
                      <a:cubicBezTo>
                        <a:pt x="6069" y="7378"/>
                        <a:pt x="6076" y="7371"/>
                        <a:pt x="6076" y="7365"/>
                      </a:cubicBezTo>
                      <a:cubicBezTo>
                        <a:pt x="6082" y="7351"/>
                        <a:pt x="6089" y="7332"/>
                        <a:pt x="6095" y="7318"/>
                      </a:cubicBezTo>
                      <a:cubicBezTo>
                        <a:pt x="6102" y="7305"/>
                        <a:pt x="6102" y="7299"/>
                        <a:pt x="6108" y="7292"/>
                      </a:cubicBezTo>
                      <a:cubicBezTo>
                        <a:pt x="6108" y="7292"/>
                        <a:pt x="6108" y="7286"/>
                        <a:pt x="6108" y="7286"/>
                      </a:cubicBezTo>
                      <a:cubicBezTo>
                        <a:pt x="6115" y="7272"/>
                        <a:pt x="6122" y="7266"/>
                        <a:pt x="6128" y="7253"/>
                      </a:cubicBezTo>
                      <a:cubicBezTo>
                        <a:pt x="6135" y="7240"/>
                        <a:pt x="6141" y="7233"/>
                        <a:pt x="6148" y="7220"/>
                      </a:cubicBezTo>
                      <a:cubicBezTo>
                        <a:pt x="6155" y="7207"/>
                        <a:pt x="6161" y="7200"/>
                        <a:pt x="6168" y="7187"/>
                      </a:cubicBezTo>
                      <a:cubicBezTo>
                        <a:pt x="6168" y="7180"/>
                        <a:pt x="6174" y="7174"/>
                        <a:pt x="6181" y="7174"/>
                      </a:cubicBezTo>
                      <a:cubicBezTo>
                        <a:pt x="6181" y="7167"/>
                        <a:pt x="6187" y="7161"/>
                        <a:pt x="6187" y="7154"/>
                      </a:cubicBezTo>
                      <a:cubicBezTo>
                        <a:pt x="6194" y="7147"/>
                        <a:pt x="6201" y="7134"/>
                        <a:pt x="6214" y="7128"/>
                      </a:cubicBezTo>
                      <a:cubicBezTo>
                        <a:pt x="6220" y="7114"/>
                        <a:pt x="6227" y="7108"/>
                        <a:pt x="6233" y="7095"/>
                      </a:cubicBezTo>
                      <a:cubicBezTo>
                        <a:pt x="6240" y="7088"/>
                        <a:pt x="6247" y="7082"/>
                        <a:pt x="6260" y="7075"/>
                      </a:cubicBezTo>
                      <a:cubicBezTo>
                        <a:pt x="6266" y="7068"/>
                        <a:pt x="6273" y="7062"/>
                        <a:pt x="6280" y="7055"/>
                      </a:cubicBezTo>
                      <a:cubicBezTo>
                        <a:pt x="6405" y="6963"/>
                        <a:pt x="6385" y="6891"/>
                        <a:pt x="6385" y="6825"/>
                      </a:cubicBezTo>
                      <a:cubicBezTo>
                        <a:pt x="6385" y="6759"/>
                        <a:pt x="6352" y="6752"/>
                        <a:pt x="6352" y="6687"/>
                      </a:cubicBezTo>
                      <a:cubicBezTo>
                        <a:pt x="6352" y="6627"/>
                        <a:pt x="6405" y="6634"/>
                        <a:pt x="6503" y="6595"/>
                      </a:cubicBezTo>
                      <a:cubicBezTo>
                        <a:pt x="6595" y="6548"/>
                        <a:pt x="6602" y="6463"/>
                        <a:pt x="6674" y="6423"/>
                      </a:cubicBezTo>
                      <a:cubicBezTo>
                        <a:pt x="6740" y="6377"/>
                        <a:pt x="6852" y="6391"/>
                        <a:pt x="6925" y="6358"/>
                      </a:cubicBezTo>
                      <a:cubicBezTo>
                        <a:pt x="6997" y="6331"/>
                        <a:pt x="7036" y="6252"/>
                        <a:pt x="7096" y="6127"/>
                      </a:cubicBezTo>
                      <a:cubicBezTo>
                        <a:pt x="7161" y="6009"/>
                        <a:pt x="7175" y="5897"/>
                        <a:pt x="7240" y="5792"/>
                      </a:cubicBezTo>
                      <a:cubicBezTo>
                        <a:pt x="7306" y="5686"/>
                        <a:pt x="7543" y="5647"/>
                        <a:pt x="7563" y="5581"/>
                      </a:cubicBezTo>
                      <a:cubicBezTo>
                        <a:pt x="7583" y="5515"/>
                        <a:pt x="7556" y="5436"/>
                        <a:pt x="7583" y="5311"/>
                      </a:cubicBezTo>
                      <a:cubicBezTo>
                        <a:pt x="7602" y="5180"/>
                        <a:pt x="7688" y="5160"/>
                        <a:pt x="7721" y="5081"/>
                      </a:cubicBezTo>
                      <a:cubicBezTo>
                        <a:pt x="7760" y="5002"/>
                        <a:pt x="7721" y="4976"/>
                        <a:pt x="7721" y="4804"/>
                      </a:cubicBezTo>
                      <a:cubicBezTo>
                        <a:pt x="7721" y="4633"/>
                        <a:pt x="7774" y="4686"/>
                        <a:pt x="7826" y="4600"/>
                      </a:cubicBezTo>
                      <a:cubicBezTo>
                        <a:pt x="7872" y="4521"/>
                        <a:pt x="7885" y="4489"/>
                        <a:pt x="7885" y="4449"/>
                      </a:cubicBezTo>
                      <a:cubicBezTo>
                        <a:pt x="7885" y="4416"/>
                        <a:pt x="7931" y="4265"/>
                        <a:pt x="7931" y="4265"/>
                      </a:cubicBezTo>
                      <a:lnTo>
                        <a:pt x="7997" y="4107"/>
                      </a:lnTo>
                      <a:cubicBezTo>
                        <a:pt x="7997" y="4107"/>
                        <a:pt x="7931" y="4080"/>
                        <a:pt x="7899" y="4074"/>
                      </a:cubicBezTo>
                      <a:cubicBezTo>
                        <a:pt x="7859" y="4067"/>
                        <a:pt x="7879" y="3923"/>
                        <a:pt x="7879" y="3923"/>
                      </a:cubicBezTo>
                      <a:cubicBezTo>
                        <a:pt x="7879" y="3923"/>
                        <a:pt x="7872" y="3718"/>
                        <a:pt x="7859" y="3547"/>
                      </a:cubicBezTo>
                      <a:cubicBezTo>
                        <a:pt x="7859" y="3435"/>
                        <a:pt x="7852" y="3337"/>
                        <a:pt x="7852" y="3304"/>
                      </a:cubicBezTo>
                      <a:cubicBezTo>
                        <a:pt x="7852" y="3225"/>
                        <a:pt x="7787" y="3133"/>
                        <a:pt x="7787" y="3100"/>
                      </a:cubicBezTo>
                      <a:cubicBezTo>
                        <a:pt x="7787" y="3074"/>
                        <a:pt x="7852" y="2975"/>
                        <a:pt x="7879" y="2876"/>
                      </a:cubicBezTo>
                      <a:cubicBezTo>
                        <a:pt x="7905" y="2777"/>
                        <a:pt x="7885" y="2665"/>
                        <a:pt x="7931" y="2481"/>
                      </a:cubicBezTo>
                      <a:cubicBezTo>
                        <a:pt x="7971" y="2336"/>
                        <a:pt x="8089" y="2027"/>
                        <a:pt x="8135" y="1909"/>
                      </a:cubicBezTo>
                      <a:cubicBezTo>
                        <a:pt x="8135" y="1909"/>
                        <a:pt x="8135" y="1909"/>
                        <a:pt x="8135" y="1902"/>
                      </a:cubicBezTo>
                      <a:cubicBezTo>
                        <a:pt x="8135" y="1902"/>
                        <a:pt x="8142" y="1895"/>
                        <a:pt x="8142" y="1895"/>
                      </a:cubicBezTo>
                      <a:cubicBezTo>
                        <a:pt x="8142" y="1895"/>
                        <a:pt x="8142" y="1889"/>
                        <a:pt x="8142" y="1889"/>
                      </a:cubicBezTo>
                      <a:cubicBezTo>
                        <a:pt x="8149" y="1876"/>
                        <a:pt x="8149" y="1869"/>
                        <a:pt x="8155" y="1863"/>
                      </a:cubicBezTo>
                      <a:lnTo>
                        <a:pt x="7175" y="1790"/>
                      </a:lnTo>
                      <a:lnTo>
                        <a:pt x="3759" y="1547"/>
                      </a:lnTo>
                      <a:lnTo>
                        <a:pt x="3522" y="1547"/>
                      </a:lnTo>
                      <a:lnTo>
                        <a:pt x="3351" y="1468"/>
                      </a:lnTo>
                      <a:cubicBezTo>
                        <a:pt x="3351" y="1468"/>
                        <a:pt x="3285" y="1343"/>
                        <a:pt x="3265" y="1303"/>
                      </a:cubicBezTo>
                      <a:cubicBezTo>
                        <a:pt x="3252" y="1264"/>
                        <a:pt x="3120" y="1290"/>
                        <a:pt x="3094" y="1257"/>
                      </a:cubicBezTo>
                      <a:cubicBezTo>
                        <a:pt x="3074" y="1218"/>
                        <a:pt x="3035" y="1145"/>
                        <a:pt x="3015" y="1106"/>
                      </a:cubicBezTo>
                      <a:cubicBezTo>
                        <a:pt x="2989" y="1060"/>
                        <a:pt x="2923" y="1073"/>
                        <a:pt x="2916" y="1040"/>
                      </a:cubicBezTo>
                      <a:cubicBezTo>
                        <a:pt x="2903" y="1014"/>
                        <a:pt x="2844" y="836"/>
                        <a:pt x="2844" y="803"/>
                      </a:cubicBezTo>
                      <a:cubicBezTo>
                        <a:pt x="2844" y="770"/>
                        <a:pt x="2844" y="645"/>
                        <a:pt x="2791" y="586"/>
                      </a:cubicBezTo>
                      <a:cubicBezTo>
                        <a:pt x="2745" y="520"/>
                        <a:pt x="2739" y="494"/>
                        <a:pt x="2706" y="382"/>
                      </a:cubicBezTo>
                      <a:cubicBezTo>
                        <a:pt x="2680" y="270"/>
                        <a:pt x="2706" y="151"/>
                        <a:pt x="2706" y="151"/>
                      </a:cubicBezTo>
                      <a:cubicBezTo>
                        <a:pt x="2706" y="151"/>
                        <a:pt x="2607" y="46"/>
                        <a:pt x="2508" y="7"/>
                      </a:cubicBezTo>
                      <a:cubicBezTo>
                        <a:pt x="2489" y="0"/>
                        <a:pt x="2469" y="0"/>
                        <a:pt x="2449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1588;p19">
                  <a:extLst>
                    <a:ext uri="{FF2B5EF4-FFF2-40B4-BE49-F238E27FC236}">
                      <a16:creationId xmlns:a16="http://schemas.microsoft.com/office/drawing/2014/main" id="{5220DCF1-AE49-1548-F214-3ACB4C5F9786}"/>
                    </a:ext>
                  </a:extLst>
                </p:cNvPr>
                <p:cNvSpPr/>
                <p:nvPr/>
              </p:nvSpPr>
              <p:spPr>
                <a:xfrm>
                  <a:off x="6103802" y="2352385"/>
                  <a:ext cx="541674" cy="460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3" h="4220" extrusionOk="0">
                      <a:moveTo>
                        <a:pt x="2514" y="0"/>
                      </a:moveTo>
                      <a:cubicBezTo>
                        <a:pt x="2495" y="0"/>
                        <a:pt x="2310" y="47"/>
                        <a:pt x="2284" y="93"/>
                      </a:cubicBezTo>
                      <a:cubicBezTo>
                        <a:pt x="2258" y="132"/>
                        <a:pt x="2179" y="198"/>
                        <a:pt x="2179" y="198"/>
                      </a:cubicBezTo>
                      <a:cubicBezTo>
                        <a:pt x="2179" y="198"/>
                        <a:pt x="2080" y="283"/>
                        <a:pt x="2054" y="323"/>
                      </a:cubicBezTo>
                      <a:cubicBezTo>
                        <a:pt x="2021" y="356"/>
                        <a:pt x="2054" y="487"/>
                        <a:pt x="2054" y="487"/>
                      </a:cubicBezTo>
                      <a:cubicBezTo>
                        <a:pt x="2054" y="487"/>
                        <a:pt x="1955" y="527"/>
                        <a:pt x="1929" y="553"/>
                      </a:cubicBezTo>
                      <a:cubicBezTo>
                        <a:pt x="1909" y="580"/>
                        <a:pt x="1882" y="698"/>
                        <a:pt x="1876" y="744"/>
                      </a:cubicBezTo>
                      <a:cubicBezTo>
                        <a:pt x="1869" y="784"/>
                        <a:pt x="1850" y="803"/>
                        <a:pt x="1803" y="836"/>
                      </a:cubicBezTo>
                      <a:cubicBezTo>
                        <a:pt x="1792" y="842"/>
                        <a:pt x="1778" y="844"/>
                        <a:pt x="1765" y="844"/>
                      </a:cubicBezTo>
                      <a:cubicBezTo>
                        <a:pt x="1717" y="844"/>
                        <a:pt x="1665" y="817"/>
                        <a:pt x="1665" y="817"/>
                      </a:cubicBezTo>
                      <a:cubicBezTo>
                        <a:pt x="1665" y="817"/>
                        <a:pt x="1535" y="743"/>
                        <a:pt x="1448" y="743"/>
                      </a:cubicBezTo>
                      <a:cubicBezTo>
                        <a:pt x="1441" y="743"/>
                        <a:pt x="1434" y="743"/>
                        <a:pt x="1428" y="744"/>
                      </a:cubicBezTo>
                      <a:cubicBezTo>
                        <a:pt x="1343" y="757"/>
                        <a:pt x="1376" y="830"/>
                        <a:pt x="1356" y="915"/>
                      </a:cubicBezTo>
                      <a:cubicBezTo>
                        <a:pt x="1336" y="1001"/>
                        <a:pt x="1297" y="1053"/>
                        <a:pt x="1277" y="1067"/>
                      </a:cubicBezTo>
                      <a:cubicBezTo>
                        <a:pt x="1265" y="1075"/>
                        <a:pt x="1207" y="1088"/>
                        <a:pt x="1157" y="1088"/>
                      </a:cubicBezTo>
                      <a:cubicBezTo>
                        <a:pt x="1125" y="1088"/>
                        <a:pt x="1096" y="1082"/>
                        <a:pt x="1086" y="1067"/>
                      </a:cubicBezTo>
                      <a:cubicBezTo>
                        <a:pt x="1080" y="1052"/>
                        <a:pt x="1073" y="1048"/>
                        <a:pt x="1066" y="1048"/>
                      </a:cubicBezTo>
                      <a:cubicBezTo>
                        <a:pt x="1051" y="1048"/>
                        <a:pt x="1033" y="1067"/>
                        <a:pt x="1013" y="1067"/>
                      </a:cubicBezTo>
                      <a:cubicBezTo>
                        <a:pt x="1011" y="1067"/>
                        <a:pt x="1009" y="1067"/>
                        <a:pt x="1007" y="1067"/>
                      </a:cubicBezTo>
                      <a:cubicBezTo>
                        <a:pt x="1006" y="1066"/>
                        <a:pt x="1004" y="1066"/>
                        <a:pt x="1003" y="1066"/>
                      </a:cubicBezTo>
                      <a:cubicBezTo>
                        <a:pt x="975" y="1066"/>
                        <a:pt x="928" y="1119"/>
                        <a:pt x="928" y="1119"/>
                      </a:cubicBezTo>
                      <a:cubicBezTo>
                        <a:pt x="928" y="1119"/>
                        <a:pt x="773" y="1179"/>
                        <a:pt x="730" y="1179"/>
                      </a:cubicBezTo>
                      <a:cubicBezTo>
                        <a:pt x="728" y="1179"/>
                        <a:pt x="726" y="1179"/>
                        <a:pt x="724" y="1179"/>
                      </a:cubicBezTo>
                      <a:cubicBezTo>
                        <a:pt x="685" y="1179"/>
                        <a:pt x="612" y="1100"/>
                        <a:pt x="593" y="1080"/>
                      </a:cubicBezTo>
                      <a:cubicBezTo>
                        <a:pt x="583" y="1060"/>
                        <a:pt x="464" y="1040"/>
                        <a:pt x="380" y="1040"/>
                      </a:cubicBezTo>
                      <a:cubicBezTo>
                        <a:pt x="354" y="1040"/>
                        <a:pt x="331" y="1042"/>
                        <a:pt x="316" y="1047"/>
                      </a:cubicBezTo>
                      <a:cubicBezTo>
                        <a:pt x="250" y="1067"/>
                        <a:pt x="250" y="1172"/>
                        <a:pt x="224" y="1238"/>
                      </a:cubicBezTo>
                      <a:cubicBezTo>
                        <a:pt x="198" y="1304"/>
                        <a:pt x="0" y="1389"/>
                        <a:pt x="0" y="1389"/>
                      </a:cubicBezTo>
                      <a:lnTo>
                        <a:pt x="92" y="1435"/>
                      </a:lnTo>
                      <a:cubicBezTo>
                        <a:pt x="132" y="1409"/>
                        <a:pt x="165" y="1396"/>
                        <a:pt x="165" y="1396"/>
                      </a:cubicBezTo>
                      <a:cubicBezTo>
                        <a:pt x="165" y="1396"/>
                        <a:pt x="303" y="1383"/>
                        <a:pt x="388" y="1369"/>
                      </a:cubicBezTo>
                      <a:cubicBezTo>
                        <a:pt x="464" y="1359"/>
                        <a:pt x="635" y="1348"/>
                        <a:pt x="714" y="1348"/>
                      </a:cubicBezTo>
                      <a:cubicBezTo>
                        <a:pt x="732" y="1348"/>
                        <a:pt x="744" y="1348"/>
                        <a:pt x="750" y="1350"/>
                      </a:cubicBezTo>
                      <a:cubicBezTo>
                        <a:pt x="782" y="1355"/>
                        <a:pt x="865" y="1373"/>
                        <a:pt x="910" y="1373"/>
                      </a:cubicBezTo>
                      <a:cubicBezTo>
                        <a:pt x="921" y="1373"/>
                        <a:pt x="930" y="1372"/>
                        <a:pt x="935" y="1369"/>
                      </a:cubicBezTo>
                      <a:cubicBezTo>
                        <a:pt x="960" y="1363"/>
                        <a:pt x="996" y="1310"/>
                        <a:pt x="1023" y="1310"/>
                      </a:cubicBezTo>
                      <a:cubicBezTo>
                        <a:pt x="1024" y="1310"/>
                        <a:pt x="1026" y="1310"/>
                        <a:pt x="1027" y="1310"/>
                      </a:cubicBezTo>
                      <a:cubicBezTo>
                        <a:pt x="1060" y="1317"/>
                        <a:pt x="1132" y="1383"/>
                        <a:pt x="1132" y="1422"/>
                      </a:cubicBezTo>
                      <a:cubicBezTo>
                        <a:pt x="1132" y="1468"/>
                        <a:pt x="1080" y="1547"/>
                        <a:pt x="1080" y="1580"/>
                      </a:cubicBezTo>
                      <a:cubicBezTo>
                        <a:pt x="1073" y="1613"/>
                        <a:pt x="1053" y="1639"/>
                        <a:pt x="1080" y="1685"/>
                      </a:cubicBezTo>
                      <a:cubicBezTo>
                        <a:pt x="1099" y="1725"/>
                        <a:pt x="1099" y="1758"/>
                        <a:pt x="1080" y="1791"/>
                      </a:cubicBezTo>
                      <a:cubicBezTo>
                        <a:pt x="1060" y="1824"/>
                        <a:pt x="994" y="1876"/>
                        <a:pt x="1014" y="1962"/>
                      </a:cubicBezTo>
                      <a:cubicBezTo>
                        <a:pt x="1027" y="1995"/>
                        <a:pt x="1040" y="2028"/>
                        <a:pt x="1053" y="2054"/>
                      </a:cubicBezTo>
                      <a:cubicBezTo>
                        <a:pt x="1060" y="2060"/>
                        <a:pt x="1060" y="2074"/>
                        <a:pt x="1066" y="2080"/>
                      </a:cubicBezTo>
                      <a:cubicBezTo>
                        <a:pt x="1073" y="2093"/>
                        <a:pt x="1080" y="2107"/>
                        <a:pt x="1086" y="2120"/>
                      </a:cubicBezTo>
                      <a:cubicBezTo>
                        <a:pt x="1086" y="2120"/>
                        <a:pt x="1093" y="2126"/>
                        <a:pt x="1093" y="2133"/>
                      </a:cubicBezTo>
                      <a:cubicBezTo>
                        <a:pt x="1093" y="2133"/>
                        <a:pt x="1099" y="2139"/>
                        <a:pt x="1099" y="2146"/>
                      </a:cubicBezTo>
                      <a:cubicBezTo>
                        <a:pt x="1099" y="2146"/>
                        <a:pt x="1099" y="2153"/>
                        <a:pt x="1099" y="2153"/>
                      </a:cubicBezTo>
                      <a:lnTo>
                        <a:pt x="1106" y="2153"/>
                      </a:lnTo>
                      <a:cubicBezTo>
                        <a:pt x="1106" y="2159"/>
                        <a:pt x="1106" y="2166"/>
                        <a:pt x="1106" y="2172"/>
                      </a:cubicBezTo>
                      <a:cubicBezTo>
                        <a:pt x="1119" y="2218"/>
                        <a:pt x="1132" y="2264"/>
                        <a:pt x="1119" y="2297"/>
                      </a:cubicBezTo>
                      <a:cubicBezTo>
                        <a:pt x="1106" y="2330"/>
                        <a:pt x="1040" y="2468"/>
                        <a:pt x="1099" y="2574"/>
                      </a:cubicBezTo>
                      <a:cubicBezTo>
                        <a:pt x="1159" y="2686"/>
                        <a:pt x="1145" y="2705"/>
                        <a:pt x="1284" y="2909"/>
                      </a:cubicBezTo>
                      <a:cubicBezTo>
                        <a:pt x="1415" y="3113"/>
                        <a:pt x="1652" y="3232"/>
                        <a:pt x="1744" y="3278"/>
                      </a:cubicBezTo>
                      <a:cubicBezTo>
                        <a:pt x="1827" y="3313"/>
                        <a:pt x="1904" y="3338"/>
                        <a:pt x="1948" y="3338"/>
                      </a:cubicBezTo>
                      <a:cubicBezTo>
                        <a:pt x="1953" y="3338"/>
                        <a:pt x="1957" y="3338"/>
                        <a:pt x="1961" y="3337"/>
                      </a:cubicBezTo>
                      <a:cubicBezTo>
                        <a:pt x="1994" y="3337"/>
                        <a:pt x="2060" y="3324"/>
                        <a:pt x="2106" y="3324"/>
                      </a:cubicBezTo>
                      <a:cubicBezTo>
                        <a:pt x="2146" y="3324"/>
                        <a:pt x="2231" y="3324"/>
                        <a:pt x="2304" y="3377"/>
                      </a:cubicBezTo>
                      <a:cubicBezTo>
                        <a:pt x="2383" y="3423"/>
                        <a:pt x="2481" y="3482"/>
                        <a:pt x="2495" y="3482"/>
                      </a:cubicBezTo>
                      <a:cubicBezTo>
                        <a:pt x="2508" y="3482"/>
                        <a:pt x="2613" y="3443"/>
                        <a:pt x="2613" y="3443"/>
                      </a:cubicBezTo>
                      <a:cubicBezTo>
                        <a:pt x="2613" y="3443"/>
                        <a:pt x="2692" y="3482"/>
                        <a:pt x="2705" y="3521"/>
                      </a:cubicBezTo>
                      <a:cubicBezTo>
                        <a:pt x="2718" y="3561"/>
                        <a:pt x="2725" y="3607"/>
                        <a:pt x="2850" y="3693"/>
                      </a:cubicBezTo>
                      <a:cubicBezTo>
                        <a:pt x="2975" y="3778"/>
                        <a:pt x="3133" y="3804"/>
                        <a:pt x="3166" y="3811"/>
                      </a:cubicBezTo>
                      <a:cubicBezTo>
                        <a:pt x="3172" y="3818"/>
                        <a:pt x="3192" y="3818"/>
                        <a:pt x="3212" y="3818"/>
                      </a:cubicBezTo>
                      <a:lnTo>
                        <a:pt x="3232" y="3818"/>
                      </a:lnTo>
                      <a:lnTo>
                        <a:pt x="3245" y="3824"/>
                      </a:lnTo>
                      <a:lnTo>
                        <a:pt x="3258" y="3824"/>
                      </a:lnTo>
                      <a:lnTo>
                        <a:pt x="3271" y="3831"/>
                      </a:lnTo>
                      <a:lnTo>
                        <a:pt x="3291" y="3831"/>
                      </a:lnTo>
                      <a:cubicBezTo>
                        <a:pt x="3297" y="3831"/>
                        <a:pt x="3304" y="3837"/>
                        <a:pt x="3311" y="3837"/>
                      </a:cubicBezTo>
                      <a:cubicBezTo>
                        <a:pt x="3324" y="3844"/>
                        <a:pt x="3330" y="3844"/>
                        <a:pt x="3344" y="3851"/>
                      </a:cubicBezTo>
                      <a:cubicBezTo>
                        <a:pt x="3344" y="3857"/>
                        <a:pt x="3350" y="3857"/>
                        <a:pt x="3350" y="3857"/>
                      </a:cubicBezTo>
                      <a:cubicBezTo>
                        <a:pt x="3350" y="3857"/>
                        <a:pt x="3350" y="3864"/>
                        <a:pt x="3357" y="3864"/>
                      </a:cubicBezTo>
                      <a:cubicBezTo>
                        <a:pt x="3357" y="3864"/>
                        <a:pt x="3357" y="3870"/>
                        <a:pt x="3363" y="3870"/>
                      </a:cubicBezTo>
                      <a:cubicBezTo>
                        <a:pt x="3403" y="3916"/>
                        <a:pt x="3469" y="3962"/>
                        <a:pt x="3508" y="4022"/>
                      </a:cubicBezTo>
                      <a:cubicBezTo>
                        <a:pt x="3545" y="4070"/>
                        <a:pt x="3621" y="4142"/>
                        <a:pt x="3684" y="4142"/>
                      </a:cubicBezTo>
                      <a:cubicBezTo>
                        <a:pt x="3689" y="4142"/>
                        <a:pt x="3694" y="4141"/>
                        <a:pt x="3699" y="4140"/>
                      </a:cubicBezTo>
                      <a:cubicBezTo>
                        <a:pt x="3765" y="4120"/>
                        <a:pt x="3732" y="4101"/>
                        <a:pt x="3850" y="4101"/>
                      </a:cubicBezTo>
                      <a:cubicBezTo>
                        <a:pt x="3969" y="4101"/>
                        <a:pt x="4107" y="4134"/>
                        <a:pt x="4146" y="4140"/>
                      </a:cubicBezTo>
                      <a:cubicBezTo>
                        <a:pt x="4179" y="4153"/>
                        <a:pt x="4285" y="4153"/>
                        <a:pt x="4337" y="4166"/>
                      </a:cubicBezTo>
                      <a:cubicBezTo>
                        <a:pt x="4364" y="4180"/>
                        <a:pt x="4403" y="4199"/>
                        <a:pt x="4436" y="4219"/>
                      </a:cubicBezTo>
                      <a:cubicBezTo>
                        <a:pt x="4429" y="4213"/>
                        <a:pt x="4561" y="4134"/>
                        <a:pt x="4601" y="4094"/>
                      </a:cubicBezTo>
                      <a:cubicBezTo>
                        <a:pt x="4633" y="4048"/>
                        <a:pt x="4633" y="3956"/>
                        <a:pt x="4633" y="3930"/>
                      </a:cubicBezTo>
                      <a:cubicBezTo>
                        <a:pt x="4633" y="3897"/>
                        <a:pt x="4693" y="3804"/>
                        <a:pt x="4712" y="3791"/>
                      </a:cubicBezTo>
                      <a:cubicBezTo>
                        <a:pt x="4726" y="3772"/>
                        <a:pt x="4831" y="3600"/>
                        <a:pt x="4837" y="3535"/>
                      </a:cubicBezTo>
                      <a:cubicBezTo>
                        <a:pt x="4844" y="3462"/>
                        <a:pt x="4837" y="3495"/>
                        <a:pt x="4890" y="3416"/>
                      </a:cubicBezTo>
                      <a:cubicBezTo>
                        <a:pt x="4949" y="3337"/>
                        <a:pt x="4963" y="3245"/>
                        <a:pt x="4963" y="3186"/>
                      </a:cubicBezTo>
                      <a:cubicBezTo>
                        <a:pt x="4963" y="3120"/>
                        <a:pt x="4916" y="3074"/>
                        <a:pt x="4831" y="2923"/>
                      </a:cubicBezTo>
                      <a:cubicBezTo>
                        <a:pt x="4745" y="2765"/>
                        <a:pt x="4752" y="2804"/>
                        <a:pt x="4752" y="2751"/>
                      </a:cubicBezTo>
                      <a:cubicBezTo>
                        <a:pt x="4752" y="2692"/>
                        <a:pt x="4765" y="2672"/>
                        <a:pt x="4778" y="2653"/>
                      </a:cubicBezTo>
                      <a:cubicBezTo>
                        <a:pt x="4791" y="2626"/>
                        <a:pt x="4831" y="2580"/>
                        <a:pt x="4844" y="2508"/>
                      </a:cubicBezTo>
                      <a:cubicBezTo>
                        <a:pt x="4864" y="2442"/>
                        <a:pt x="4844" y="2403"/>
                        <a:pt x="4844" y="2403"/>
                      </a:cubicBezTo>
                      <a:cubicBezTo>
                        <a:pt x="4844" y="2403"/>
                        <a:pt x="4693" y="2396"/>
                        <a:pt x="4601" y="2350"/>
                      </a:cubicBezTo>
                      <a:cubicBezTo>
                        <a:pt x="4508" y="2297"/>
                        <a:pt x="4601" y="2291"/>
                        <a:pt x="4601" y="2291"/>
                      </a:cubicBezTo>
                      <a:lnTo>
                        <a:pt x="3969" y="2291"/>
                      </a:lnTo>
                      <a:cubicBezTo>
                        <a:pt x="3896" y="2291"/>
                        <a:pt x="3831" y="2278"/>
                        <a:pt x="3798" y="2258"/>
                      </a:cubicBezTo>
                      <a:cubicBezTo>
                        <a:pt x="3758" y="2232"/>
                        <a:pt x="3778" y="2133"/>
                        <a:pt x="3811" y="2060"/>
                      </a:cubicBezTo>
                      <a:cubicBezTo>
                        <a:pt x="3844" y="1988"/>
                        <a:pt x="3817" y="1955"/>
                        <a:pt x="3811" y="1889"/>
                      </a:cubicBezTo>
                      <a:cubicBezTo>
                        <a:pt x="3811" y="1824"/>
                        <a:pt x="3771" y="1771"/>
                        <a:pt x="3745" y="1698"/>
                      </a:cubicBezTo>
                      <a:cubicBezTo>
                        <a:pt x="3725" y="1626"/>
                        <a:pt x="3791" y="1560"/>
                        <a:pt x="3811" y="1527"/>
                      </a:cubicBezTo>
                      <a:cubicBezTo>
                        <a:pt x="3817" y="1514"/>
                        <a:pt x="3804" y="1494"/>
                        <a:pt x="3791" y="1468"/>
                      </a:cubicBezTo>
                      <a:cubicBezTo>
                        <a:pt x="3771" y="1442"/>
                        <a:pt x="3738" y="1409"/>
                        <a:pt x="3738" y="1389"/>
                      </a:cubicBezTo>
                      <a:cubicBezTo>
                        <a:pt x="3738" y="1363"/>
                        <a:pt x="3752" y="1343"/>
                        <a:pt x="3771" y="1290"/>
                      </a:cubicBezTo>
                      <a:cubicBezTo>
                        <a:pt x="3791" y="1244"/>
                        <a:pt x="3765" y="1132"/>
                        <a:pt x="3745" y="1106"/>
                      </a:cubicBezTo>
                      <a:cubicBezTo>
                        <a:pt x="3732" y="1086"/>
                        <a:pt x="3699" y="981"/>
                        <a:pt x="3699" y="981"/>
                      </a:cubicBezTo>
                      <a:lnTo>
                        <a:pt x="3811" y="869"/>
                      </a:lnTo>
                      <a:lnTo>
                        <a:pt x="3811" y="652"/>
                      </a:lnTo>
                      <a:cubicBezTo>
                        <a:pt x="3811" y="639"/>
                        <a:pt x="3804" y="626"/>
                        <a:pt x="3791" y="619"/>
                      </a:cubicBezTo>
                      <a:cubicBezTo>
                        <a:pt x="3778" y="613"/>
                        <a:pt x="3758" y="611"/>
                        <a:pt x="3742" y="611"/>
                      </a:cubicBezTo>
                      <a:cubicBezTo>
                        <a:pt x="3725" y="611"/>
                        <a:pt x="3712" y="613"/>
                        <a:pt x="3712" y="613"/>
                      </a:cubicBezTo>
                      <a:lnTo>
                        <a:pt x="3574" y="698"/>
                      </a:lnTo>
                      <a:cubicBezTo>
                        <a:pt x="3574" y="698"/>
                        <a:pt x="3370" y="632"/>
                        <a:pt x="3337" y="553"/>
                      </a:cubicBezTo>
                      <a:cubicBezTo>
                        <a:pt x="3311" y="474"/>
                        <a:pt x="3232" y="448"/>
                        <a:pt x="3199" y="448"/>
                      </a:cubicBezTo>
                      <a:cubicBezTo>
                        <a:pt x="3166" y="441"/>
                        <a:pt x="3054" y="297"/>
                        <a:pt x="3034" y="264"/>
                      </a:cubicBezTo>
                      <a:cubicBezTo>
                        <a:pt x="3014" y="224"/>
                        <a:pt x="2876" y="79"/>
                        <a:pt x="2876" y="79"/>
                      </a:cubicBezTo>
                      <a:cubicBezTo>
                        <a:pt x="2876" y="79"/>
                        <a:pt x="2534" y="0"/>
                        <a:pt x="251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1589;p19">
                  <a:extLst>
                    <a:ext uri="{FF2B5EF4-FFF2-40B4-BE49-F238E27FC236}">
                      <a16:creationId xmlns:a16="http://schemas.microsoft.com/office/drawing/2014/main" id="{8AFE7581-140F-0529-B0A0-872694DB7A34}"/>
                    </a:ext>
                  </a:extLst>
                </p:cNvPr>
                <p:cNvSpPr/>
                <p:nvPr/>
              </p:nvSpPr>
              <p:spPr>
                <a:xfrm>
                  <a:off x="5565078" y="1535674"/>
                  <a:ext cx="1377051" cy="968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7" h="8873" extrusionOk="0">
                      <a:moveTo>
                        <a:pt x="7404" y="0"/>
                      </a:moveTo>
                      <a:cubicBezTo>
                        <a:pt x="7398" y="33"/>
                        <a:pt x="7384" y="60"/>
                        <a:pt x="7371" y="66"/>
                      </a:cubicBezTo>
                      <a:cubicBezTo>
                        <a:pt x="7338" y="79"/>
                        <a:pt x="7246" y="106"/>
                        <a:pt x="7200" y="145"/>
                      </a:cubicBezTo>
                      <a:cubicBezTo>
                        <a:pt x="7168" y="178"/>
                        <a:pt x="7132" y="191"/>
                        <a:pt x="7104" y="191"/>
                      </a:cubicBezTo>
                      <a:cubicBezTo>
                        <a:pt x="7093" y="191"/>
                        <a:pt x="7083" y="189"/>
                        <a:pt x="7075" y="185"/>
                      </a:cubicBezTo>
                      <a:cubicBezTo>
                        <a:pt x="7052" y="176"/>
                        <a:pt x="7001" y="163"/>
                        <a:pt x="6969" y="163"/>
                      </a:cubicBezTo>
                      <a:cubicBezTo>
                        <a:pt x="6955" y="163"/>
                        <a:pt x="6946" y="166"/>
                        <a:pt x="6944" y="172"/>
                      </a:cubicBezTo>
                      <a:cubicBezTo>
                        <a:pt x="6937" y="198"/>
                        <a:pt x="6950" y="362"/>
                        <a:pt x="6930" y="402"/>
                      </a:cubicBezTo>
                      <a:cubicBezTo>
                        <a:pt x="6911" y="448"/>
                        <a:pt x="6792" y="527"/>
                        <a:pt x="6772" y="553"/>
                      </a:cubicBezTo>
                      <a:cubicBezTo>
                        <a:pt x="6753" y="580"/>
                        <a:pt x="6726" y="626"/>
                        <a:pt x="6700" y="626"/>
                      </a:cubicBezTo>
                      <a:cubicBezTo>
                        <a:pt x="6680" y="626"/>
                        <a:pt x="6654" y="573"/>
                        <a:pt x="6654" y="573"/>
                      </a:cubicBezTo>
                      <a:cubicBezTo>
                        <a:pt x="6654" y="573"/>
                        <a:pt x="6647" y="570"/>
                        <a:pt x="6638" y="570"/>
                      </a:cubicBezTo>
                      <a:cubicBezTo>
                        <a:pt x="6626" y="570"/>
                        <a:pt x="6609" y="575"/>
                        <a:pt x="6595" y="593"/>
                      </a:cubicBezTo>
                      <a:cubicBezTo>
                        <a:pt x="6562" y="626"/>
                        <a:pt x="6463" y="731"/>
                        <a:pt x="6450" y="731"/>
                      </a:cubicBezTo>
                      <a:cubicBezTo>
                        <a:pt x="6432" y="731"/>
                        <a:pt x="6381" y="704"/>
                        <a:pt x="6353" y="704"/>
                      </a:cubicBezTo>
                      <a:cubicBezTo>
                        <a:pt x="6350" y="704"/>
                        <a:pt x="6347" y="704"/>
                        <a:pt x="6345" y="705"/>
                      </a:cubicBezTo>
                      <a:cubicBezTo>
                        <a:pt x="6318" y="718"/>
                        <a:pt x="6259" y="751"/>
                        <a:pt x="6233" y="777"/>
                      </a:cubicBezTo>
                      <a:cubicBezTo>
                        <a:pt x="6206" y="810"/>
                        <a:pt x="6147" y="843"/>
                        <a:pt x="6141" y="863"/>
                      </a:cubicBezTo>
                      <a:cubicBezTo>
                        <a:pt x="6127" y="876"/>
                        <a:pt x="6121" y="922"/>
                        <a:pt x="6108" y="942"/>
                      </a:cubicBezTo>
                      <a:cubicBezTo>
                        <a:pt x="6101" y="961"/>
                        <a:pt x="6042" y="955"/>
                        <a:pt x="6016" y="975"/>
                      </a:cubicBezTo>
                      <a:cubicBezTo>
                        <a:pt x="5989" y="1001"/>
                        <a:pt x="5969" y="1060"/>
                        <a:pt x="5963" y="1086"/>
                      </a:cubicBezTo>
                      <a:cubicBezTo>
                        <a:pt x="5956" y="1106"/>
                        <a:pt x="5884" y="1146"/>
                        <a:pt x="5884" y="1146"/>
                      </a:cubicBezTo>
                      <a:cubicBezTo>
                        <a:pt x="5884" y="1146"/>
                        <a:pt x="5880" y="1146"/>
                        <a:pt x="5875" y="1146"/>
                      </a:cubicBezTo>
                      <a:cubicBezTo>
                        <a:pt x="5855" y="1146"/>
                        <a:pt x="5812" y="1142"/>
                        <a:pt x="5812" y="1106"/>
                      </a:cubicBezTo>
                      <a:cubicBezTo>
                        <a:pt x="5812" y="1067"/>
                        <a:pt x="5877" y="994"/>
                        <a:pt x="5877" y="994"/>
                      </a:cubicBezTo>
                      <a:cubicBezTo>
                        <a:pt x="5877" y="994"/>
                        <a:pt x="5864" y="961"/>
                        <a:pt x="5851" y="948"/>
                      </a:cubicBezTo>
                      <a:cubicBezTo>
                        <a:pt x="5844" y="935"/>
                        <a:pt x="5765" y="876"/>
                        <a:pt x="5759" y="876"/>
                      </a:cubicBezTo>
                      <a:cubicBezTo>
                        <a:pt x="5752" y="876"/>
                        <a:pt x="5667" y="896"/>
                        <a:pt x="5654" y="909"/>
                      </a:cubicBezTo>
                      <a:cubicBezTo>
                        <a:pt x="5640" y="915"/>
                        <a:pt x="5575" y="1007"/>
                        <a:pt x="5542" y="1040"/>
                      </a:cubicBezTo>
                      <a:cubicBezTo>
                        <a:pt x="5518" y="1064"/>
                        <a:pt x="5408" y="1092"/>
                        <a:pt x="5344" y="1092"/>
                      </a:cubicBezTo>
                      <a:cubicBezTo>
                        <a:pt x="5321" y="1092"/>
                        <a:pt x="5303" y="1089"/>
                        <a:pt x="5298" y="1080"/>
                      </a:cubicBezTo>
                      <a:cubicBezTo>
                        <a:pt x="5272" y="1047"/>
                        <a:pt x="5167" y="975"/>
                        <a:pt x="5140" y="942"/>
                      </a:cubicBezTo>
                      <a:cubicBezTo>
                        <a:pt x="5114" y="902"/>
                        <a:pt x="5022" y="784"/>
                        <a:pt x="4982" y="777"/>
                      </a:cubicBezTo>
                      <a:cubicBezTo>
                        <a:pt x="4949" y="770"/>
                        <a:pt x="4844" y="757"/>
                        <a:pt x="4831" y="757"/>
                      </a:cubicBezTo>
                      <a:cubicBezTo>
                        <a:pt x="4829" y="757"/>
                        <a:pt x="4821" y="758"/>
                        <a:pt x="4810" y="758"/>
                      </a:cubicBezTo>
                      <a:cubicBezTo>
                        <a:pt x="4790" y="758"/>
                        <a:pt x="4761" y="755"/>
                        <a:pt x="4752" y="738"/>
                      </a:cubicBezTo>
                      <a:cubicBezTo>
                        <a:pt x="4739" y="711"/>
                        <a:pt x="4726" y="547"/>
                        <a:pt x="4726" y="520"/>
                      </a:cubicBezTo>
                      <a:cubicBezTo>
                        <a:pt x="4726" y="501"/>
                        <a:pt x="4719" y="330"/>
                        <a:pt x="4712" y="316"/>
                      </a:cubicBezTo>
                      <a:cubicBezTo>
                        <a:pt x="4699" y="297"/>
                        <a:pt x="4601" y="283"/>
                        <a:pt x="4587" y="244"/>
                      </a:cubicBezTo>
                      <a:cubicBezTo>
                        <a:pt x="4574" y="211"/>
                        <a:pt x="4561" y="66"/>
                        <a:pt x="4561" y="66"/>
                      </a:cubicBezTo>
                      <a:cubicBezTo>
                        <a:pt x="4561" y="66"/>
                        <a:pt x="4538" y="20"/>
                        <a:pt x="4513" y="20"/>
                      </a:cubicBezTo>
                      <a:cubicBezTo>
                        <a:pt x="4511" y="20"/>
                        <a:pt x="4510" y="20"/>
                        <a:pt x="4508" y="20"/>
                      </a:cubicBezTo>
                      <a:cubicBezTo>
                        <a:pt x="4489" y="27"/>
                        <a:pt x="4423" y="53"/>
                        <a:pt x="4403" y="93"/>
                      </a:cubicBezTo>
                      <a:cubicBezTo>
                        <a:pt x="4390" y="126"/>
                        <a:pt x="4344" y="178"/>
                        <a:pt x="4331" y="178"/>
                      </a:cubicBezTo>
                      <a:cubicBezTo>
                        <a:pt x="4318" y="178"/>
                        <a:pt x="4232" y="185"/>
                        <a:pt x="4219" y="205"/>
                      </a:cubicBezTo>
                      <a:cubicBezTo>
                        <a:pt x="4206" y="218"/>
                        <a:pt x="4179" y="264"/>
                        <a:pt x="4166" y="270"/>
                      </a:cubicBezTo>
                      <a:cubicBezTo>
                        <a:pt x="4160" y="274"/>
                        <a:pt x="4141" y="277"/>
                        <a:pt x="4122" y="277"/>
                      </a:cubicBezTo>
                      <a:cubicBezTo>
                        <a:pt x="4102" y="277"/>
                        <a:pt x="4081" y="274"/>
                        <a:pt x="4067" y="264"/>
                      </a:cubicBezTo>
                      <a:cubicBezTo>
                        <a:pt x="4044" y="247"/>
                        <a:pt x="3987" y="194"/>
                        <a:pt x="3959" y="194"/>
                      </a:cubicBezTo>
                      <a:cubicBezTo>
                        <a:pt x="3955" y="194"/>
                        <a:pt x="3952" y="195"/>
                        <a:pt x="3949" y="198"/>
                      </a:cubicBezTo>
                      <a:cubicBezTo>
                        <a:pt x="3929" y="218"/>
                        <a:pt x="3896" y="224"/>
                        <a:pt x="3909" y="251"/>
                      </a:cubicBezTo>
                      <a:cubicBezTo>
                        <a:pt x="3923" y="277"/>
                        <a:pt x="3969" y="316"/>
                        <a:pt x="3975" y="330"/>
                      </a:cubicBezTo>
                      <a:cubicBezTo>
                        <a:pt x="3982" y="343"/>
                        <a:pt x="3942" y="369"/>
                        <a:pt x="3936" y="369"/>
                      </a:cubicBezTo>
                      <a:cubicBezTo>
                        <a:pt x="3929" y="369"/>
                        <a:pt x="3186" y="349"/>
                        <a:pt x="3153" y="349"/>
                      </a:cubicBezTo>
                      <a:cubicBezTo>
                        <a:pt x="3148" y="350"/>
                        <a:pt x="3141" y="351"/>
                        <a:pt x="3132" y="351"/>
                      </a:cubicBezTo>
                      <a:cubicBezTo>
                        <a:pt x="3077" y="351"/>
                        <a:pt x="2959" y="336"/>
                        <a:pt x="2942" y="336"/>
                      </a:cubicBezTo>
                      <a:cubicBezTo>
                        <a:pt x="2922" y="336"/>
                        <a:pt x="2771" y="409"/>
                        <a:pt x="2771" y="488"/>
                      </a:cubicBezTo>
                      <a:cubicBezTo>
                        <a:pt x="2771" y="566"/>
                        <a:pt x="2764" y="678"/>
                        <a:pt x="2791" y="718"/>
                      </a:cubicBezTo>
                      <a:cubicBezTo>
                        <a:pt x="2810" y="757"/>
                        <a:pt x="2843" y="810"/>
                        <a:pt x="2889" y="823"/>
                      </a:cubicBezTo>
                      <a:cubicBezTo>
                        <a:pt x="2902" y="827"/>
                        <a:pt x="2920" y="828"/>
                        <a:pt x="2940" y="828"/>
                      </a:cubicBezTo>
                      <a:cubicBezTo>
                        <a:pt x="2972" y="828"/>
                        <a:pt x="3010" y="825"/>
                        <a:pt x="3040" y="825"/>
                      </a:cubicBezTo>
                      <a:cubicBezTo>
                        <a:pt x="3059" y="825"/>
                        <a:pt x="3076" y="826"/>
                        <a:pt x="3087" y="830"/>
                      </a:cubicBezTo>
                      <a:cubicBezTo>
                        <a:pt x="3126" y="843"/>
                        <a:pt x="3245" y="882"/>
                        <a:pt x="3258" y="902"/>
                      </a:cubicBezTo>
                      <a:cubicBezTo>
                        <a:pt x="3278" y="922"/>
                        <a:pt x="3284" y="994"/>
                        <a:pt x="3284" y="994"/>
                      </a:cubicBezTo>
                      <a:cubicBezTo>
                        <a:pt x="3284" y="994"/>
                        <a:pt x="3314" y="1213"/>
                        <a:pt x="3266" y="1213"/>
                      </a:cubicBezTo>
                      <a:cubicBezTo>
                        <a:pt x="3264" y="1213"/>
                        <a:pt x="3261" y="1213"/>
                        <a:pt x="3258" y="1211"/>
                      </a:cubicBezTo>
                      <a:cubicBezTo>
                        <a:pt x="3199" y="1192"/>
                        <a:pt x="3100" y="1165"/>
                        <a:pt x="3087" y="1165"/>
                      </a:cubicBezTo>
                      <a:cubicBezTo>
                        <a:pt x="3086" y="1165"/>
                        <a:pt x="3083" y="1165"/>
                        <a:pt x="3080" y="1165"/>
                      </a:cubicBezTo>
                      <a:cubicBezTo>
                        <a:pt x="3047" y="1165"/>
                        <a:pt x="2922" y="1192"/>
                        <a:pt x="2922" y="1192"/>
                      </a:cubicBezTo>
                      <a:cubicBezTo>
                        <a:pt x="2922" y="1192"/>
                        <a:pt x="2830" y="1205"/>
                        <a:pt x="2810" y="1218"/>
                      </a:cubicBezTo>
                      <a:cubicBezTo>
                        <a:pt x="2791" y="1231"/>
                        <a:pt x="2633" y="1271"/>
                        <a:pt x="2633" y="1297"/>
                      </a:cubicBezTo>
                      <a:cubicBezTo>
                        <a:pt x="2633" y="1317"/>
                        <a:pt x="2626" y="1712"/>
                        <a:pt x="2672" y="1784"/>
                      </a:cubicBezTo>
                      <a:cubicBezTo>
                        <a:pt x="2718" y="1850"/>
                        <a:pt x="2725" y="1870"/>
                        <a:pt x="2817" y="1935"/>
                      </a:cubicBezTo>
                      <a:cubicBezTo>
                        <a:pt x="2909" y="2008"/>
                        <a:pt x="3021" y="2093"/>
                        <a:pt x="3021" y="2146"/>
                      </a:cubicBezTo>
                      <a:cubicBezTo>
                        <a:pt x="3021" y="2199"/>
                        <a:pt x="2968" y="2278"/>
                        <a:pt x="3028" y="2343"/>
                      </a:cubicBezTo>
                      <a:cubicBezTo>
                        <a:pt x="3093" y="2403"/>
                        <a:pt x="3146" y="2462"/>
                        <a:pt x="3126" y="2547"/>
                      </a:cubicBezTo>
                      <a:cubicBezTo>
                        <a:pt x="3100" y="2626"/>
                        <a:pt x="3034" y="3206"/>
                        <a:pt x="3008" y="3357"/>
                      </a:cubicBezTo>
                      <a:cubicBezTo>
                        <a:pt x="2988" y="3515"/>
                        <a:pt x="2810" y="4311"/>
                        <a:pt x="2791" y="4403"/>
                      </a:cubicBezTo>
                      <a:cubicBezTo>
                        <a:pt x="2771" y="4502"/>
                        <a:pt x="2718" y="4798"/>
                        <a:pt x="2652" y="4818"/>
                      </a:cubicBezTo>
                      <a:cubicBezTo>
                        <a:pt x="2616" y="4832"/>
                        <a:pt x="2562" y="4843"/>
                        <a:pt x="2517" y="4843"/>
                      </a:cubicBezTo>
                      <a:cubicBezTo>
                        <a:pt x="2479" y="4843"/>
                        <a:pt x="2447" y="4836"/>
                        <a:pt x="2435" y="4818"/>
                      </a:cubicBezTo>
                      <a:cubicBezTo>
                        <a:pt x="2409" y="4779"/>
                        <a:pt x="2369" y="4706"/>
                        <a:pt x="2356" y="4700"/>
                      </a:cubicBezTo>
                      <a:cubicBezTo>
                        <a:pt x="2354" y="4697"/>
                        <a:pt x="2347" y="4696"/>
                        <a:pt x="2338" y="4696"/>
                      </a:cubicBezTo>
                      <a:cubicBezTo>
                        <a:pt x="2299" y="4696"/>
                        <a:pt x="2209" y="4716"/>
                        <a:pt x="2172" y="4732"/>
                      </a:cubicBezTo>
                      <a:cubicBezTo>
                        <a:pt x="2126" y="4752"/>
                        <a:pt x="2054" y="4818"/>
                        <a:pt x="2047" y="4844"/>
                      </a:cubicBezTo>
                      <a:cubicBezTo>
                        <a:pt x="2040" y="4871"/>
                        <a:pt x="1836" y="4890"/>
                        <a:pt x="1771" y="4904"/>
                      </a:cubicBezTo>
                      <a:cubicBezTo>
                        <a:pt x="1705" y="4917"/>
                        <a:pt x="1580" y="4976"/>
                        <a:pt x="1520" y="4976"/>
                      </a:cubicBezTo>
                      <a:cubicBezTo>
                        <a:pt x="1481" y="4976"/>
                        <a:pt x="1430" y="4961"/>
                        <a:pt x="1388" y="4961"/>
                      </a:cubicBezTo>
                      <a:cubicBezTo>
                        <a:pt x="1368" y="4961"/>
                        <a:pt x="1349" y="4965"/>
                        <a:pt x="1336" y="4976"/>
                      </a:cubicBezTo>
                      <a:cubicBezTo>
                        <a:pt x="1303" y="5009"/>
                        <a:pt x="1218" y="5101"/>
                        <a:pt x="1172" y="5134"/>
                      </a:cubicBezTo>
                      <a:cubicBezTo>
                        <a:pt x="1132" y="5160"/>
                        <a:pt x="810" y="5351"/>
                        <a:pt x="770" y="5377"/>
                      </a:cubicBezTo>
                      <a:cubicBezTo>
                        <a:pt x="731" y="5404"/>
                        <a:pt x="639" y="5437"/>
                        <a:pt x="632" y="5489"/>
                      </a:cubicBezTo>
                      <a:cubicBezTo>
                        <a:pt x="619" y="5542"/>
                        <a:pt x="566" y="5654"/>
                        <a:pt x="566" y="5726"/>
                      </a:cubicBezTo>
                      <a:cubicBezTo>
                        <a:pt x="566" y="5805"/>
                        <a:pt x="546" y="5884"/>
                        <a:pt x="520" y="5904"/>
                      </a:cubicBezTo>
                      <a:cubicBezTo>
                        <a:pt x="500" y="5917"/>
                        <a:pt x="388" y="6036"/>
                        <a:pt x="375" y="6108"/>
                      </a:cubicBezTo>
                      <a:cubicBezTo>
                        <a:pt x="356" y="6174"/>
                        <a:pt x="494" y="6345"/>
                        <a:pt x="467" y="6378"/>
                      </a:cubicBezTo>
                      <a:cubicBezTo>
                        <a:pt x="448" y="6417"/>
                        <a:pt x="296" y="6490"/>
                        <a:pt x="231" y="6529"/>
                      </a:cubicBezTo>
                      <a:cubicBezTo>
                        <a:pt x="158" y="6562"/>
                        <a:pt x="0" y="6694"/>
                        <a:pt x="0" y="6786"/>
                      </a:cubicBezTo>
                      <a:cubicBezTo>
                        <a:pt x="0" y="6871"/>
                        <a:pt x="7" y="6904"/>
                        <a:pt x="0" y="6937"/>
                      </a:cubicBezTo>
                      <a:cubicBezTo>
                        <a:pt x="0" y="6937"/>
                        <a:pt x="632" y="7148"/>
                        <a:pt x="724" y="7194"/>
                      </a:cubicBezTo>
                      <a:cubicBezTo>
                        <a:pt x="816" y="7247"/>
                        <a:pt x="1534" y="7411"/>
                        <a:pt x="1718" y="7431"/>
                      </a:cubicBezTo>
                      <a:cubicBezTo>
                        <a:pt x="1896" y="7457"/>
                        <a:pt x="2304" y="7510"/>
                        <a:pt x="2389" y="7589"/>
                      </a:cubicBezTo>
                      <a:cubicBezTo>
                        <a:pt x="2481" y="7668"/>
                        <a:pt x="2824" y="7826"/>
                        <a:pt x="2995" y="7977"/>
                      </a:cubicBezTo>
                      <a:cubicBezTo>
                        <a:pt x="3166" y="8128"/>
                        <a:pt x="4087" y="8504"/>
                        <a:pt x="4298" y="8602"/>
                      </a:cubicBezTo>
                      <a:cubicBezTo>
                        <a:pt x="4502" y="8701"/>
                        <a:pt x="4811" y="8813"/>
                        <a:pt x="4811" y="8813"/>
                      </a:cubicBezTo>
                      <a:lnTo>
                        <a:pt x="4943" y="8872"/>
                      </a:lnTo>
                      <a:cubicBezTo>
                        <a:pt x="4943" y="8872"/>
                        <a:pt x="5134" y="8787"/>
                        <a:pt x="5160" y="8721"/>
                      </a:cubicBezTo>
                      <a:cubicBezTo>
                        <a:pt x="5186" y="8648"/>
                        <a:pt x="5193" y="8550"/>
                        <a:pt x="5252" y="8530"/>
                      </a:cubicBezTo>
                      <a:cubicBezTo>
                        <a:pt x="5267" y="8525"/>
                        <a:pt x="5290" y="8523"/>
                        <a:pt x="5317" y="8523"/>
                      </a:cubicBezTo>
                      <a:cubicBezTo>
                        <a:pt x="5400" y="8523"/>
                        <a:pt x="5520" y="8543"/>
                        <a:pt x="5535" y="8563"/>
                      </a:cubicBezTo>
                      <a:cubicBezTo>
                        <a:pt x="5555" y="8583"/>
                        <a:pt x="5627" y="8655"/>
                        <a:pt x="5660" y="8662"/>
                      </a:cubicBezTo>
                      <a:cubicBezTo>
                        <a:pt x="5662" y="8662"/>
                        <a:pt x="5664" y="8662"/>
                        <a:pt x="5667" y="8662"/>
                      </a:cubicBezTo>
                      <a:cubicBezTo>
                        <a:pt x="5716" y="8662"/>
                        <a:pt x="5871" y="8602"/>
                        <a:pt x="5871" y="8602"/>
                      </a:cubicBezTo>
                      <a:cubicBezTo>
                        <a:pt x="5871" y="8602"/>
                        <a:pt x="5912" y="8549"/>
                        <a:pt x="5944" y="8549"/>
                      </a:cubicBezTo>
                      <a:cubicBezTo>
                        <a:pt x="5946" y="8549"/>
                        <a:pt x="5948" y="8549"/>
                        <a:pt x="5950" y="8550"/>
                      </a:cubicBezTo>
                      <a:cubicBezTo>
                        <a:pt x="5951" y="8550"/>
                        <a:pt x="5953" y="8550"/>
                        <a:pt x="5954" y="8550"/>
                      </a:cubicBezTo>
                      <a:cubicBezTo>
                        <a:pt x="5971" y="8550"/>
                        <a:pt x="5988" y="8531"/>
                        <a:pt x="6004" y="8531"/>
                      </a:cubicBezTo>
                      <a:cubicBezTo>
                        <a:pt x="6012" y="8531"/>
                        <a:pt x="6021" y="8535"/>
                        <a:pt x="6029" y="8550"/>
                      </a:cubicBezTo>
                      <a:cubicBezTo>
                        <a:pt x="6039" y="8565"/>
                        <a:pt x="6068" y="8571"/>
                        <a:pt x="6100" y="8571"/>
                      </a:cubicBezTo>
                      <a:cubicBezTo>
                        <a:pt x="6149" y="8571"/>
                        <a:pt x="6208" y="8558"/>
                        <a:pt x="6220" y="8550"/>
                      </a:cubicBezTo>
                      <a:cubicBezTo>
                        <a:pt x="6233" y="8536"/>
                        <a:pt x="6279" y="8484"/>
                        <a:pt x="6299" y="8398"/>
                      </a:cubicBezTo>
                      <a:cubicBezTo>
                        <a:pt x="6312" y="8313"/>
                        <a:pt x="6285" y="8234"/>
                        <a:pt x="6371" y="8227"/>
                      </a:cubicBezTo>
                      <a:cubicBezTo>
                        <a:pt x="6377" y="8226"/>
                        <a:pt x="6383" y="8226"/>
                        <a:pt x="6390" y="8226"/>
                      </a:cubicBezTo>
                      <a:cubicBezTo>
                        <a:pt x="6476" y="8226"/>
                        <a:pt x="6601" y="8300"/>
                        <a:pt x="6601" y="8300"/>
                      </a:cubicBezTo>
                      <a:cubicBezTo>
                        <a:pt x="6601" y="8300"/>
                        <a:pt x="6657" y="8327"/>
                        <a:pt x="6703" y="8327"/>
                      </a:cubicBezTo>
                      <a:cubicBezTo>
                        <a:pt x="6717" y="8327"/>
                        <a:pt x="6729" y="8325"/>
                        <a:pt x="6739" y="8319"/>
                      </a:cubicBezTo>
                      <a:cubicBezTo>
                        <a:pt x="6792" y="8286"/>
                        <a:pt x="6805" y="8267"/>
                        <a:pt x="6812" y="8221"/>
                      </a:cubicBezTo>
                      <a:cubicBezTo>
                        <a:pt x="6818" y="8181"/>
                        <a:pt x="6845" y="8063"/>
                        <a:pt x="6871" y="8036"/>
                      </a:cubicBezTo>
                      <a:cubicBezTo>
                        <a:pt x="6891" y="8010"/>
                        <a:pt x="6990" y="7970"/>
                        <a:pt x="6990" y="7970"/>
                      </a:cubicBezTo>
                      <a:cubicBezTo>
                        <a:pt x="6990" y="7970"/>
                        <a:pt x="6963" y="7839"/>
                        <a:pt x="6990" y="7806"/>
                      </a:cubicBezTo>
                      <a:cubicBezTo>
                        <a:pt x="7022" y="7766"/>
                        <a:pt x="7121" y="7681"/>
                        <a:pt x="7121" y="7681"/>
                      </a:cubicBezTo>
                      <a:cubicBezTo>
                        <a:pt x="7121" y="7681"/>
                        <a:pt x="7194" y="7615"/>
                        <a:pt x="7220" y="7569"/>
                      </a:cubicBezTo>
                      <a:cubicBezTo>
                        <a:pt x="7246" y="7530"/>
                        <a:pt x="7437" y="7483"/>
                        <a:pt x="7457" y="7483"/>
                      </a:cubicBezTo>
                      <a:cubicBezTo>
                        <a:pt x="7470" y="7483"/>
                        <a:pt x="7812" y="7562"/>
                        <a:pt x="7812" y="7562"/>
                      </a:cubicBezTo>
                      <a:cubicBezTo>
                        <a:pt x="7812" y="7562"/>
                        <a:pt x="7950" y="7707"/>
                        <a:pt x="7970" y="7740"/>
                      </a:cubicBezTo>
                      <a:cubicBezTo>
                        <a:pt x="7990" y="7780"/>
                        <a:pt x="8108" y="7924"/>
                        <a:pt x="8135" y="7931"/>
                      </a:cubicBezTo>
                      <a:cubicBezTo>
                        <a:pt x="8168" y="7931"/>
                        <a:pt x="8247" y="7957"/>
                        <a:pt x="8280" y="8036"/>
                      </a:cubicBezTo>
                      <a:cubicBezTo>
                        <a:pt x="8306" y="8115"/>
                        <a:pt x="8516" y="8175"/>
                        <a:pt x="8516" y="8175"/>
                      </a:cubicBezTo>
                      <a:lnTo>
                        <a:pt x="8648" y="8096"/>
                      </a:lnTo>
                      <a:cubicBezTo>
                        <a:pt x="8648" y="8096"/>
                        <a:pt x="8661" y="8094"/>
                        <a:pt x="8678" y="8094"/>
                      </a:cubicBezTo>
                      <a:cubicBezTo>
                        <a:pt x="8694" y="8094"/>
                        <a:pt x="8714" y="8096"/>
                        <a:pt x="8727" y="8102"/>
                      </a:cubicBezTo>
                      <a:lnTo>
                        <a:pt x="8734" y="8102"/>
                      </a:lnTo>
                      <a:lnTo>
                        <a:pt x="10122" y="8082"/>
                      </a:lnTo>
                      <a:lnTo>
                        <a:pt x="10952" y="8076"/>
                      </a:lnTo>
                      <a:cubicBezTo>
                        <a:pt x="10952" y="8076"/>
                        <a:pt x="10958" y="8017"/>
                        <a:pt x="10952" y="7931"/>
                      </a:cubicBezTo>
                      <a:cubicBezTo>
                        <a:pt x="10952" y="7845"/>
                        <a:pt x="10965" y="7819"/>
                        <a:pt x="10984" y="7766"/>
                      </a:cubicBezTo>
                      <a:cubicBezTo>
                        <a:pt x="11004" y="7720"/>
                        <a:pt x="11057" y="7609"/>
                        <a:pt x="11031" y="7556"/>
                      </a:cubicBezTo>
                      <a:cubicBezTo>
                        <a:pt x="10998" y="7497"/>
                        <a:pt x="10971" y="7339"/>
                        <a:pt x="10971" y="7326"/>
                      </a:cubicBezTo>
                      <a:cubicBezTo>
                        <a:pt x="10971" y="7306"/>
                        <a:pt x="11077" y="7220"/>
                        <a:pt x="11090" y="7161"/>
                      </a:cubicBezTo>
                      <a:cubicBezTo>
                        <a:pt x="11103" y="7095"/>
                        <a:pt x="10971" y="7003"/>
                        <a:pt x="11090" y="7003"/>
                      </a:cubicBezTo>
                      <a:cubicBezTo>
                        <a:pt x="11110" y="7003"/>
                        <a:pt x="11129" y="7003"/>
                        <a:pt x="11149" y="7010"/>
                      </a:cubicBezTo>
                      <a:cubicBezTo>
                        <a:pt x="11149" y="7010"/>
                        <a:pt x="11011" y="6707"/>
                        <a:pt x="10984" y="6687"/>
                      </a:cubicBezTo>
                      <a:cubicBezTo>
                        <a:pt x="10952" y="6674"/>
                        <a:pt x="10905" y="6588"/>
                        <a:pt x="10905" y="6542"/>
                      </a:cubicBezTo>
                      <a:cubicBezTo>
                        <a:pt x="10905" y="6496"/>
                        <a:pt x="11110" y="6305"/>
                        <a:pt x="11182" y="6134"/>
                      </a:cubicBezTo>
                      <a:cubicBezTo>
                        <a:pt x="11261" y="5963"/>
                        <a:pt x="11689" y="5094"/>
                        <a:pt x="11768" y="4877"/>
                      </a:cubicBezTo>
                      <a:cubicBezTo>
                        <a:pt x="11853" y="4653"/>
                        <a:pt x="12222" y="3962"/>
                        <a:pt x="12294" y="3837"/>
                      </a:cubicBezTo>
                      <a:cubicBezTo>
                        <a:pt x="12367" y="3706"/>
                        <a:pt x="12327" y="3620"/>
                        <a:pt x="12334" y="3495"/>
                      </a:cubicBezTo>
                      <a:cubicBezTo>
                        <a:pt x="12340" y="3364"/>
                        <a:pt x="12380" y="3390"/>
                        <a:pt x="12446" y="3331"/>
                      </a:cubicBezTo>
                      <a:cubicBezTo>
                        <a:pt x="12511" y="3271"/>
                        <a:pt x="12617" y="3206"/>
                        <a:pt x="12617" y="3206"/>
                      </a:cubicBezTo>
                      <a:lnTo>
                        <a:pt x="12557" y="3120"/>
                      </a:lnTo>
                      <a:cubicBezTo>
                        <a:pt x="12557" y="3120"/>
                        <a:pt x="12419" y="3212"/>
                        <a:pt x="12288" y="3239"/>
                      </a:cubicBezTo>
                      <a:cubicBezTo>
                        <a:pt x="12274" y="3241"/>
                        <a:pt x="12261" y="3242"/>
                        <a:pt x="12249" y="3242"/>
                      </a:cubicBezTo>
                      <a:cubicBezTo>
                        <a:pt x="12151" y="3242"/>
                        <a:pt x="12108" y="3179"/>
                        <a:pt x="12090" y="3173"/>
                      </a:cubicBezTo>
                      <a:cubicBezTo>
                        <a:pt x="12064" y="3160"/>
                        <a:pt x="12031" y="3120"/>
                        <a:pt x="11972" y="2988"/>
                      </a:cubicBezTo>
                      <a:cubicBezTo>
                        <a:pt x="11942" y="2918"/>
                        <a:pt x="11900" y="2908"/>
                        <a:pt x="11862" y="2908"/>
                      </a:cubicBezTo>
                      <a:cubicBezTo>
                        <a:pt x="11847" y="2908"/>
                        <a:pt x="11832" y="2910"/>
                        <a:pt x="11819" y="2910"/>
                      </a:cubicBezTo>
                      <a:cubicBezTo>
                        <a:pt x="11806" y="2910"/>
                        <a:pt x="11796" y="2908"/>
                        <a:pt x="11787" y="2903"/>
                      </a:cubicBezTo>
                      <a:cubicBezTo>
                        <a:pt x="11748" y="2877"/>
                        <a:pt x="11623" y="2850"/>
                        <a:pt x="11478" y="2778"/>
                      </a:cubicBezTo>
                      <a:cubicBezTo>
                        <a:pt x="11333" y="2705"/>
                        <a:pt x="11327" y="2699"/>
                        <a:pt x="11294" y="2633"/>
                      </a:cubicBezTo>
                      <a:cubicBezTo>
                        <a:pt x="11261" y="2567"/>
                        <a:pt x="11294" y="2495"/>
                        <a:pt x="11294" y="2495"/>
                      </a:cubicBezTo>
                      <a:lnTo>
                        <a:pt x="11063" y="2495"/>
                      </a:lnTo>
                      <a:cubicBezTo>
                        <a:pt x="11063" y="2495"/>
                        <a:pt x="11024" y="2462"/>
                        <a:pt x="10958" y="2403"/>
                      </a:cubicBezTo>
                      <a:cubicBezTo>
                        <a:pt x="10892" y="2350"/>
                        <a:pt x="10912" y="2376"/>
                        <a:pt x="10833" y="2278"/>
                      </a:cubicBezTo>
                      <a:cubicBezTo>
                        <a:pt x="10761" y="2179"/>
                        <a:pt x="10761" y="2054"/>
                        <a:pt x="10741" y="1981"/>
                      </a:cubicBezTo>
                      <a:cubicBezTo>
                        <a:pt x="10715" y="1909"/>
                        <a:pt x="10629" y="1896"/>
                        <a:pt x="10590" y="1804"/>
                      </a:cubicBezTo>
                      <a:cubicBezTo>
                        <a:pt x="10550" y="1712"/>
                        <a:pt x="10590" y="1455"/>
                        <a:pt x="10590" y="1455"/>
                      </a:cubicBezTo>
                      <a:cubicBezTo>
                        <a:pt x="10590" y="1455"/>
                        <a:pt x="10583" y="1455"/>
                        <a:pt x="10570" y="1448"/>
                      </a:cubicBezTo>
                      <a:lnTo>
                        <a:pt x="10530" y="1448"/>
                      </a:lnTo>
                      <a:cubicBezTo>
                        <a:pt x="10524" y="1442"/>
                        <a:pt x="10517" y="1442"/>
                        <a:pt x="10511" y="1442"/>
                      </a:cubicBezTo>
                      <a:cubicBezTo>
                        <a:pt x="10465" y="1435"/>
                        <a:pt x="10405" y="1429"/>
                        <a:pt x="10339" y="1422"/>
                      </a:cubicBezTo>
                      <a:lnTo>
                        <a:pt x="10320" y="1422"/>
                      </a:lnTo>
                      <a:cubicBezTo>
                        <a:pt x="10300" y="1415"/>
                        <a:pt x="10280" y="1415"/>
                        <a:pt x="10261" y="1415"/>
                      </a:cubicBezTo>
                      <a:cubicBezTo>
                        <a:pt x="10247" y="1409"/>
                        <a:pt x="10241" y="1409"/>
                        <a:pt x="10228" y="1409"/>
                      </a:cubicBezTo>
                      <a:lnTo>
                        <a:pt x="10195" y="1409"/>
                      </a:lnTo>
                      <a:cubicBezTo>
                        <a:pt x="10182" y="1409"/>
                        <a:pt x="10162" y="1402"/>
                        <a:pt x="10149" y="1402"/>
                      </a:cubicBezTo>
                      <a:lnTo>
                        <a:pt x="10056" y="1402"/>
                      </a:lnTo>
                      <a:cubicBezTo>
                        <a:pt x="10034" y="1401"/>
                        <a:pt x="10011" y="1401"/>
                        <a:pt x="9990" y="1401"/>
                      </a:cubicBezTo>
                      <a:cubicBezTo>
                        <a:pt x="9875" y="1401"/>
                        <a:pt x="9785" y="1416"/>
                        <a:pt x="9773" y="1455"/>
                      </a:cubicBezTo>
                      <a:cubicBezTo>
                        <a:pt x="9773" y="1455"/>
                        <a:pt x="9695" y="1692"/>
                        <a:pt x="9648" y="1771"/>
                      </a:cubicBezTo>
                      <a:cubicBezTo>
                        <a:pt x="9602" y="1850"/>
                        <a:pt x="9484" y="2041"/>
                        <a:pt x="9510" y="2067"/>
                      </a:cubicBezTo>
                      <a:cubicBezTo>
                        <a:pt x="9537" y="2093"/>
                        <a:pt x="9589" y="2107"/>
                        <a:pt x="9596" y="2139"/>
                      </a:cubicBezTo>
                      <a:cubicBezTo>
                        <a:pt x="9602" y="2172"/>
                        <a:pt x="9543" y="2225"/>
                        <a:pt x="9504" y="2232"/>
                      </a:cubicBezTo>
                      <a:cubicBezTo>
                        <a:pt x="9471" y="2245"/>
                        <a:pt x="9405" y="2271"/>
                        <a:pt x="9379" y="2271"/>
                      </a:cubicBezTo>
                      <a:cubicBezTo>
                        <a:pt x="9346" y="2271"/>
                        <a:pt x="9273" y="2212"/>
                        <a:pt x="9273" y="2212"/>
                      </a:cubicBezTo>
                      <a:cubicBezTo>
                        <a:pt x="9273" y="2212"/>
                        <a:pt x="9227" y="2107"/>
                        <a:pt x="9181" y="2080"/>
                      </a:cubicBezTo>
                      <a:cubicBezTo>
                        <a:pt x="9143" y="2058"/>
                        <a:pt x="8995" y="2000"/>
                        <a:pt x="8928" y="2000"/>
                      </a:cubicBezTo>
                      <a:cubicBezTo>
                        <a:pt x="8914" y="2000"/>
                        <a:pt x="8904" y="2002"/>
                        <a:pt x="8898" y="2008"/>
                      </a:cubicBezTo>
                      <a:cubicBezTo>
                        <a:pt x="8872" y="2041"/>
                        <a:pt x="8720" y="2107"/>
                        <a:pt x="8701" y="2179"/>
                      </a:cubicBezTo>
                      <a:cubicBezTo>
                        <a:pt x="8681" y="2251"/>
                        <a:pt x="8720" y="2297"/>
                        <a:pt x="8727" y="2350"/>
                      </a:cubicBezTo>
                      <a:cubicBezTo>
                        <a:pt x="8740" y="2409"/>
                        <a:pt x="8714" y="2436"/>
                        <a:pt x="8694" y="2455"/>
                      </a:cubicBezTo>
                      <a:cubicBezTo>
                        <a:pt x="8674" y="2482"/>
                        <a:pt x="8668" y="2501"/>
                        <a:pt x="8668" y="2541"/>
                      </a:cubicBezTo>
                      <a:cubicBezTo>
                        <a:pt x="8668" y="2587"/>
                        <a:pt x="8674" y="2607"/>
                        <a:pt x="8714" y="2666"/>
                      </a:cubicBezTo>
                      <a:cubicBezTo>
                        <a:pt x="8753" y="2725"/>
                        <a:pt x="8780" y="2751"/>
                        <a:pt x="8760" y="2771"/>
                      </a:cubicBezTo>
                      <a:cubicBezTo>
                        <a:pt x="8754" y="2777"/>
                        <a:pt x="8747" y="2779"/>
                        <a:pt x="8738" y="2779"/>
                      </a:cubicBezTo>
                      <a:cubicBezTo>
                        <a:pt x="8718" y="2779"/>
                        <a:pt x="8691" y="2765"/>
                        <a:pt x="8668" y="2751"/>
                      </a:cubicBezTo>
                      <a:cubicBezTo>
                        <a:pt x="8635" y="2732"/>
                        <a:pt x="8622" y="2640"/>
                        <a:pt x="8556" y="2640"/>
                      </a:cubicBezTo>
                      <a:cubicBezTo>
                        <a:pt x="8532" y="2640"/>
                        <a:pt x="8514" y="2641"/>
                        <a:pt x="8499" y="2641"/>
                      </a:cubicBezTo>
                      <a:cubicBezTo>
                        <a:pt x="8477" y="2641"/>
                        <a:pt x="8462" y="2638"/>
                        <a:pt x="8451" y="2626"/>
                      </a:cubicBezTo>
                      <a:cubicBezTo>
                        <a:pt x="8437" y="2607"/>
                        <a:pt x="8352" y="2475"/>
                        <a:pt x="8345" y="2462"/>
                      </a:cubicBezTo>
                      <a:cubicBezTo>
                        <a:pt x="8339" y="2449"/>
                        <a:pt x="8260" y="2343"/>
                        <a:pt x="8187" y="2311"/>
                      </a:cubicBezTo>
                      <a:cubicBezTo>
                        <a:pt x="8115" y="2271"/>
                        <a:pt x="7990" y="2225"/>
                        <a:pt x="8010" y="2192"/>
                      </a:cubicBezTo>
                      <a:cubicBezTo>
                        <a:pt x="8023" y="2166"/>
                        <a:pt x="8141" y="2100"/>
                        <a:pt x="8181" y="2074"/>
                      </a:cubicBezTo>
                      <a:cubicBezTo>
                        <a:pt x="8220" y="2047"/>
                        <a:pt x="8247" y="1981"/>
                        <a:pt x="8247" y="1935"/>
                      </a:cubicBezTo>
                      <a:cubicBezTo>
                        <a:pt x="8247" y="1896"/>
                        <a:pt x="8273" y="1810"/>
                        <a:pt x="8194" y="1738"/>
                      </a:cubicBezTo>
                      <a:cubicBezTo>
                        <a:pt x="8115" y="1666"/>
                        <a:pt x="8043" y="1442"/>
                        <a:pt x="8036" y="1376"/>
                      </a:cubicBezTo>
                      <a:cubicBezTo>
                        <a:pt x="8036" y="1310"/>
                        <a:pt x="8003" y="1277"/>
                        <a:pt x="8003" y="1238"/>
                      </a:cubicBezTo>
                      <a:cubicBezTo>
                        <a:pt x="8010" y="1192"/>
                        <a:pt x="7970" y="1119"/>
                        <a:pt x="8003" y="1060"/>
                      </a:cubicBezTo>
                      <a:cubicBezTo>
                        <a:pt x="8036" y="1001"/>
                        <a:pt x="8115" y="909"/>
                        <a:pt x="8095" y="876"/>
                      </a:cubicBezTo>
                      <a:cubicBezTo>
                        <a:pt x="8069" y="843"/>
                        <a:pt x="8016" y="705"/>
                        <a:pt x="7990" y="698"/>
                      </a:cubicBezTo>
                      <a:cubicBezTo>
                        <a:pt x="7964" y="685"/>
                        <a:pt x="7779" y="534"/>
                        <a:pt x="7779" y="534"/>
                      </a:cubicBezTo>
                      <a:cubicBezTo>
                        <a:pt x="7779" y="534"/>
                        <a:pt x="7786" y="435"/>
                        <a:pt x="7819" y="356"/>
                      </a:cubicBezTo>
                      <a:cubicBezTo>
                        <a:pt x="7852" y="283"/>
                        <a:pt x="7878" y="224"/>
                        <a:pt x="7839" y="191"/>
                      </a:cubicBezTo>
                      <a:cubicBezTo>
                        <a:pt x="7799" y="152"/>
                        <a:pt x="7687" y="99"/>
                        <a:pt x="7667" y="99"/>
                      </a:cubicBezTo>
                      <a:cubicBezTo>
                        <a:pt x="7648" y="93"/>
                        <a:pt x="7516" y="60"/>
                        <a:pt x="7516" y="60"/>
                      </a:cubicBezTo>
                      <a:cubicBezTo>
                        <a:pt x="7516" y="60"/>
                        <a:pt x="7424" y="7"/>
                        <a:pt x="740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1590;p19">
                  <a:extLst>
                    <a:ext uri="{FF2B5EF4-FFF2-40B4-BE49-F238E27FC236}">
                      <a16:creationId xmlns:a16="http://schemas.microsoft.com/office/drawing/2014/main" id="{312258DD-28FF-3FDE-7BF0-189D488F5F41}"/>
                    </a:ext>
                  </a:extLst>
                </p:cNvPr>
                <p:cNvSpPr/>
                <p:nvPr/>
              </p:nvSpPr>
              <p:spPr>
                <a:xfrm>
                  <a:off x="7730016" y="1941465"/>
                  <a:ext cx="439735" cy="6522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9" h="5976" extrusionOk="0">
                      <a:moveTo>
                        <a:pt x="3015" y="1"/>
                      </a:moveTo>
                      <a:cubicBezTo>
                        <a:pt x="3008" y="27"/>
                        <a:pt x="3002" y="60"/>
                        <a:pt x="2995" y="80"/>
                      </a:cubicBezTo>
                      <a:cubicBezTo>
                        <a:pt x="2975" y="159"/>
                        <a:pt x="2890" y="225"/>
                        <a:pt x="2850" y="264"/>
                      </a:cubicBezTo>
                      <a:cubicBezTo>
                        <a:pt x="2811" y="304"/>
                        <a:pt x="2751" y="337"/>
                        <a:pt x="2686" y="389"/>
                      </a:cubicBezTo>
                      <a:cubicBezTo>
                        <a:pt x="2613" y="442"/>
                        <a:pt x="2482" y="455"/>
                        <a:pt x="2482" y="455"/>
                      </a:cubicBezTo>
                      <a:cubicBezTo>
                        <a:pt x="2482" y="455"/>
                        <a:pt x="2409" y="521"/>
                        <a:pt x="2350" y="593"/>
                      </a:cubicBezTo>
                      <a:cubicBezTo>
                        <a:pt x="2297" y="666"/>
                        <a:pt x="2350" y="685"/>
                        <a:pt x="2350" y="731"/>
                      </a:cubicBezTo>
                      <a:cubicBezTo>
                        <a:pt x="2350" y="778"/>
                        <a:pt x="2310" y="843"/>
                        <a:pt x="2264" y="903"/>
                      </a:cubicBezTo>
                      <a:cubicBezTo>
                        <a:pt x="2225" y="962"/>
                        <a:pt x="2139" y="1054"/>
                        <a:pt x="2139" y="1054"/>
                      </a:cubicBezTo>
                      <a:cubicBezTo>
                        <a:pt x="2139" y="1054"/>
                        <a:pt x="2146" y="1074"/>
                        <a:pt x="2159" y="1120"/>
                      </a:cubicBezTo>
                      <a:cubicBezTo>
                        <a:pt x="2166" y="1166"/>
                        <a:pt x="2225" y="1218"/>
                        <a:pt x="2225" y="1245"/>
                      </a:cubicBezTo>
                      <a:cubicBezTo>
                        <a:pt x="2218" y="1278"/>
                        <a:pt x="2212" y="1291"/>
                        <a:pt x="2172" y="1344"/>
                      </a:cubicBezTo>
                      <a:cubicBezTo>
                        <a:pt x="2133" y="1396"/>
                        <a:pt x="2153" y="1455"/>
                        <a:pt x="2159" y="1488"/>
                      </a:cubicBezTo>
                      <a:cubicBezTo>
                        <a:pt x="2166" y="1528"/>
                        <a:pt x="2205" y="1587"/>
                        <a:pt x="2232" y="1633"/>
                      </a:cubicBezTo>
                      <a:cubicBezTo>
                        <a:pt x="2258" y="1673"/>
                        <a:pt x="2271" y="1771"/>
                        <a:pt x="2271" y="1811"/>
                      </a:cubicBezTo>
                      <a:cubicBezTo>
                        <a:pt x="2271" y="1844"/>
                        <a:pt x="2245" y="1877"/>
                        <a:pt x="2212" y="1903"/>
                      </a:cubicBezTo>
                      <a:cubicBezTo>
                        <a:pt x="2185" y="1936"/>
                        <a:pt x="2120" y="1962"/>
                        <a:pt x="2080" y="2021"/>
                      </a:cubicBezTo>
                      <a:cubicBezTo>
                        <a:pt x="2047" y="2074"/>
                        <a:pt x="2067" y="2337"/>
                        <a:pt x="2067" y="2390"/>
                      </a:cubicBezTo>
                      <a:cubicBezTo>
                        <a:pt x="2067" y="2436"/>
                        <a:pt x="2126" y="2443"/>
                        <a:pt x="2139" y="2456"/>
                      </a:cubicBezTo>
                      <a:cubicBezTo>
                        <a:pt x="2159" y="2469"/>
                        <a:pt x="2199" y="2489"/>
                        <a:pt x="2238" y="2495"/>
                      </a:cubicBezTo>
                      <a:cubicBezTo>
                        <a:pt x="2278" y="2508"/>
                        <a:pt x="2297" y="2548"/>
                        <a:pt x="2304" y="2581"/>
                      </a:cubicBezTo>
                      <a:cubicBezTo>
                        <a:pt x="2317" y="2614"/>
                        <a:pt x="2291" y="2686"/>
                        <a:pt x="2278" y="2726"/>
                      </a:cubicBezTo>
                      <a:cubicBezTo>
                        <a:pt x="2271" y="2772"/>
                        <a:pt x="2225" y="2818"/>
                        <a:pt x="2192" y="2864"/>
                      </a:cubicBezTo>
                      <a:cubicBezTo>
                        <a:pt x="2176" y="2883"/>
                        <a:pt x="2155" y="2888"/>
                        <a:pt x="2133" y="2888"/>
                      </a:cubicBezTo>
                      <a:cubicBezTo>
                        <a:pt x="2102" y="2888"/>
                        <a:pt x="2068" y="2877"/>
                        <a:pt x="2041" y="2877"/>
                      </a:cubicBezTo>
                      <a:cubicBezTo>
                        <a:pt x="2001" y="2884"/>
                        <a:pt x="1949" y="2930"/>
                        <a:pt x="1870" y="2963"/>
                      </a:cubicBezTo>
                      <a:cubicBezTo>
                        <a:pt x="1855" y="2968"/>
                        <a:pt x="1841" y="2970"/>
                        <a:pt x="1826" y="2970"/>
                      </a:cubicBezTo>
                      <a:cubicBezTo>
                        <a:pt x="1769" y="2970"/>
                        <a:pt x="1717" y="2935"/>
                        <a:pt x="1712" y="2930"/>
                      </a:cubicBezTo>
                      <a:cubicBezTo>
                        <a:pt x="1705" y="2930"/>
                        <a:pt x="1672" y="2890"/>
                        <a:pt x="1666" y="2870"/>
                      </a:cubicBezTo>
                      <a:cubicBezTo>
                        <a:pt x="1661" y="2864"/>
                        <a:pt x="1644" y="2861"/>
                        <a:pt x="1620" y="2861"/>
                      </a:cubicBezTo>
                      <a:cubicBezTo>
                        <a:pt x="1575" y="2861"/>
                        <a:pt x="1509" y="2871"/>
                        <a:pt x="1461" y="2884"/>
                      </a:cubicBezTo>
                      <a:cubicBezTo>
                        <a:pt x="1396" y="2910"/>
                        <a:pt x="1402" y="2943"/>
                        <a:pt x="1369" y="2989"/>
                      </a:cubicBezTo>
                      <a:cubicBezTo>
                        <a:pt x="1336" y="3035"/>
                        <a:pt x="1238" y="3088"/>
                        <a:pt x="1172" y="3127"/>
                      </a:cubicBezTo>
                      <a:cubicBezTo>
                        <a:pt x="1106" y="3160"/>
                        <a:pt x="1001" y="3292"/>
                        <a:pt x="909" y="3344"/>
                      </a:cubicBezTo>
                      <a:cubicBezTo>
                        <a:pt x="810" y="3403"/>
                        <a:pt x="593" y="3456"/>
                        <a:pt x="580" y="3463"/>
                      </a:cubicBezTo>
                      <a:cubicBezTo>
                        <a:pt x="573" y="3463"/>
                        <a:pt x="560" y="3476"/>
                        <a:pt x="534" y="3489"/>
                      </a:cubicBezTo>
                      <a:cubicBezTo>
                        <a:pt x="494" y="3522"/>
                        <a:pt x="435" y="3568"/>
                        <a:pt x="408" y="3594"/>
                      </a:cubicBezTo>
                      <a:cubicBezTo>
                        <a:pt x="376" y="3627"/>
                        <a:pt x="329" y="3686"/>
                        <a:pt x="329" y="3739"/>
                      </a:cubicBezTo>
                      <a:cubicBezTo>
                        <a:pt x="329" y="3792"/>
                        <a:pt x="323" y="3844"/>
                        <a:pt x="303" y="3923"/>
                      </a:cubicBezTo>
                      <a:cubicBezTo>
                        <a:pt x="277" y="4009"/>
                        <a:pt x="185" y="4160"/>
                        <a:pt x="165" y="4239"/>
                      </a:cubicBezTo>
                      <a:cubicBezTo>
                        <a:pt x="145" y="4318"/>
                        <a:pt x="99" y="4338"/>
                        <a:pt x="60" y="4371"/>
                      </a:cubicBezTo>
                      <a:cubicBezTo>
                        <a:pt x="27" y="4404"/>
                        <a:pt x="0" y="4443"/>
                        <a:pt x="0" y="4503"/>
                      </a:cubicBezTo>
                      <a:cubicBezTo>
                        <a:pt x="0" y="4562"/>
                        <a:pt x="20" y="4654"/>
                        <a:pt x="20" y="4654"/>
                      </a:cubicBezTo>
                      <a:cubicBezTo>
                        <a:pt x="20" y="4654"/>
                        <a:pt x="73" y="4759"/>
                        <a:pt x="93" y="4792"/>
                      </a:cubicBezTo>
                      <a:cubicBezTo>
                        <a:pt x="106" y="4818"/>
                        <a:pt x="93" y="4878"/>
                        <a:pt x="93" y="4891"/>
                      </a:cubicBezTo>
                      <a:cubicBezTo>
                        <a:pt x="93" y="4904"/>
                        <a:pt x="125" y="5003"/>
                        <a:pt x="132" y="5029"/>
                      </a:cubicBezTo>
                      <a:cubicBezTo>
                        <a:pt x="139" y="5062"/>
                        <a:pt x="93" y="5095"/>
                        <a:pt x="86" y="5108"/>
                      </a:cubicBezTo>
                      <a:cubicBezTo>
                        <a:pt x="79" y="5115"/>
                        <a:pt x="66" y="5292"/>
                        <a:pt x="60" y="5352"/>
                      </a:cubicBezTo>
                      <a:cubicBezTo>
                        <a:pt x="60" y="5411"/>
                        <a:pt x="33" y="5444"/>
                        <a:pt x="33" y="5444"/>
                      </a:cubicBezTo>
                      <a:lnTo>
                        <a:pt x="152" y="5444"/>
                      </a:lnTo>
                      <a:cubicBezTo>
                        <a:pt x="158" y="5444"/>
                        <a:pt x="158" y="5444"/>
                        <a:pt x="165" y="5431"/>
                      </a:cubicBezTo>
                      <a:cubicBezTo>
                        <a:pt x="189" y="5407"/>
                        <a:pt x="235" y="5350"/>
                        <a:pt x="258" y="5350"/>
                      </a:cubicBezTo>
                      <a:cubicBezTo>
                        <a:pt x="260" y="5350"/>
                        <a:pt x="262" y="5350"/>
                        <a:pt x="264" y="5352"/>
                      </a:cubicBezTo>
                      <a:cubicBezTo>
                        <a:pt x="297" y="5371"/>
                        <a:pt x="376" y="5477"/>
                        <a:pt x="376" y="5529"/>
                      </a:cubicBezTo>
                      <a:cubicBezTo>
                        <a:pt x="376" y="5582"/>
                        <a:pt x="408" y="5595"/>
                        <a:pt x="408" y="5628"/>
                      </a:cubicBezTo>
                      <a:cubicBezTo>
                        <a:pt x="408" y="5667"/>
                        <a:pt x="395" y="5720"/>
                        <a:pt x="408" y="5766"/>
                      </a:cubicBezTo>
                      <a:cubicBezTo>
                        <a:pt x="428" y="5806"/>
                        <a:pt x="422" y="5872"/>
                        <a:pt x="501" y="5904"/>
                      </a:cubicBezTo>
                      <a:cubicBezTo>
                        <a:pt x="573" y="5944"/>
                        <a:pt x="678" y="5944"/>
                        <a:pt x="705" y="5944"/>
                      </a:cubicBezTo>
                      <a:cubicBezTo>
                        <a:pt x="720" y="5949"/>
                        <a:pt x="762" y="5976"/>
                        <a:pt x="801" y="5976"/>
                      </a:cubicBezTo>
                      <a:cubicBezTo>
                        <a:pt x="811" y="5976"/>
                        <a:pt x="821" y="5974"/>
                        <a:pt x="830" y="5970"/>
                      </a:cubicBezTo>
                      <a:cubicBezTo>
                        <a:pt x="836" y="5964"/>
                        <a:pt x="843" y="5964"/>
                        <a:pt x="849" y="5957"/>
                      </a:cubicBezTo>
                      <a:cubicBezTo>
                        <a:pt x="895" y="5931"/>
                        <a:pt x="955" y="5885"/>
                        <a:pt x="988" y="5852"/>
                      </a:cubicBezTo>
                      <a:cubicBezTo>
                        <a:pt x="1021" y="5819"/>
                        <a:pt x="1113" y="5707"/>
                        <a:pt x="1126" y="5707"/>
                      </a:cubicBezTo>
                      <a:cubicBezTo>
                        <a:pt x="1139" y="5707"/>
                        <a:pt x="1178" y="5733"/>
                        <a:pt x="1211" y="5733"/>
                      </a:cubicBezTo>
                      <a:cubicBezTo>
                        <a:pt x="1251" y="5733"/>
                        <a:pt x="1350" y="5687"/>
                        <a:pt x="1389" y="5667"/>
                      </a:cubicBezTo>
                      <a:cubicBezTo>
                        <a:pt x="1422" y="5641"/>
                        <a:pt x="1521" y="5536"/>
                        <a:pt x="1547" y="5490"/>
                      </a:cubicBezTo>
                      <a:cubicBezTo>
                        <a:pt x="1573" y="5450"/>
                        <a:pt x="1685" y="5246"/>
                        <a:pt x="1672" y="5213"/>
                      </a:cubicBezTo>
                      <a:cubicBezTo>
                        <a:pt x="1659" y="5174"/>
                        <a:pt x="1639" y="5121"/>
                        <a:pt x="1600" y="5088"/>
                      </a:cubicBezTo>
                      <a:cubicBezTo>
                        <a:pt x="1560" y="5055"/>
                        <a:pt x="1488" y="4996"/>
                        <a:pt x="1547" y="4917"/>
                      </a:cubicBezTo>
                      <a:cubicBezTo>
                        <a:pt x="1606" y="4838"/>
                        <a:pt x="1771" y="4746"/>
                        <a:pt x="1791" y="4740"/>
                      </a:cubicBezTo>
                      <a:cubicBezTo>
                        <a:pt x="1799" y="4735"/>
                        <a:pt x="1830" y="4697"/>
                        <a:pt x="1851" y="4697"/>
                      </a:cubicBezTo>
                      <a:cubicBezTo>
                        <a:pt x="1862" y="4697"/>
                        <a:pt x="1870" y="4708"/>
                        <a:pt x="1870" y="4740"/>
                      </a:cubicBezTo>
                      <a:cubicBezTo>
                        <a:pt x="1870" y="4832"/>
                        <a:pt x="1883" y="4865"/>
                        <a:pt x="1916" y="4865"/>
                      </a:cubicBezTo>
                      <a:cubicBezTo>
                        <a:pt x="1944" y="4869"/>
                        <a:pt x="1948" y="4874"/>
                        <a:pt x="1970" y="4874"/>
                      </a:cubicBezTo>
                      <a:cubicBezTo>
                        <a:pt x="1979" y="4874"/>
                        <a:pt x="1990" y="4873"/>
                        <a:pt x="2008" y="4871"/>
                      </a:cubicBezTo>
                      <a:cubicBezTo>
                        <a:pt x="2049" y="4867"/>
                        <a:pt x="2097" y="4858"/>
                        <a:pt x="2131" y="4858"/>
                      </a:cubicBezTo>
                      <a:cubicBezTo>
                        <a:pt x="2152" y="4858"/>
                        <a:pt x="2167" y="4861"/>
                        <a:pt x="2172" y="4871"/>
                      </a:cubicBezTo>
                      <a:cubicBezTo>
                        <a:pt x="2185" y="4891"/>
                        <a:pt x="2172" y="4950"/>
                        <a:pt x="2238" y="4976"/>
                      </a:cubicBezTo>
                      <a:cubicBezTo>
                        <a:pt x="2281" y="4988"/>
                        <a:pt x="2317" y="5002"/>
                        <a:pt x="2347" y="5002"/>
                      </a:cubicBezTo>
                      <a:cubicBezTo>
                        <a:pt x="2368" y="5002"/>
                        <a:pt x="2386" y="4995"/>
                        <a:pt x="2403" y="4976"/>
                      </a:cubicBezTo>
                      <a:cubicBezTo>
                        <a:pt x="2442" y="4924"/>
                        <a:pt x="2501" y="4851"/>
                        <a:pt x="2528" y="4832"/>
                      </a:cubicBezTo>
                      <a:cubicBezTo>
                        <a:pt x="2554" y="4812"/>
                        <a:pt x="2653" y="4772"/>
                        <a:pt x="2699" y="4772"/>
                      </a:cubicBezTo>
                      <a:cubicBezTo>
                        <a:pt x="2745" y="4766"/>
                        <a:pt x="2837" y="4753"/>
                        <a:pt x="2837" y="4753"/>
                      </a:cubicBezTo>
                      <a:lnTo>
                        <a:pt x="3054" y="4582"/>
                      </a:lnTo>
                      <a:cubicBezTo>
                        <a:pt x="3054" y="4582"/>
                        <a:pt x="3061" y="4522"/>
                        <a:pt x="3166" y="4476"/>
                      </a:cubicBezTo>
                      <a:cubicBezTo>
                        <a:pt x="3252" y="4437"/>
                        <a:pt x="3363" y="4351"/>
                        <a:pt x="3410" y="4318"/>
                      </a:cubicBezTo>
                      <a:cubicBezTo>
                        <a:pt x="3416" y="4312"/>
                        <a:pt x="3423" y="4305"/>
                        <a:pt x="3423" y="4305"/>
                      </a:cubicBezTo>
                      <a:cubicBezTo>
                        <a:pt x="3423" y="4305"/>
                        <a:pt x="3436" y="4279"/>
                        <a:pt x="3554" y="4193"/>
                      </a:cubicBezTo>
                      <a:cubicBezTo>
                        <a:pt x="3679" y="4108"/>
                        <a:pt x="3745" y="4068"/>
                        <a:pt x="3785" y="4009"/>
                      </a:cubicBezTo>
                      <a:cubicBezTo>
                        <a:pt x="3818" y="3969"/>
                        <a:pt x="3851" y="3891"/>
                        <a:pt x="3864" y="3858"/>
                      </a:cubicBezTo>
                      <a:cubicBezTo>
                        <a:pt x="3870" y="3844"/>
                        <a:pt x="3870" y="3838"/>
                        <a:pt x="3870" y="3838"/>
                      </a:cubicBezTo>
                      <a:cubicBezTo>
                        <a:pt x="3870" y="3838"/>
                        <a:pt x="3864" y="3680"/>
                        <a:pt x="3837" y="3627"/>
                      </a:cubicBezTo>
                      <a:cubicBezTo>
                        <a:pt x="3804" y="3575"/>
                        <a:pt x="3778" y="3542"/>
                        <a:pt x="3778" y="3515"/>
                      </a:cubicBezTo>
                      <a:cubicBezTo>
                        <a:pt x="3778" y="3489"/>
                        <a:pt x="3791" y="3423"/>
                        <a:pt x="3824" y="3371"/>
                      </a:cubicBezTo>
                      <a:cubicBezTo>
                        <a:pt x="3837" y="3351"/>
                        <a:pt x="3851" y="3331"/>
                        <a:pt x="3864" y="3318"/>
                      </a:cubicBezTo>
                      <a:cubicBezTo>
                        <a:pt x="3890" y="3272"/>
                        <a:pt x="3923" y="3232"/>
                        <a:pt x="3929" y="3213"/>
                      </a:cubicBezTo>
                      <a:cubicBezTo>
                        <a:pt x="3943" y="3186"/>
                        <a:pt x="4028" y="2956"/>
                        <a:pt x="3976" y="2897"/>
                      </a:cubicBezTo>
                      <a:cubicBezTo>
                        <a:pt x="3923" y="2831"/>
                        <a:pt x="3824" y="2897"/>
                        <a:pt x="3778" y="2759"/>
                      </a:cubicBezTo>
                      <a:cubicBezTo>
                        <a:pt x="3732" y="2627"/>
                        <a:pt x="3699" y="2508"/>
                        <a:pt x="3699" y="2436"/>
                      </a:cubicBezTo>
                      <a:cubicBezTo>
                        <a:pt x="3699" y="2364"/>
                        <a:pt x="3673" y="2331"/>
                        <a:pt x="3646" y="2285"/>
                      </a:cubicBezTo>
                      <a:cubicBezTo>
                        <a:pt x="3620" y="2232"/>
                        <a:pt x="3614" y="2127"/>
                        <a:pt x="3620" y="2054"/>
                      </a:cubicBezTo>
                      <a:cubicBezTo>
                        <a:pt x="3633" y="1982"/>
                        <a:pt x="3666" y="1870"/>
                        <a:pt x="3640" y="1817"/>
                      </a:cubicBezTo>
                      <a:cubicBezTo>
                        <a:pt x="3614" y="1765"/>
                        <a:pt x="3508" y="1666"/>
                        <a:pt x="3462" y="1620"/>
                      </a:cubicBezTo>
                      <a:cubicBezTo>
                        <a:pt x="3416" y="1574"/>
                        <a:pt x="3410" y="1455"/>
                        <a:pt x="3410" y="1436"/>
                      </a:cubicBezTo>
                      <a:cubicBezTo>
                        <a:pt x="3403" y="1416"/>
                        <a:pt x="3416" y="1265"/>
                        <a:pt x="3449" y="1199"/>
                      </a:cubicBezTo>
                      <a:cubicBezTo>
                        <a:pt x="3482" y="1126"/>
                        <a:pt x="3554" y="1034"/>
                        <a:pt x="3515" y="955"/>
                      </a:cubicBezTo>
                      <a:cubicBezTo>
                        <a:pt x="3475" y="876"/>
                        <a:pt x="3416" y="797"/>
                        <a:pt x="3390" y="745"/>
                      </a:cubicBezTo>
                      <a:cubicBezTo>
                        <a:pt x="3363" y="692"/>
                        <a:pt x="3331" y="620"/>
                        <a:pt x="3331" y="527"/>
                      </a:cubicBezTo>
                      <a:cubicBezTo>
                        <a:pt x="3331" y="435"/>
                        <a:pt x="3363" y="205"/>
                        <a:pt x="3377" y="159"/>
                      </a:cubicBezTo>
                      <a:cubicBezTo>
                        <a:pt x="3383" y="139"/>
                        <a:pt x="3390" y="100"/>
                        <a:pt x="3390" y="60"/>
                      </a:cubicBezTo>
                      <a:cubicBezTo>
                        <a:pt x="3383" y="60"/>
                        <a:pt x="3377" y="60"/>
                        <a:pt x="3370" y="67"/>
                      </a:cubicBezTo>
                      <a:lnTo>
                        <a:pt x="3291" y="67"/>
                      </a:lnTo>
                      <a:cubicBezTo>
                        <a:pt x="3278" y="60"/>
                        <a:pt x="3271" y="60"/>
                        <a:pt x="3258" y="60"/>
                      </a:cubicBezTo>
                      <a:cubicBezTo>
                        <a:pt x="3245" y="54"/>
                        <a:pt x="3232" y="54"/>
                        <a:pt x="3219" y="54"/>
                      </a:cubicBezTo>
                      <a:lnTo>
                        <a:pt x="3212" y="54"/>
                      </a:lnTo>
                      <a:cubicBezTo>
                        <a:pt x="3206" y="54"/>
                        <a:pt x="3206" y="47"/>
                        <a:pt x="3199" y="47"/>
                      </a:cubicBezTo>
                      <a:cubicBezTo>
                        <a:pt x="3186" y="47"/>
                        <a:pt x="3179" y="40"/>
                        <a:pt x="3166" y="40"/>
                      </a:cubicBezTo>
                      <a:cubicBezTo>
                        <a:pt x="3133" y="34"/>
                        <a:pt x="3100" y="27"/>
                        <a:pt x="3074" y="21"/>
                      </a:cubicBezTo>
                      <a:cubicBezTo>
                        <a:pt x="3067" y="21"/>
                        <a:pt x="3061" y="14"/>
                        <a:pt x="3054" y="14"/>
                      </a:cubicBezTo>
                      <a:lnTo>
                        <a:pt x="3048" y="14"/>
                      </a:lnTo>
                      <a:cubicBezTo>
                        <a:pt x="3041" y="8"/>
                        <a:pt x="3041" y="8"/>
                        <a:pt x="3034" y="8"/>
                      </a:cubicBezTo>
                      <a:cubicBezTo>
                        <a:pt x="3028" y="8"/>
                        <a:pt x="3021" y="1"/>
                        <a:pt x="3015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1567;p19">
                  <a:extLst>
                    <a:ext uri="{FF2B5EF4-FFF2-40B4-BE49-F238E27FC236}">
                      <a16:creationId xmlns:a16="http://schemas.microsoft.com/office/drawing/2014/main" id="{6EEF54EA-9221-3EEB-2CC4-BD41F196CEF8}"/>
                    </a:ext>
                  </a:extLst>
                </p:cNvPr>
                <p:cNvSpPr/>
                <p:nvPr/>
              </p:nvSpPr>
              <p:spPr>
                <a:xfrm>
                  <a:off x="7344851" y="2745036"/>
                  <a:ext cx="877178" cy="70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37" h="6432" extrusionOk="0">
                      <a:moveTo>
                        <a:pt x="5076" y="1"/>
                      </a:moveTo>
                      <a:cubicBezTo>
                        <a:pt x="4992" y="1"/>
                        <a:pt x="4851" y="12"/>
                        <a:pt x="4799" y="26"/>
                      </a:cubicBezTo>
                      <a:cubicBezTo>
                        <a:pt x="4726" y="46"/>
                        <a:pt x="4535" y="217"/>
                        <a:pt x="4535" y="217"/>
                      </a:cubicBezTo>
                      <a:lnTo>
                        <a:pt x="4437" y="269"/>
                      </a:lnTo>
                      <a:lnTo>
                        <a:pt x="4410" y="289"/>
                      </a:lnTo>
                      <a:cubicBezTo>
                        <a:pt x="4410" y="289"/>
                        <a:pt x="4239" y="335"/>
                        <a:pt x="4187" y="368"/>
                      </a:cubicBezTo>
                      <a:cubicBezTo>
                        <a:pt x="4134" y="401"/>
                        <a:pt x="4055" y="460"/>
                        <a:pt x="4029" y="487"/>
                      </a:cubicBezTo>
                      <a:cubicBezTo>
                        <a:pt x="4002" y="520"/>
                        <a:pt x="3805" y="684"/>
                        <a:pt x="3792" y="704"/>
                      </a:cubicBezTo>
                      <a:cubicBezTo>
                        <a:pt x="3774" y="722"/>
                        <a:pt x="3652" y="751"/>
                        <a:pt x="3605" y="751"/>
                      </a:cubicBezTo>
                      <a:cubicBezTo>
                        <a:pt x="3601" y="751"/>
                        <a:pt x="3597" y="750"/>
                        <a:pt x="3594" y="750"/>
                      </a:cubicBezTo>
                      <a:cubicBezTo>
                        <a:pt x="3568" y="750"/>
                        <a:pt x="3607" y="684"/>
                        <a:pt x="3627" y="625"/>
                      </a:cubicBezTo>
                      <a:cubicBezTo>
                        <a:pt x="3647" y="559"/>
                        <a:pt x="3673" y="572"/>
                        <a:pt x="3680" y="546"/>
                      </a:cubicBezTo>
                      <a:cubicBezTo>
                        <a:pt x="3680" y="546"/>
                        <a:pt x="3601" y="533"/>
                        <a:pt x="3561" y="533"/>
                      </a:cubicBezTo>
                      <a:cubicBezTo>
                        <a:pt x="3535" y="533"/>
                        <a:pt x="3520" y="553"/>
                        <a:pt x="3500" y="553"/>
                      </a:cubicBezTo>
                      <a:cubicBezTo>
                        <a:pt x="3490" y="553"/>
                        <a:pt x="3478" y="548"/>
                        <a:pt x="3463" y="533"/>
                      </a:cubicBezTo>
                      <a:cubicBezTo>
                        <a:pt x="3410" y="487"/>
                        <a:pt x="3377" y="447"/>
                        <a:pt x="3364" y="434"/>
                      </a:cubicBezTo>
                      <a:cubicBezTo>
                        <a:pt x="3351" y="414"/>
                        <a:pt x="3259" y="348"/>
                        <a:pt x="3259" y="348"/>
                      </a:cubicBezTo>
                      <a:cubicBezTo>
                        <a:pt x="3259" y="348"/>
                        <a:pt x="3199" y="441"/>
                        <a:pt x="3206" y="467"/>
                      </a:cubicBezTo>
                      <a:cubicBezTo>
                        <a:pt x="3219" y="487"/>
                        <a:pt x="3232" y="520"/>
                        <a:pt x="3252" y="552"/>
                      </a:cubicBezTo>
                      <a:cubicBezTo>
                        <a:pt x="3272" y="585"/>
                        <a:pt x="3298" y="618"/>
                        <a:pt x="3278" y="631"/>
                      </a:cubicBezTo>
                      <a:cubicBezTo>
                        <a:pt x="3264" y="641"/>
                        <a:pt x="3257" y="650"/>
                        <a:pt x="3240" y="650"/>
                      </a:cubicBezTo>
                      <a:cubicBezTo>
                        <a:pt x="3233" y="650"/>
                        <a:pt x="3224" y="648"/>
                        <a:pt x="3212" y="645"/>
                      </a:cubicBezTo>
                      <a:cubicBezTo>
                        <a:pt x="3166" y="638"/>
                        <a:pt x="3114" y="618"/>
                        <a:pt x="3101" y="618"/>
                      </a:cubicBezTo>
                      <a:cubicBezTo>
                        <a:pt x="3087" y="618"/>
                        <a:pt x="3074" y="612"/>
                        <a:pt x="3059" y="612"/>
                      </a:cubicBezTo>
                      <a:cubicBezTo>
                        <a:pt x="3052" y="612"/>
                        <a:pt x="3044" y="614"/>
                        <a:pt x="3035" y="618"/>
                      </a:cubicBezTo>
                      <a:cubicBezTo>
                        <a:pt x="3002" y="625"/>
                        <a:pt x="2936" y="677"/>
                        <a:pt x="2962" y="717"/>
                      </a:cubicBezTo>
                      <a:cubicBezTo>
                        <a:pt x="2982" y="756"/>
                        <a:pt x="3041" y="809"/>
                        <a:pt x="3028" y="835"/>
                      </a:cubicBezTo>
                      <a:cubicBezTo>
                        <a:pt x="3022" y="855"/>
                        <a:pt x="2949" y="914"/>
                        <a:pt x="2956" y="934"/>
                      </a:cubicBezTo>
                      <a:cubicBezTo>
                        <a:pt x="2962" y="960"/>
                        <a:pt x="2989" y="993"/>
                        <a:pt x="3008" y="1039"/>
                      </a:cubicBezTo>
                      <a:cubicBezTo>
                        <a:pt x="3028" y="1085"/>
                        <a:pt x="3068" y="1125"/>
                        <a:pt x="3074" y="1132"/>
                      </a:cubicBezTo>
                      <a:cubicBezTo>
                        <a:pt x="3074" y="1145"/>
                        <a:pt x="3107" y="1184"/>
                        <a:pt x="3074" y="1211"/>
                      </a:cubicBezTo>
                      <a:cubicBezTo>
                        <a:pt x="3041" y="1237"/>
                        <a:pt x="3028" y="1250"/>
                        <a:pt x="2956" y="1270"/>
                      </a:cubicBezTo>
                      <a:cubicBezTo>
                        <a:pt x="2883" y="1283"/>
                        <a:pt x="2818" y="1296"/>
                        <a:pt x="2804" y="1296"/>
                      </a:cubicBezTo>
                      <a:cubicBezTo>
                        <a:pt x="2800" y="1296"/>
                        <a:pt x="2790" y="1295"/>
                        <a:pt x="2778" y="1295"/>
                      </a:cubicBezTo>
                      <a:cubicBezTo>
                        <a:pt x="2753" y="1295"/>
                        <a:pt x="2721" y="1298"/>
                        <a:pt x="2712" y="1316"/>
                      </a:cubicBezTo>
                      <a:cubicBezTo>
                        <a:pt x="2699" y="1342"/>
                        <a:pt x="2679" y="1382"/>
                        <a:pt x="2679" y="1447"/>
                      </a:cubicBezTo>
                      <a:cubicBezTo>
                        <a:pt x="2679" y="1513"/>
                        <a:pt x="2712" y="1520"/>
                        <a:pt x="2679" y="1573"/>
                      </a:cubicBezTo>
                      <a:cubicBezTo>
                        <a:pt x="2646" y="1619"/>
                        <a:pt x="2614" y="1605"/>
                        <a:pt x="2627" y="1645"/>
                      </a:cubicBezTo>
                      <a:cubicBezTo>
                        <a:pt x="2640" y="1684"/>
                        <a:pt x="2627" y="1711"/>
                        <a:pt x="2679" y="1770"/>
                      </a:cubicBezTo>
                      <a:cubicBezTo>
                        <a:pt x="2732" y="1829"/>
                        <a:pt x="2765" y="1869"/>
                        <a:pt x="2791" y="1921"/>
                      </a:cubicBezTo>
                      <a:cubicBezTo>
                        <a:pt x="2818" y="1974"/>
                        <a:pt x="2857" y="2040"/>
                        <a:pt x="2831" y="2066"/>
                      </a:cubicBezTo>
                      <a:cubicBezTo>
                        <a:pt x="2798" y="2086"/>
                        <a:pt x="2745" y="2106"/>
                        <a:pt x="2719" y="2139"/>
                      </a:cubicBezTo>
                      <a:cubicBezTo>
                        <a:pt x="2693" y="2171"/>
                        <a:pt x="2614" y="2231"/>
                        <a:pt x="2594" y="2277"/>
                      </a:cubicBezTo>
                      <a:cubicBezTo>
                        <a:pt x="2567" y="2323"/>
                        <a:pt x="2515" y="2369"/>
                        <a:pt x="2561" y="2408"/>
                      </a:cubicBezTo>
                      <a:cubicBezTo>
                        <a:pt x="2600" y="2448"/>
                        <a:pt x="2640" y="2441"/>
                        <a:pt x="2660" y="2454"/>
                      </a:cubicBezTo>
                      <a:cubicBezTo>
                        <a:pt x="2686" y="2468"/>
                        <a:pt x="2699" y="2540"/>
                        <a:pt x="2693" y="2553"/>
                      </a:cubicBezTo>
                      <a:cubicBezTo>
                        <a:pt x="2679" y="2573"/>
                        <a:pt x="2646" y="2612"/>
                        <a:pt x="2646" y="2645"/>
                      </a:cubicBezTo>
                      <a:cubicBezTo>
                        <a:pt x="2653" y="2678"/>
                        <a:pt x="2679" y="2744"/>
                        <a:pt x="2679" y="2770"/>
                      </a:cubicBezTo>
                      <a:cubicBezTo>
                        <a:pt x="2686" y="2797"/>
                        <a:pt x="2719" y="2830"/>
                        <a:pt x="2693" y="2862"/>
                      </a:cubicBezTo>
                      <a:cubicBezTo>
                        <a:pt x="2666" y="2902"/>
                        <a:pt x="2640" y="2928"/>
                        <a:pt x="2581" y="2968"/>
                      </a:cubicBezTo>
                      <a:cubicBezTo>
                        <a:pt x="2528" y="3007"/>
                        <a:pt x="2449" y="3066"/>
                        <a:pt x="2416" y="3080"/>
                      </a:cubicBezTo>
                      <a:cubicBezTo>
                        <a:pt x="2393" y="3085"/>
                        <a:pt x="2294" y="3157"/>
                        <a:pt x="2239" y="3157"/>
                      </a:cubicBezTo>
                      <a:cubicBezTo>
                        <a:pt x="2231" y="3157"/>
                        <a:pt x="2224" y="3155"/>
                        <a:pt x="2219" y="3152"/>
                      </a:cubicBezTo>
                      <a:cubicBezTo>
                        <a:pt x="2173" y="3126"/>
                        <a:pt x="2080" y="3093"/>
                        <a:pt x="2048" y="3080"/>
                      </a:cubicBezTo>
                      <a:cubicBezTo>
                        <a:pt x="2029" y="3071"/>
                        <a:pt x="1992" y="3055"/>
                        <a:pt x="1954" y="3055"/>
                      </a:cubicBezTo>
                      <a:cubicBezTo>
                        <a:pt x="1937" y="3055"/>
                        <a:pt x="1919" y="3058"/>
                        <a:pt x="1903" y="3066"/>
                      </a:cubicBezTo>
                      <a:cubicBezTo>
                        <a:pt x="1869" y="3079"/>
                        <a:pt x="1833" y="3084"/>
                        <a:pt x="1806" y="3084"/>
                      </a:cubicBezTo>
                      <a:cubicBezTo>
                        <a:pt x="1791" y="3084"/>
                        <a:pt x="1778" y="3082"/>
                        <a:pt x="1771" y="3080"/>
                      </a:cubicBezTo>
                      <a:cubicBezTo>
                        <a:pt x="1763" y="3074"/>
                        <a:pt x="1739" y="3072"/>
                        <a:pt x="1711" y="3072"/>
                      </a:cubicBezTo>
                      <a:cubicBezTo>
                        <a:pt x="1672" y="3072"/>
                        <a:pt x="1624" y="3076"/>
                        <a:pt x="1593" y="3080"/>
                      </a:cubicBezTo>
                      <a:cubicBezTo>
                        <a:pt x="1547" y="3086"/>
                        <a:pt x="1521" y="3093"/>
                        <a:pt x="1482" y="3113"/>
                      </a:cubicBezTo>
                      <a:cubicBezTo>
                        <a:pt x="1435" y="3139"/>
                        <a:pt x="1370" y="3178"/>
                        <a:pt x="1343" y="3198"/>
                      </a:cubicBezTo>
                      <a:cubicBezTo>
                        <a:pt x="1324" y="3224"/>
                        <a:pt x="1324" y="3231"/>
                        <a:pt x="1258" y="3231"/>
                      </a:cubicBezTo>
                      <a:cubicBezTo>
                        <a:pt x="1185" y="3231"/>
                        <a:pt x="1113" y="3185"/>
                        <a:pt x="1093" y="3185"/>
                      </a:cubicBezTo>
                      <a:cubicBezTo>
                        <a:pt x="1067" y="3185"/>
                        <a:pt x="968" y="3231"/>
                        <a:pt x="948" y="3231"/>
                      </a:cubicBezTo>
                      <a:cubicBezTo>
                        <a:pt x="929" y="3231"/>
                        <a:pt x="804" y="3264"/>
                        <a:pt x="725" y="3284"/>
                      </a:cubicBezTo>
                      <a:cubicBezTo>
                        <a:pt x="652" y="3303"/>
                        <a:pt x="534" y="3303"/>
                        <a:pt x="501" y="3336"/>
                      </a:cubicBezTo>
                      <a:cubicBezTo>
                        <a:pt x="461" y="3369"/>
                        <a:pt x="415" y="3461"/>
                        <a:pt x="396" y="3507"/>
                      </a:cubicBezTo>
                      <a:cubicBezTo>
                        <a:pt x="389" y="3527"/>
                        <a:pt x="389" y="3554"/>
                        <a:pt x="376" y="3573"/>
                      </a:cubicBezTo>
                      <a:cubicBezTo>
                        <a:pt x="376" y="3580"/>
                        <a:pt x="376" y="3580"/>
                        <a:pt x="376" y="3586"/>
                      </a:cubicBezTo>
                      <a:cubicBezTo>
                        <a:pt x="369" y="3593"/>
                        <a:pt x="369" y="3600"/>
                        <a:pt x="363" y="3613"/>
                      </a:cubicBezTo>
                      <a:cubicBezTo>
                        <a:pt x="363" y="3613"/>
                        <a:pt x="363" y="3619"/>
                        <a:pt x="356" y="3619"/>
                      </a:cubicBezTo>
                      <a:cubicBezTo>
                        <a:pt x="356" y="3626"/>
                        <a:pt x="356" y="3626"/>
                        <a:pt x="350" y="3632"/>
                      </a:cubicBezTo>
                      <a:cubicBezTo>
                        <a:pt x="350" y="3632"/>
                        <a:pt x="350" y="3632"/>
                        <a:pt x="343" y="3639"/>
                      </a:cubicBezTo>
                      <a:cubicBezTo>
                        <a:pt x="343" y="3639"/>
                        <a:pt x="336" y="3646"/>
                        <a:pt x="336" y="3646"/>
                      </a:cubicBezTo>
                      <a:cubicBezTo>
                        <a:pt x="290" y="3685"/>
                        <a:pt x="178" y="3711"/>
                        <a:pt x="159" y="3777"/>
                      </a:cubicBezTo>
                      <a:cubicBezTo>
                        <a:pt x="146" y="3823"/>
                        <a:pt x="159" y="3869"/>
                        <a:pt x="139" y="3915"/>
                      </a:cubicBezTo>
                      <a:cubicBezTo>
                        <a:pt x="132" y="3929"/>
                        <a:pt x="126" y="3942"/>
                        <a:pt x="113" y="3955"/>
                      </a:cubicBezTo>
                      <a:cubicBezTo>
                        <a:pt x="47" y="4008"/>
                        <a:pt x="1" y="4027"/>
                        <a:pt x="1" y="4067"/>
                      </a:cubicBezTo>
                      <a:cubicBezTo>
                        <a:pt x="1" y="4106"/>
                        <a:pt x="27" y="4212"/>
                        <a:pt x="27" y="4238"/>
                      </a:cubicBezTo>
                      <a:cubicBezTo>
                        <a:pt x="27" y="4258"/>
                        <a:pt x="40" y="4363"/>
                        <a:pt x="40" y="4363"/>
                      </a:cubicBezTo>
                      <a:cubicBezTo>
                        <a:pt x="40" y="4356"/>
                        <a:pt x="40" y="4356"/>
                        <a:pt x="47" y="4356"/>
                      </a:cubicBezTo>
                      <a:cubicBezTo>
                        <a:pt x="47" y="4356"/>
                        <a:pt x="53" y="4350"/>
                        <a:pt x="53" y="4350"/>
                      </a:cubicBezTo>
                      <a:cubicBezTo>
                        <a:pt x="60" y="4343"/>
                        <a:pt x="60" y="4343"/>
                        <a:pt x="67" y="4337"/>
                      </a:cubicBezTo>
                      <a:cubicBezTo>
                        <a:pt x="73" y="4337"/>
                        <a:pt x="73" y="4330"/>
                        <a:pt x="80" y="4330"/>
                      </a:cubicBezTo>
                      <a:cubicBezTo>
                        <a:pt x="86" y="4324"/>
                        <a:pt x="99" y="4317"/>
                        <a:pt x="113" y="4304"/>
                      </a:cubicBezTo>
                      <a:cubicBezTo>
                        <a:pt x="113" y="4304"/>
                        <a:pt x="119" y="4297"/>
                        <a:pt x="126" y="4297"/>
                      </a:cubicBezTo>
                      <a:cubicBezTo>
                        <a:pt x="126" y="4291"/>
                        <a:pt x="126" y="4291"/>
                        <a:pt x="126" y="4291"/>
                      </a:cubicBezTo>
                      <a:cubicBezTo>
                        <a:pt x="139" y="4284"/>
                        <a:pt x="146" y="4277"/>
                        <a:pt x="152" y="4277"/>
                      </a:cubicBezTo>
                      <a:cubicBezTo>
                        <a:pt x="159" y="4264"/>
                        <a:pt x="172" y="4258"/>
                        <a:pt x="185" y="4245"/>
                      </a:cubicBezTo>
                      <a:cubicBezTo>
                        <a:pt x="192" y="4238"/>
                        <a:pt x="205" y="4231"/>
                        <a:pt x="211" y="4225"/>
                      </a:cubicBezTo>
                      <a:cubicBezTo>
                        <a:pt x="225" y="4218"/>
                        <a:pt x="231" y="4212"/>
                        <a:pt x="244" y="4205"/>
                      </a:cubicBezTo>
                      <a:cubicBezTo>
                        <a:pt x="244" y="4198"/>
                        <a:pt x="251" y="4198"/>
                        <a:pt x="251" y="4198"/>
                      </a:cubicBezTo>
                      <a:cubicBezTo>
                        <a:pt x="271" y="4185"/>
                        <a:pt x="277" y="4179"/>
                        <a:pt x="290" y="4172"/>
                      </a:cubicBezTo>
                      <a:cubicBezTo>
                        <a:pt x="330" y="4152"/>
                        <a:pt x="369" y="4113"/>
                        <a:pt x="389" y="4113"/>
                      </a:cubicBezTo>
                      <a:cubicBezTo>
                        <a:pt x="409" y="4113"/>
                        <a:pt x="508" y="4126"/>
                        <a:pt x="527" y="4152"/>
                      </a:cubicBezTo>
                      <a:cubicBezTo>
                        <a:pt x="540" y="4179"/>
                        <a:pt x="652" y="4238"/>
                        <a:pt x="698" y="4238"/>
                      </a:cubicBezTo>
                      <a:cubicBezTo>
                        <a:pt x="729" y="4238"/>
                        <a:pt x="780" y="4241"/>
                        <a:pt x="821" y="4241"/>
                      </a:cubicBezTo>
                      <a:cubicBezTo>
                        <a:pt x="841" y="4241"/>
                        <a:pt x="859" y="4240"/>
                        <a:pt x="869" y="4238"/>
                      </a:cubicBezTo>
                      <a:cubicBezTo>
                        <a:pt x="909" y="4231"/>
                        <a:pt x="1021" y="4192"/>
                        <a:pt x="1074" y="4192"/>
                      </a:cubicBezTo>
                      <a:cubicBezTo>
                        <a:pt x="1120" y="4192"/>
                        <a:pt x="1238" y="4212"/>
                        <a:pt x="1238" y="4212"/>
                      </a:cubicBezTo>
                      <a:cubicBezTo>
                        <a:pt x="1238" y="4212"/>
                        <a:pt x="1240" y="4210"/>
                        <a:pt x="1243" y="4210"/>
                      </a:cubicBezTo>
                      <a:cubicBezTo>
                        <a:pt x="1250" y="4210"/>
                        <a:pt x="1260" y="4216"/>
                        <a:pt x="1264" y="4251"/>
                      </a:cubicBezTo>
                      <a:cubicBezTo>
                        <a:pt x="1271" y="4304"/>
                        <a:pt x="1278" y="4356"/>
                        <a:pt x="1284" y="4396"/>
                      </a:cubicBezTo>
                      <a:cubicBezTo>
                        <a:pt x="1284" y="4427"/>
                        <a:pt x="1296" y="4495"/>
                        <a:pt x="1315" y="4495"/>
                      </a:cubicBezTo>
                      <a:cubicBezTo>
                        <a:pt x="1315" y="4495"/>
                        <a:pt x="1316" y="4495"/>
                        <a:pt x="1317" y="4495"/>
                      </a:cubicBezTo>
                      <a:cubicBezTo>
                        <a:pt x="1330" y="4488"/>
                        <a:pt x="1416" y="4435"/>
                        <a:pt x="1416" y="4435"/>
                      </a:cubicBezTo>
                      <a:cubicBezTo>
                        <a:pt x="1416" y="4435"/>
                        <a:pt x="1451" y="4408"/>
                        <a:pt x="1472" y="4408"/>
                      </a:cubicBezTo>
                      <a:cubicBezTo>
                        <a:pt x="1480" y="4408"/>
                        <a:pt x="1486" y="4411"/>
                        <a:pt x="1488" y="4422"/>
                      </a:cubicBezTo>
                      <a:cubicBezTo>
                        <a:pt x="1488" y="4459"/>
                        <a:pt x="1499" y="4529"/>
                        <a:pt x="1511" y="4529"/>
                      </a:cubicBezTo>
                      <a:cubicBezTo>
                        <a:pt x="1512" y="4529"/>
                        <a:pt x="1513" y="4529"/>
                        <a:pt x="1514" y="4528"/>
                      </a:cubicBezTo>
                      <a:cubicBezTo>
                        <a:pt x="1528" y="4514"/>
                        <a:pt x="1587" y="4455"/>
                        <a:pt x="1587" y="4455"/>
                      </a:cubicBezTo>
                      <a:lnTo>
                        <a:pt x="1626" y="4396"/>
                      </a:lnTo>
                      <a:lnTo>
                        <a:pt x="1659" y="4383"/>
                      </a:lnTo>
                      <a:cubicBezTo>
                        <a:pt x="1659" y="4383"/>
                        <a:pt x="1694" y="4402"/>
                        <a:pt x="1737" y="4402"/>
                      </a:cubicBezTo>
                      <a:cubicBezTo>
                        <a:pt x="1750" y="4402"/>
                        <a:pt x="1764" y="4400"/>
                        <a:pt x="1778" y="4396"/>
                      </a:cubicBezTo>
                      <a:cubicBezTo>
                        <a:pt x="1844" y="4383"/>
                        <a:pt x="2008" y="4383"/>
                        <a:pt x="2015" y="4376"/>
                      </a:cubicBezTo>
                      <a:cubicBezTo>
                        <a:pt x="2028" y="4376"/>
                        <a:pt x="2048" y="4343"/>
                        <a:pt x="2067" y="4343"/>
                      </a:cubicBezTo>
                      <a:cubicBezTo>
                        <a:pt x="2094" y="4343"/>
                        <a:pt x="2173" y="4356"/>
                        <a:pt x="2186" y="4363"/>
                      </a:cubicBezTo>
                      <a:cubicBezTo>
                        <a:pt x="2192" y="4367"/>
                        <a:pt x="2200" y="4368"/>
                        <a:pt x="2209" y="4368"/>
                      </a:cubicBezTo>
                      <a:cubicBezTo>
                        <a:pt x="2230" y="4368"/>
                        <a:pt x="2257" y="4359"/>
                        <a:pt x="2271" y="4350"/>
                      </a:cubicBezTo>
                      <a:cubicBezTo>
                        <a:pt x="2284" y="4343"/>
                        <a:pt x="2278" y="4330"/>
                        <a:pt x="2344" y="4297"/>
                      </a:cubicBezTo>
                      <a:cubicBezTo>
                        <a:pt x="2403" y="4264"/>
                        <a:pt x="2482" y="4251"/>
                        <a:pt x="2489" y="4251"/>
                      </a:cubicBezTo>
                      <a:cubicBezTo>
                        <a:pt x="2495" y="4251"/>
                        <a:pt x="2554" y="4291"/>
                        <a:pt x="2554" y="4291"/>
                      </a:cubicBezTo>
                      <a:cubicBezTo>
                        <a:pt x="2554" y="4291"/>
                        <a:pt x="2567" y="4286"/>
                        <a:pt x="2588" y="4286"/>
                      </a:cubicBezTo>
                      <a:cubicBezTo>
                        <a:pt x="2604" y="4286"/>
                        <a:pt x="2624" y="4289"/>
                        <a:pt x="2646" y="4297"/>
                      </a:cubicBezTo>
                      <a:cubicBezTo>
                        <a:pt x="2693" y="4317"/>
                        <a:pt x="2765" y="4429"/>
                        <a:pt x="2772" y="4449"/>
                      </a:cubicBezTo>
                      <a:cubicBezTo>
                        <a:pt x="2772" y="4468"/>
                        <a:pt x="2699" y="4560"/>
                        <a:pt x="2693" y="4587"/>
                      </a:cubicBezTo>
                      <a:cubicBezTo>
                        <a:pt x="2686" y="4607"/>
                        <a:pt x="2765" y="4653"/>
                        <a:pt x="2785" y="4666"/>
                      </a:cubicBezTo>
                      <a:cubicBezTo>
                        <a:pt x="2804" y="4679"/>
                        <a:pt x="2844" y="4712"/>
                        <a:pt x="2831" y="4764"/>
                      </a:cubicBezTo>
                      <a:cubicBezTo>
                        <a:pt x="2811" y="4824"/>
                        <a:pt x="2824" y="4817"/>
                        <a:pt x="2798" y="4870"/>
                      </a:cubicBezTo>
                      <a:cubicBezTo>
                        <a:pt x="2765" y="4916"/>
                        <a:pt x="2818" y="5094"/>
                        <a:pt x="2844" y="5140"/>
                      </a:cubicBezTo>
                      <a:cubicBezTo>
                        <a:pt x="2864" y="5179"/>
                        <a:pt x="2897" y="5291"/>
                        <a:pt x="2910" y="5298"/>
                      </a:cubicBezTo>
                      <a:cubicBezTo>
                        <a:pt x="2914" y="5300"/>
                        <a:pt x="2921" y="5300"/>
                        <a:pt x="2930" y="5300"/>
                      </a:cubicBezTo>
                      <a:cubicBezTo>
                        <a:pt x="2948" y="5300"/>
                        <a:pt x="2971" y="5298"/>
                        <a:pt x="2989" y="5298"/>
                      </a:cubicBezTo>
                      <a:cubicBezTo>
                        <a:pt x="2992" y="5298"/>
                        <a:pt x="2994" y="5299"/>
                        <a:pt x="2995" y="5299"/>
                      </a:cubicBezTo>
                      <a:cubicBezTo>
                        <a:pt x="3007" y="5299"/>
                        <a:pt x="2984" y="5278"/>
                        <a:pt x="3101" y="5278"/>
                      </a:cubicBezTo>
                      <a:cubicBezTo>
                        <a:pt x="3232" y="5278"/>
                        <a:pt x="3291" y="5344"/>
                        <a:pt x="3291" y="5363"/>
                      </a:cubicBezTo>
                      <a:cubicBezTo>
                        <a:pt x="3291" y="5383"/>
                        <a:pt x="3272" y="5462"/>
                        <a:pt x="3245" y="5488"/>
                      </a:cubicBezTo>
                      <a:cubicBezTo>
                        <a:pt x="3212" y="5515"/>
                        <a:pt x="3153" y="5567"/>
                        <a:pt x="3147" y="5594"/>
                      </a:cubicBezTo>
                      <a:cubicBezTo>
                        <a:pt x="3140" y="5620"/>
                        <a:pt x="3147" y="5692"/>
                        <a:pt x="3153" y="5712"/>
                      </a:cubicBezTo>
                      <a:cubicBezTo>
                        <a:pt x="3160" y="5732"/>
                        <a:pt x="3166" y="5824"/>
                        <a:pt x="3160" y="5844"/>
                      </a:cubicBezTo>
                      <a:cubicBezTo>
                        <a:pt x="3147" y="5864"/>
                        <a:pt x="3140" y="5844"/>
                        <a:pt x="3153" y="5923"/>
                      </a:cubicBezTo>
                      <a:cubicBezTo>
                        <a:pt x="3166" y="5995"/>
                        <a:pt x="3212" y="6068"/>
                        <a:pt x="3226" y="6081"/>
                      </a:cubicBezTo>
                      <a:cubicBezTo>
                        <a:pt x="3245" y="6087"/>
                        <a:pt x="3311" y="6114"/>
                        <a:pt x="3318" y="6166"/>
                      </a:cubicBezTo>
                      <a:cubicBezTo>
                        <a:pt x="3324" y="6212"/>
                        <a:pt x="3344" y="6324"/>
                        <a:pt x="3384" y="6351"/>
                      </a:cubicBezTo>
                      <a:cubicBezTo>
                        <a:pt x="3416" y="6383"/>
                        <a:pt x="3456" y="6390"/>
                        <a:pt x="3482" y="6390"/>
                      </a:cubicBezTo>
                      <a:cubicBezTo>
                        <a:pt x="3505" y="6396"/>
                        <a:pt x="3700" y="6432"/>
                        <a:pt x="3757" y="6432"/>
                      </a:cubicBezTo>
                      <a:cubicBezTo>
                        <a:pt x="3765" y="6432"/>
                        <a:pt x="3770" y="6431"/>
                        <a:pt x="3772" y="6430"/>
                      </a:cubicBezTo>
                      <a:cubicBezTo>
                        <a:pt x="3778" y="6410"/>
                        <a:pt x="3792" y="6410"/>
                        <a:pt x="3811" y="6344"/>
                      </a:cubicBezTo>
                      <a:cubicBezTo>
                        <a:pt x="3838" y="6278"/>
                        <a:pt x="3851" y="6239"/>
                        <a:pt x="3890" y="6226"/>
                      </a:cubicBezTo>
                      <a:cubicBezTo>
                        <a:pt x="3925" y="6211"/>
                        <a:pt x="3922" y="6203"/>
                        <a:pt x="3955" y="6203"/>
                      </a:cubicBezTo>
                      <a:cubicBezTo>
                        <a:pt x="3966" y="6203"/>
                        <a:pt x="3981" y="6204"/>
                        <a:pt x="4002" y="6206"/>
                      </a:cubicBezTo>
                      <a:cubicBezTo>
                        <a:pt x="4081" y="6212"/>
                        <a:pt x="4114" y="6212"/>
                        <a:pt x="4154" y="6212"/>
                      </a:cubicBezTo>
                      <a:cubicBezTo>
                        <a:pt x="4187" y="6206"/>
                        <a:pt x="4246" y="6206"/>
                        <a:pt x="4279" y="6173"/>
                      </a:cubicBezTo>
                      <a:cubicBezTo>
                        <a:pt x="4312" y="6140"/>
                        <a:pt x="4391" y="6081"/>
                        <a:pt x="4391" y="6081"/>
                      </a:cubicBezTo>
                      <a:lnTo>
                        <a:pt x="4489" y="6054"/>
                      </a:lnTo>
                      <a:lnTo>
                        <a:pt x="4575" y="5975"/>
                      </a:lnTo>
                      <a:cubicBezTo>
                        <a:pt x="4575" y="5975"/>
                        <a:pt x="4831" y="5910"/>
                        <a:pt x="4917" y="5890"/>
                      </a:cubicBezTo>
                      <a:cubicBezTo>
                        <a:pt x="4937" y="5890"/>
                        <a:pt x="4957" y="5883"/>
                        <a:pt x="4983" y="5870"/>
                      </a:cubicBezTo>
                      <a:cubicBezTo>
                        <a:pt x="4989" y="5870"/>
                        <a:pt x="4996" y="5870"/>
                        <a:pt x="5003" y="5864"/>
                      </a:cubicBezTo>
                      <a:cubicBezTo>
                        <a:pt x="5029" y="5857"/>
                        <a:pt x="5055" y="5850"/>
                        <a:pt x="5082" y="5837"/>
                      </a:cubicBezTo>
                      <a:cubicBezTo>
                        <a:pt x="5108" y="5831"/>
                        <a:pt x="5134" y="5817"/>
                        <a:pt x="5154" y="5811"/>
                      </a:cubicBezTo>
                      <a:cubicBezTo>
                        <a:pt x="5161" y="5811"/>
                        <a:pt x="5167" y="5804"/>
                        <a:pt x="5174" y="5804"/>
                      </a:cubicBezTo>
                      <a:cubicBezTo>
                        <a:pt x="5220" y="5791"/>
                        <a:pt x="5266" y="5771"/>
                        <a:pt x="5299" y="5765"/>
                      </a:cubicBezTo>
                      <a:cubicBezTo>
                        <a:pt x="5299" y="5758"/>
                        <a:pt x="5305" y="5758"/>
                        <a:pt x="5305" y="5758"/>
                      </a:cubicBezTo>
                      <a:cubicBezTo>
                        <a:pt x="5312" y="5758"/>
                        <a:pt x="5319" y="5758"/>
                        <a:pt x="5325" y="5752"/>
                      </a:cubicBezTo>
                      <a:cubicBezTo>
                        <a:pt x="5336" y="5750"/>
                        <a:pt x="5348" y="5749"/>
                        <a:pt x="5360" y="5749"/>
                      </a:cubicBezTo>
                      <a:cubicBezTo>
                        <a:pt x="5426" y="5749"/>
                        <a:pt x="5512" y="5774"/>
                        <a:pt x="5562" y="5785"/>
                      </a:cubicBezTo>
                      <a:cubicBezTo>
                        <a:pt x="5615" y="5791"/>
                        <a:pt x="5700" y="5824"/>
                        <a:pt x="5733" y="5831"/>
                      </a:cubicBezTo>
                      <a:cubicBezTo>
                        <a:pt x="5759" y="5831"/>
                        <a:pt x="5799" y="5785"/>
                        <a:pt x="5838" y="5719"/>
                      </a:cubicBezTo>
                      <a:cubicBezTo>
                        <a:pt x="5871" y="5660"/>
                        <a:pt x="6181" y="5600"/>
                        <a:pt x="6181" y="5600"/>
                      </a:cubicBezTo>
                      <a:cubicBezTo>
                        <a:pt x="6181" y="5600"/>
                        <a:pt x="6246" y="5587"/>
                        <a:pt x="6266" y="5574"/>
                      </a:cubicBezTo>
                      <a:cubicBezTo>
                        <a:pt x="6293" y="5561"/>
                        <a:pt x="6299" y="5528"/>
                        <a:pt x="6279" y="5469"/>
                      </a:cubicBezTo>
                      <a:cubicBezTo>
                        <a:pt x="6253" y="5403"/>
                        <a:pt x="6293" y="5357"/>
                        <a:pt x="6312" y="5311"/>
                      </a:cubicBezTo>
                      <a:cubicBezTo>
                        <a:pt x="6332" y="5265"/>
                        <a:pt x="6352" y="5199"/>
                        <a:pt x="6365" y="5159"/>
                      </a:cubicBezTo>
                      <a:cubicBezTo>
                        <a:pt x="6385" y="5113"/>
                        <a:pt x="6385" y="5107"/>
                        <a:pt x="6437" y="5008"/>
                      </a:cubicBezTo>
                      <a:cubicBezTo>
                        <a:pt x="6497" y="4916"/>
                        <a:pt x="6529" y="4936"/>
                        <a:pt x="6556" y="4857"/>
                      </a:cubicBezTo>
                      <a:cubicBezTo>
                        <a:pt x="6562" y="4824"/>
                        <a:pt x="6608" y="4791"/>
                        <a:pt x="6655" y="4764"/>
                      </a:cubicBezTo>
                      <a:cubicBezTo>
                        <a:pt x="6655" y="4764"/>
                        <a:pt x="6655" y="4758"/>
                        <a:pt x="6648" y="4758"/>
                      </a:cubicBezTo>
                      <a:cubicBezTo>
                        <a:pt x="6641" y="4718"/>
                        <a:pt x="6608" y="4587"/>
                        <a:pt x="6608" y="4547"/>
                      </a:cubicBezTo>
                      <a:cubicBezTo>
                        <a:pt x="6608" y="4501"/>
                        <a:pt x="6701" y="4488"/>
                        <a:pt x="6773" y="4462"/>
                      </a:cubicBezTo>
                      <a:cubicBezTo>
                        <a:pt x="6845" y="4429"/>
                        <a:pt x="6878" y="4455"/>
                        <a:pt x="6918" y="4402"/>
                      </a:cubicBezTo>
                      <a:cubicBezTo>
                        <a:pt x="6964" y="4356"/>
                        <a:pt x="7036" y="4291"/>
                        <a:pt x="7063" y="4271"/>
                      </a:cubicBezTo>
                      <a:cubicBezTo>
                        <a:pt x="7089" y="4251"/>
                        <a:pt x="7076" y="4133"/>
                        <a:pt x="7109" y="4080"/>
                      </a:cubicBezTo>
                      <a:cubicBezTo>
                        <a:pt x="7142" y="4034"/>
                        <a:pt x="7201" y="3929"/>
                        <a:pt x="7273" y="3810"/>
                      </a:cubicBezTo>
                      <a:cubicBezTo>
                        <a:pt x="7346" y="3698"/>
                        <a:pt x="7273" y="3659"/>
                        <a:pt x="7267" y="3613"/>
                      </a:cubicBezTo>
                      <a:cubicBezTo>
                        <a:pt x="7260" y="3567"/>
                        <a:pt x="7128" y="3488"/>
                        <a:pt x="7069" y="3461"/>
                      </a:cubicBezTo>
                      <a:cubicBezTo>
                        <a:pt x="7016" y="3428"/>
                        <a:pt x="7181" y="3448"/>
                        <a:pt x="7227" y="3396"/>
                      </a:cubicBezTo>
                      <a:cubicBezTo>
                        <a:pt x="7280" y="3336"/>
                        <a:pt x="7227" y="3317"/>
                        <a:pt x="7221" y="3271"/>
                      </a:cubicBezTo>
                      <a:cubicBezTo>
                        <a:pt x="7214" y="3224"/>
                        <a:pt x="7188" y="3192"/>
                        <a:pt x="7148" y="3172"/>
                      </a:cubicBezTo>
                      <a:cubicBezTo>
                        <a:pt x="7115" y="3152"/>
                        <a:pt x="7115" y="3066"/>
                        <a:pt x="7115" y="3007"/>
                      </a:cubicBezTo>
                      <a:cubicBezTo>
                        <a:pt x="7115" y="2955"/>
                        <a:pt x="7227" y="2935"/>
                        <a:pt x="7273" y="2915"/>
                      </a:cubicBezTo>
                      <a:cubicBezTo>
                        <a:pt x="7293" y="2910"/>
                        <a:pt x="7305" y="2908"/>
                        <a:pt x="7317" y="2908"/>
                      </a:cubicBezTo>
                      <a:cubicBezTo>
                        <a:pt x="7334" y="2908"/>
                        <a:pt x="7351" y="2911"/>
                        <a:pt x="7385" y="2915"/>
                      </a:cubicBezTo>
                      <a:cubicBezTo>
                        <a:pt x="7394" y="2916"/>
                        <a:pt x="7401" y="2917"/>
                        <a:pt x="7406" y="2917"/>
                      </a:cubicBezTo>
                      <a:cubicBezTo>
                        <a:pt x="7430" y="2917"/>
                        <a:pt x="7413" y="2904"/>
                        <a:pt x="7418" y="2882"/>
                      </a:cubicBezTo>
                      <a:cubicBezTo>
                        <a:pt x="7425" y="2856"/>
                        <a:pt x="7530" y="2757"/>
                        <a:pt x="7530" y="2757"/>
                      </a:cubicBezTo>
                      <a:lnTo>
                        <a:pt x="7787" y="2790"/>
                      </a:lnTo>
                      <a:cubicBezTo>
                        <a:pt x="7773" y="2764"/>
                        <a:pt x="7793" y="2711"/>
                        <a:pt x="7793" y="2685"/>
                      </a:cubicBezTo>
                      <a:cubicBezTo>
                        <a:pt x="7793" y="2665"/>
                        <a:pt x="7681" y="2514"/>
                        <a:pt x="7648" y="2468"/>
                      </a:cubicBezTo>
                      <a:cubicBezTo>
                        <a:pt x="7609" y="2428"/>
                        <a:pt x="7576" y="2395"/>
                        <a:pt x="7543" y="2356"/>
                      </a:cubicBezTo>
                      <a:cubicBezTo>
                        <a:pt x="7510" y="2316"/>
                        <a:pt x="7517" y="2277"/>
                        <a:pt x="7517" y="2224"/>
                      </a:cubicBezTo>
                      <a:cubicBezTo>
                        <a:pt x="7517" y="2178"/>
                        <a:pt x="7517" y="2125"/>
                        <a:pt x="7530" y="2099"/>
                      </a:cubicBezTo>
                      <a:cubicBezTo>
                        <a:pt x="7536" y="2066"/>
                        <a:pt x="7582" y="2033"/>
                        <a:pt x="7648" y="2020"/>
                      </a:cubicBezTo>
                      <a:cubicBezTo>
                        <a:pt x="7708" y="2000"/>
                        <a:pt x="7721" y="1981"/>
                        <a:pt x="7747" y="1921"/>
                      </a:cubicBezTo>
                      <a:cubicBezTo>
                        <a:pt x="7767" y="1862"/>
                        <a:pt x="7661" y="1842"/>
                        <a:pt x="7681" y="1803"/>
                      </a:cubicBezTo>
                      <a:cubicBezTo>
                        <a:pt x="7701" y="1770"/>
                        <a:pt x="7767" y="1678"/>
                        <a:pt x="7800" y="1645"/>
                      </a:cubicBezTo>
                      <a:cubicBezTo>
                        <a:pt x="7833" y="1612"/>
                        <a:pt x="7977" y="1566"/>
                        <a:pt x="8004" y="1546"/>
                      </a:cubicBezTo>
                      <a:cubicBezTo>
                        <a:pt x="8030" y="1520"/>
                        <a:pt x="8037" y="1454"/>
                        <a:pt x="7997" y="1382"/>
                      </a:cubicBezTo>
                      <a:cubicBezTo>
                        <a:pt x="7964" y="1309"/>
                        <a:pt x="7912" y="1290"/>
                        <a:pt x="7859" y="1250"/>
                      </a:cubicBezTo>
                      <a:cubicBezTo>
                        <a:pt x="7813" y="1217"/>
                        <a:pt x="7714" y="1217"/>
                        <a:pt x="7681" y="1217"/>
                      </a:cubicBezTo>
                      <a:cubicBezTo>
                        <a:pt x="7642" y="1217"/>
                        <a:pt x="7569" y="1178"/>
                        <a:pt x="7563" y="1145"/>
                      </a:cubicBezTo>
                      <a:cubicBezTo>
                        <a:pt x="7563" y="1112"/>
                        <a:pt x="7530" y="1118"/>
                        <a:pt x="7438" y="1085"/>
                      </a:cubicBezTo>
                      <a:cubicBezTo>
                        <a:pt x="7388" y="1066"/>
                        <a:pt x="7364" y="1061"/>
                        <a:pt x="7342" y="1061"/>
                      </a:cubicBezTo>
                      <a:cubicBezTo>
                        <a:pt x="7321" y="1061"/>
                        <a:pt x="7303" y="1066"/>
                        <a:pt x="7267" y="1066"/>
                      </a:cubicBezTo>
                      <a:cubicBezTo>
                        <a:pt x="7260" y="1065"/>
                        <a:pt x="7254" y="1065"/>
                        <a:pt x="7249" y="1065"/>
                      </a:cubicBezTo>
                      <a:cubicBezTo>
                        <a:pt x="7197" y="1065"/>
                        <a:pt x="7213" y="1094"/>
                        <a:pt x="7201" y="1112"/>
                      </a:cubicBezTo>
                      <a:cubicBezTo>
                        <a:pt x="7194" y="1132"/>
                        <a:pt x="7128" y="1145"/>
                        <a:pt x="7128" y="1145"/>
                      </a:cubicBezTo>
                      <a:cubicBezTo>
                        <a:pt x="7128" y="1145"/>
                        <a:pt x="6997" y="1125"/>
                        <a:pt x="6984" y="1105"/>
                      </a:cubicBezTo>
                      <a:cubicBezTo>
                        <a:pt x="6970" y="1085"/>
                        <a:pt x="6964" y="993"/>
                        <a:pt x="6964" y="993"/>
                      </a:cubicBezTo>
                      <a:lnTo>
                        <a:pt x="6799" y="697"/>
                      </a:lnTo>
                      <a:cubicBezTo>
                        <a:pt x="6799" y="697"/>
                        <a:pt x="6727" y="651"/>
                        <a:pt x="6701" y="645"/>
                      </a:cubicBezTo>
                      <a:cubicBezTo>
                        <a:pt x="6697" y="643"/>
                        <a:pt x="6694" y="643"/>
                        <a:pt x="6690" y="643"/>
                      </a:cubicBezTo>
                      <a:cubicBezTo>
                        <a:pt x="6672" y="643"/>
                        <a:pt x="6650" y="656"/>
                        <a:pt x="6628" y="677"/>
                      </a:cubicBezTo>
                      <a:cubicBezTo>
                        <a:pt x="6608" y="697"/>
                        <a:pt x="6424" y="717"/>
                        <a:pt x="6424" y="717"/>
                      </a:cubicBezTo>
                      <a:cubicBezTo>
                        <a:pt x="6424" y="717"/>
                        <a:pt x="6339" y="697"/>
                        <a:pt x="6293" y="671"/>
                      </a:cubicBezTo>
                      <a:cubicBezTo>
                        <a:pt x="6246" y="645"/>
                        <a:pt x="6181" y="598"/>
                        <a:pt x="6056" y="539"/>
                      </a:cubicBezTo>
                      <a:cubicBezTo>
                        <a:pt x="5931" y="473"/>
                        <a:pt x="5924" y="447"/>
                        <a:pt x="5898" y="421"/>
                      </a:cubicBezTo>
                      <a:cubicBezTo>
                        <a:pt x="5871" y="394"/>
                        <a:pt x="5806" y="329"/>
                        <a:pt x="5680" y="296"/>
                      </a:cubicBezTo>
                      <a:cubicBezTo>
                        <a:pt x="5655" y="289"/>
                        <a:pt x="5635" y="287"/>
                        <a:pt x="5619" y="287"/>
                      </a:cubicBezTo>
                      <a:cubicBezTo>
                        <a:pt x="5552" y="287"/>
                        <a:pt x="5553" y="332"/>
                        <a:pt x="5516" y="348"/>
                      </a:cubicBezTo>
                      <a:cubicBezTo>
                        <a:pt x="5470" y="375"/>
                        <a:pt x="5450" y="447"/>
                        <a:pt x="5424" y="467"/>
                      </a:cubicBezTo>
                      <a:cubicBezTo>
                        <a:pt x="5414" y="475"/>
                        <a:pt x="5401" y="478"/>
                        <a:pt x="5388" y="478"/>
                      </a:cubicBezTo>
                      <a:cubicBezTo>
                        <a:pt x="5358" y="478"/>
                        <a:pt x="5322" y="463"/>
                        <a:pt x="5286" y="454"/>
                      </a:cubicBezTo>
                      <a:cubicBezTo>
                        <a:pt x="5233" y="447"/>
                        <a:pt x="5200" y="394"/>
                        <a:pt x="5174" y="335"/>
                      </a:cubicBezTo>
                      <a:cubicBezTo>
                        <a:pt x="5147" y="283"/>
                        <a:pt x="5193" y="230"/>
                        <a:pt x="5220" y="190"/>
                      </a:cubicBezTo>
                      <a:cubicBezTo>
                        <a:pt x="5246" y="144"/>
                        <a:pt x="5246" y="105"/>
                        <a:pt x="5246" y="105"/>
                      </a:cubicBezTo>
                      <a:cubicBezTo>
                        <a:pt x="5246" y="105"/>
                        <a:pt x="5174" y="26"/>
                        <a:pt x="5141" y="6"/>
                      </a:cubicBezTo>
                      <a:cubicBezTo>
                        <a:pt x="5133" y="2"/>
                        <a:pt x="5109" y="1"/>
                        <a:pt x="5076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750F32"/>
                    </a:solidFill>
                  </a:endParaRPr>
                </a:p>
              </p:txBody>
            </p:sp>
            <p:sp>
              <p:nvSpPr>
                <p:cNvPr id="70" name="Google Shape;1571;p19">
                  <a:extLst>
                    <a:ext uri="{FF2B5EF4-FFF2-40B4-BE49-F238E27FC236}">
                      <a16:creationId xmlns:a16="http://schemas.microsoft.com/office/drawing/2014/main" id="{B850D55A-A9D2-DBD7-4831-1ED22EECE09D}"/>
                    </a:ext>
                  </a:extLst>
                </p:cNvPr>
                <p:cNvSpPr/>
                <p:nvPr/>
              </p:nvSpPr>
              <p:spPr>
                <a:xfrm>
                  <a:off x="7069595" y="3419427"/>
                  <a:ext cx="515262" cy="334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1" h="3068" extrusionOk="0">
                      <a:moveTo>
                        <a:pt x="1838" y="0"/>
                      </a:moveTo>
                      <a:cubicBezTo>
                        <a:pt x="1792" y="0"/>
                        <a:pt x="1746" y="33"/>
                        <a:pt x="1746" y="33"/>
                      </a:cubicBezTo>
                      <a:cubicBezTo>
                        <a:pt x="1746" y="33"/>
                        <a:pt x="1641" y="66"/>
                        <a:pt x="1562" y="66"/>
                      </a:cubicBezTo>
                      <a:cubicBezTo>
                        <a:pt x="1483" y="66"/>
                        <a:pt x="1292" y="47"/>
                        <a:pt x="1292" y="47"/>
                      </a:cubicBezTo>
                      <a:lnTo>
                        <a:pt x="1062" y="20"/>
                      </a:lnTo>
                      <a:cubicBezTo>
                        <a:pt x="1055" y="27"/>
                        <a:pt x="1055" y="33"/>
                        <a:pt x="1049" y="33"/>
                      </a:cubicBezTo>
                      <a:cubicBezTo>
                        <a:pt x="1035" y="40"/>
                        <a:pt x="1029" y="53"/>
                        <a:pt x="1016" y="60"/>
                      </a:cubicBezTo>
                      <a:cubicBezTo>
                        <a:pt x="1009" y="66"/>
                        <a:pt x="1002" y="66"/>
                        <a:pt x="996" y="73"/>
                      </a:cubicBezTo>
                      <a:cubicBezTo>
                        <a:pt x="996" y="79"/>
                        <a:pt x="989" y="79"/>
                        <a:pt x="983" y="86"/>
                      </a:cubicBezTo>
                      <a:cubicBezTo>
                        <a:pt x="976" y="93"/>
                        <a:pt x="970" y="99"/>
                        <a:pt x="963" y="99"/>
                      </a:cubicBezTo>
                      <a:cubicBezTo>
                        <a:pt x="891" y="145"/>
                        <a:pt x="726" y="270"/>
                        <a:pt x="687" y="316"/>
                      </a:cubicBezTo>
                      <a:cubicBezTo>
                        <a:pt x="647" y="356"/>
                        <a:pt x="614" y="487"/>
                        <a:pt x="614" y="514"/>
                      </a:cubicBezTo>
                      <a:cubicBezTo>
                        <a:pt x="614" y="540"/>
                        <a:pt x="634" y="573"/>
                        <a:pt x="581" y="613"/>
                      </a:cubicBezTo>
                      <a:cubicBezTo>
                        <a:pt x="529" y="652"/>
                        <a:pt x="469" y="639"/>
                        <a:pt x="450" y="718"/>
                      </a:cubicBezTo>
                      <a:cubicBezTo>
                        <a:pt x="430" y="797"/>
                        <a:pt x="436" y="843"/>
                        <a:pt x="417" y="902"/>
                      </a:cubicBezTo>
                      <a:cubicBezTo>
                        <a:pt x="397" y="968"/>
                        <a:pt x="417" y="981"/>
                        <a:pt x="344" y="1027"/>
                      </a:cubicBezTo>
                      <a:cubicBezTo>
                        <a:pt x="272" y="1067"/>
                        <a:pt x="200" y="1073"/>
                        <a:pt x="200" y="1073"/>
                      </a:cubicBezTo>
                      <a:cubicBezTo>
                        <a:pt x="213" y="1100"/>
                        <a:pt x="219" y="1179"/>
                        <a:pt x="232" y="1218"/>
                      </a:cubicBezTo>
                      <a:cubicBezTo>
                        <a:pt x="246" y="1264"/>
                        <a:pt x="298" y="1383"/>
                        <a:pt x="232" y="1481"/>
                      </a:cubicBezTo>
                      <a:cubicBezTo>
                        <a:pt x="167" y="1580"/>
                        <a:pt x="153" y="1692"/>
                        <a:pt x="147" y="1771"/>
                      </a:cubicBezTo>
                      <a:cubicBezTo>
                        <a:pt x="140" y="1850"/>
                        <a:pt x="107" y="1975"/>
                        <a:pt x="94" y="1995"/>
                      </a:cubicBezTo>
                      <a:cubicBezTo>
                        <a:pt x="74" y="2014"/>
                        <a:pt x="28" y="2120"/>
                        <a:pt x="22" y="2133"/>
                      </a:cubicBezTo>
                      <a:cubicBezTo>
                        <a:pt x="22" y="2139"/>
                        <a:pt x="1" y="2181"/>
                        <a:pt x="57" y="2181"/>
                      </a:cubicBezTo>
                      <a:cubicBezTo>
                        <a:pt x="64" y="2181"/>
                        <a:pt x="72" y="2180"/>
                        <a:pt x="81" y="2179"/>
                      </a:cubicBezTo>
                      <a:cubicBezTo>
                        <a:pt x="173" y="2159"/>
                        <a:pt x="186" y="2139"/>
                        <a:pt x="239" y="2139"/>
                      </a:cubicBezTo>
                      <a:cubicBezTo>
                        <a:pt x="298" y="2139"/>
                        <a:pt x="423" y="2146"/>
                        <a:pt x="450" y="2159"/>
                      </a:cubicBezTo>
                      <a:cubicBezTo>
                        <a:pt x="483" y="2172"/>
                        <a:pt x="515" y="2172"/>
                        <a:pt x="529" y="2225"/>
                      </a:cubicBezTo>
                      <a:cubicBezTo>
                        <a:pt x="542" y="2278"/>
                        <a:pt x="627" y="2515"/>
                        <a:pt x="627" y="2515"/>
                      </a:cubicBezTo>
                      <a:cubicBezTo>
                        <a:pt x="627" y="2515"/>
                        <a:pt x="693" y="2613"/>
                        <a:pt x="706" y="2732"/>
                      </a:cubicBezTo>
                      <a:cubicBezTo>
                        <a:pt x="766" y="2712"/>
                        <a:pt x="838" y="2686"/>
                        <a:pt x="858" y="2686"/>
                      </a:cubicBezTo>
                      <a:cubicBezTo>
                        <a:pt x="869" y="2686"/>
                        <a:pt x="883" y="2684"/>
                        <a:pt x="899" y="2684"/>
                      </a:cubicBezTo>
                      <a:cubicBezTo>
                        <a:pt x="929" y="2684"/>
                        <a:pt x="963" y="2690"/>
                        <a:pt x="976" y="2725"/>
                      </a:cubicBezTo>
                      <a:cubicBezTo>
                        <a:pt x="989" y="2771"/>
                        <a:pt x="1095" y="2791"/>
                        <a:pt x="1095" y="2791"/>
                      </a:cubicBezTo>
                      <a:cubicBezTo>
                        <a:pt x="1095" y="2791"/>
                        <a:pt x="1120" y="2735"/>
                        <a:pt x="1149" y="2735"/>
                      </a:cubicBezTo>
                      <a:cubicBezTo>
                        <a:pt x="1153" y="2735"/>
                        <a:pt x="1156" y="2736"/>
                        <a:pt x="1160" y="2738"/>
                      </a:cubicBezTo>
                      <a:cubicBezTo>
                        <a:pt x="1164" y="2740"/>
                        <a:pt x="1168" y="2740"/>
                        <a:pt x="1173" y="2740"/>
                      </a:cubicBezTo>
                      <a:cubicBezTo>
                        <a:pt x="1202" y="2740"/>
                        <a:pt x="1245" y="2718"/>
                        <a:pt x="1280" y="2718"/>
                      </a:cubicBezTo>
                      <a:cubicBezTo>
                        <a:pt x="1298" y="2718"/>
                        <a:pt x="1313" y="2723"/>
                        <a:pt x="1325" y="2738"/>
                      </a:cubicBezTo>
                      <a:cubicBezTo>
                        <a:pt x="1364" y="2791"/>
                        <a:pt x="1470" y="2844"/>
                        <a:pt x="1489" y="2850"/>
                      </a:cubicBezTo>
                      <a:cubicBezTo>
                        <a:pt x="1492" y="2852"/>
                        <a:pt x="1497" y="2852"/>
                        <a:pt x="1504" y="2852"/>
                      </a:cubicBezTo>
                      <a:cubicBezTo>
                        <a:pt x="1523" y="2852"/>
                        <a:pt x="1556" y="2848"/>
                        <a:pt x="1590" y="2848"/>
                      </a:cubicBezTo>
                      <a:cubicBezTo>
                        <a:pt x="1602" y="2848"/>
                        <a:pt x="1615" y="2849"/>
                        <a:pt x="1628" y="2850"/>
                      </a:cubicBezTo>
                      <a:cubicBezTo>
                        <a:pt x="1637" y="2851"/>
                        <a:pt x="1649" y="2852"/>
                        <a:pt x="1661" y="2852"/>
                      </a:cubicBezTo>
                      <a:cubicBezTo>
                        <a:pt x="1674" y="2852"/>
                        <a:pt x="1689" y="2851"/>
                        <a:pt x="1704" y="2851"/>
                      </a:cubicBezTo>
                      <a:cubicBezTo>
                        <a:pt x="1749" y="2851"/>
                        <a:pt x="1797" y="2855"/>
                        <a:pt x="1825" y="2883"/>
                      </a:cubicBezTo>
                      <a:cubicBezTo>
                        <a:pt x="1878" y="2923"/>
                        <a:pt x="1898" y="2936"/>
                        <a:pt x="1898" y="2936"/>
                      </a:cubicBezTo>
                      <a:cubicBezTo>
                        <a:pt x="1898" y="2936"/>
                        <a:pt x="1930" y="2927"/>
                        <a:pt x="1969" y="2927"/>
                      </a:cubicBezTo>
                      <a:cubicBezTo>
                        <a:pt x="1988" y="2927"/>
                        <a:pt x="2009" y="2929"/>
                        <a:pt x="2029" y="2936"/>
                      </a:cubicBezTo>
                      <a:cubicBezTo>
                        <a:pt x="2088" y="2955"/>
                        <a:pt x="2233" y="3067"/>
                        <a:pt x="2292" y="3067"/>
                      </a:cubicBezTo>
                      <a:cubicBezTo>
                        <a:pt x="2345" y="3061"/>
                        <a:pt x="2431" y="3067"/>
                        <a:pt x="2431" y="3034"/>
                      </a:cubicBezTo>
                      <a:lnTo>
                        <a:pt x="2431" y="2903"/>
                      </a:lnTo>
                      <a:cubicBezTo>
                        <a:pt x="2431" y="2844"/>
                        <a:pt x="2417" y="2686"/>
                        <a:pt x="2529" y="2686"/>
                      </a:cubicBezTo>
                      <a:lnTo>
                        <a:pt x="2694" y="2686"/>
                      </a:lnTo>
                      <a:cubicBezTo>
                        <a:pt x="2694" y="2686"/>
                        <a:pt x="2747" y="2659"/>
                        <a:pt x="2766" y="2646"/>
                      </a:cubicBezTo>
                      <a:cubicBezTo>
                        <a:pt x="2785" y="2627"/>
                        <a:pt x="2884" y="2547"/>
                        <a:pt x="2914" y="2547"/>
                      </a:cubicBezTo>
                      <a:cubicBezTo>
                        <a:pt x="2916" y="2547"/>
                        <a:pt x="2917" y="2547"/>
                        <a:pt x="2918" y="2547"/>
                      </a:cubicBezTo>
                      <a:cubicBezTo>
                        <a:pt x="2951" y="2554"/>
                        <a:pt x="3010" y="2574"/>
                        <a:pt x="3010" y="2574"/>
                      </a:cubicBezTo>
                      <a:cubicBezTo>
                        <a:pt x="3010" y="2574"/>
                        <a:pt x="3016" y="2561"/>
                        <a:pt x="3102" y="2547"/>
                      </a:cubicBezTo>
                      <a:cubicBezTo>
                        <a:pt x="3187" y="2528"/>
                        <a:pt x="3273" y="2501"/>
                        <a:pt x="3293" y="2501"/>
                      </a:cubicBezTo>
                      <a:cubicBezTo>
                        <a:pt x="3313" y="2501"/>
                        <a:pt x="3418" y="2521"/>
                        <a:pt x="3451" y="2574"/>
                      </a:cubicBezTo>
                      <a:cubicBezTo>
                        <a:pt x="3490" y="2633"/>
                        <a:pt x="3517" y="2659"/>
                        <a:pt x="3543" y="2666"/>
                      </a:cubicBezTo>
                      <a:cubicBezTo>
                        <a:pt x="3561" y="2670"/>
                        <a:pt x="3578" y="2690"/>
                        <a:pt x="3606" y="2690"/>
                      </a:cubicBezTo>
                      <a:cubicBezTo>
                        <a:pt x="3620" y="2690"/>
                        <a:pt x="3636" y="2685"/>
                        <a:pt x="3655" y="2672"/>
                      </a:cubicBezTo>
                      <a:cubicBezTo>
                        <a:pt x="3707" y="2640"/>
                        <a:pt x="3800" y="2561"/>
                        <a:pt x="3846" y="2534"/>
                      </a:cubicBezTo>
                      <a:cubicBezTo>
                        <a:pt x="3869" y="2523"/>
                        <a:pt x="3936" y="2509"/>
                        <a:pt x="4038" y="2509"/>
                      </a:cubicBezTo>
                      <a:cubicBezTo>
                        <a:pt x="4109" y="2509"/>
                        <a:pt x="4197" y="2515"/>
                        <a:pt x="4300" y="2534"/>
                      </a:cubicBezTo>
                      <a:cubicBezTo>
                        <a:pt x="4287" y="2515"/>
                        <a:pt x="4287" y="2495"/>
                        <a:pt x="4287" y="2475"/>
                      </a:cubicBezTo>
                      <a:cubicBezTo>
                        <a:pt x="4300" y="2416"/>
                        <a:pt x="4379" y="2291"/>
                        <a:pt x="4445" y="2245"/>
                      </a:cubicBezTo>
                      <a:cubicBezTo>
                        <a:pt x="4484" y="2212"/>
                        <a:pt x="4629" y="2120"/>
                        <a:pt x="4721" y="2034"/>
                      </a:cubicBezTo>
                      <a:cubicBezTo>
                        <a:pt x="4708" y="2001"/>
                        <a:pt x="4688" y="1968"/>
                        <a:pt x="4662" y="1955"/>
                      </a:cubicBezTo>
                      <a:cubicBezTo>
                        <a:pt x="4622" y="1929"/>
                        <a:pt x="4616" y="1731"/>
                        <a:pt x="4576" y="1731"/>
                      </a:cubicBezTo>
                      <a:lnTo>
                        <a:pt x="4418" y="1731"/>
                      </a:lnTo>
                      <a:cubicBezTo>
                        <a:pt x="4418" y="1731"/>
                        <a:pt x="4373" y="1840"/>
                        <a:pt x="4358" y="1840"/>
                      </a:cubicBezTo>
                      <a:cubicBezTo>
                        <a:pt x="4354" y="1840"/>
                        <a:pt x="4352" y="1835"/>
                        <a:pt x="4352" y="1823"/>
                      </a:cubicBezTo>
                      <a:lnTo>
                        <a:pt x="4352" y="1573"/>
                      </a:lnTo>
                      <a:cubicBezTo>
                        <a:pt x="4352" y="1573"/>
                        <a:pt x="4326" y="1527"/>
                        <a:pt x="4267" y="1527"/>
                      </a:cubicBezTo>
                      <a:cubicBezTo>
                        <a:pt x="4227" y="1527"/>
                        <a:pt x="4144" y="1521"/>
                        <a:pt x="4089" y="1521"/>
                      </a:cubicBezTo>
                      <a:cubicBezTo>
                        <a:pt x="4061" y="1521"/>
                        <a:pt x="4041" y="1523"/>
                        <a:pt x="4036" y="1527"/>
                      </a:cubicBezTo>
                      <a:cubicBezTo>
                        <a:pt x="4032" y="1531"/>
                        <a:pt x="4015" y="1532"/>
                        <a:pt x="3993" y="1532"/>
                      </a:cubicBezTo>
                      <a:cubicBezTo>
                        <a:pt x="3927" y="1532"/>
                        <a:pt x="3813" y="1521"/>
                        <a:pt x="3813" y="1521"/>
                      </a:cubicBezTo>
                      <a:cubicBezTo>
                        <a:pt x="3813" y="1521"/>
                        <a:pt x="3806" y="1455"/>
                        <a:pt x="3813" y="1429"/>
                      </a:cubicBezTo>
                      <a:cubicBezTo>
                        <a:pt x="3819" y="1402"/>
                        <a:pt x="3839" y="1356"/>
                        <a:pt x="3839" y="1317"/>
                      </a:cubicBezTo>
                      <a:cubicBezTo>
                        <a:pt x="3839" y="1284"/>
                        <a:pt x="3859" y="1238"/>
                        <a:pt x="3813" y="1192"/>
                      </a:cubicBezTo>
                      <a:cubicBezTo>
                        <a:pt x="3767" y="1152"/>
                        <a:pt x="3688" y="1047"/>
                        <a:pt x="3661" y="1001"/>
                      </a:cubicBezTo>
                      <a:cubicBezTo>
                        <a:pt x="3635" y="961"/>
                        <a:pt x="3602" y="863"/>
                        <a:pt x="3602" y="823"/>
                      </a:cubicBezTo>
                      <a:cubicBezTo>
                        <a:pt x="3602" y="777"/>
                        <a:pt x="3635" y="659"/>
                        <a:pt x="3602" y="593"/>
                      </a:cubicBezTo>
                      <a:cubicBezTo>
                        <a:pt x="3563" y="527"/>
                        <a:pt x="3457" y="323"/>
                        <a:pt x="3418" y="310"/>
                      </a:cubicBezTo>
                      <a:cubicBezTo>
                        <a:pt x="3390" y="293"/>
                        <a:pt x="3284" y="244"/>
                        <a:pt x="3223" y="244"/>
                      </a:cubicBezTo>
                      <a:cubicBezTo>
                        <a:pt x="3212" y="244"/>
                        <a:pt x="3202" y="246"/>
                        <a:pt x="3194" y="251"/>
                      </a:cubicBezTo>
                      <a:cubicBezTo>
                        <a:pt x="3141" y="283"/>
                        <a:pt x="2970" y="323"/>
                        <a:pt x="2970" y="323"/>
                      </a:cubicBezTo>
                      <a:lnTo>
                        <a:pt x="2714" y="251"/>
                      </a:lnTo>
                      <a:cubicBezTo>
                        <a:pt x="2714" y="251"/>
                        <a:pt x="2654" y="158"/>
                        <a:pt x="2628" y="158"/>
                      </a:cubicBezTo>
                      <a:cubicBezTo>
                        <a:pt x="2602" y="158"/>
                        <a:pt x="2187" y="93"/>
                        <a:pt x="2187" y="93"/>
                      </a:cubicBezTo>
                      <a:lnTo>
                        <a:pt x="1990" y="33"/>
                      </a:lnTo>
                      <a:cubicBezTo>
                        <a:pt x="1990" y="33"/>
                        <a:pt x="1884" y="0"/>
                        <a:pt x="1838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E98AAC"/>
                    </a:solidFill>
                  </a:endParaRPr>
                </a:p>
              </p:txBody>
            </p:sp>
            <p:sp>
              <p:nvSpPr>
                <p:cNvPr id="71" name="Google Shape;1572;p19">
                  <a:extLst>
                    <a:ext uri="{FF2B5EF4-FFF2-40B4-BE49-F238E27FC236}">
                      <a16:creationId xmlns:a16="http://schemas.microsoft.com/office/drawing/2014/main" id="{FC727A59-BCE8-75E9-829F-9B3817F66A1E}"/>
                    </a:ext>
                  </a:extLst>
                </p:cNvPr>
                <p:cNvSpPr/>
                <p:nvPr/>
              </p:nvSpPr>
              <p:spPr>
                <a:xfrm>
                  <a:off x="6841379" y="3789637"/>
                  <a:ext cx="615673" cy="5267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1" h="4826" extrusionOk="0">
                      <a:moveTo>
                        <a:pt x="3104" y="0"/>
                      </a:moveTo>
                      <a:cubicBezTo>
                        <a:pt x="3038" y="0"/>
                        <a:pt x="2988" y="2"/>
                        <a:pt x="2975" y="4"/>
                      </a:cubicBezTo>
                      <a:cubicBezTo>
                        <a:pt x="2964" y="7"/>
                        <a:pt x="2934" y="7"/>
                        <a:pt x="2895" y="7"/>
                      </a:cubicBezTo>
                      <a:cubicBezTo>
                        <a:pt x="2816" y="7"/>
                        <a:pt x="2699" y="4"/>
                        <a:pt x="2620" y="4"/>
                      </a:cubicBezTo>
                      <a:lnTo>
                        <a:pt x="2606" y="11"/>
                      </a:lnTo>
                      <a:cubicBezTo>
                        <a:pt x="2560" y="37"/>
                        <a:pt x="2508" y="70"/>
                        <a:pt x="2475" y="97"/>
                      </a:cubicBezTo>
                      <a:cubicBezTo>
                        <a:pt x="2416" y="149"/>
                        <a:pt x="2205" y="189"/>
                        <a:pt x="2179" y="202"/>
                      </a:cubicBezTo>
                      <a:cubicBezTo>
                        <a:pt x="2159" y="215"/>
                        <a:pt x="2001" y="294"/>
                        <a:pt x="1817" y="426"/>
                      </a:cubicBezTo>
                      <a:cubicBezTo>
                        <a:pt x="1626" y="557"/>
                        <a:pt x="1461" y="669"/>
                        <a:pt x="1349" y="768"/>
                      </a:cubicBezTo>
                      <a:cubicBezTo>
                        <a:pt x="1244" y="873"/>
                        <a:pt x="1343" y="860"/>
                        <a:pt x="1316" y="893"/>
                      </a:cubicBezTo>
                      <a:cubicBezTo>
                        <a:pt x="1306" y="903"/>
                        <a:pt x="1294" y="906"/>
                        <a:pt x="1280" y="906"/>
                      </a:cubicBezTo>
                      <a:cubicBezTo>
                        <a:pt x="1264" y="906"/>
                        <a:pt x="1247" y="902"/>
                        <a:pt x="1229" y="902"/>
                      </a:cubicBezTo>
                      <a:cubicBezTo>
                        <a:pt x="1212" y="902"/>
                        <a:pt x="1194" y="906"/>
                        <a:pt x="1178" y="919"/>
                      </a:cubicBezTo>
                      <a:cubicBezTo>
                        <a:pt x="1132" y="959"/>
                        <a:pt x="1060" y="1044"/>
                        <a:pt x="1007" y="1090"/>
                      </a:cubicBezTo>
                      <a:cubicBezTo>
                        <a:pt x="955" y="1130"/>
                        <a:pt x="652" y="1492"/>
                        <a:pt x="546" y="1591"/>
                      </a:cubicBezTo>
                      <a:cubicBezTo>
                        <a:pt x="448" y="1696"/>
                        <a:pt x="92" y="2091"/>
                        <a:pt x="53" y="2150"/>
                      </a:cubicBezTo>
                      <a:cubicBezTo>
                        <a:pt x="13" y="2203"/>
                        <a:pt x="0" y="2222"/>
                        <a:pt x="53" y="2249"/>
                      </a:cubicBezTo>
                      <a:cubicBezTo>
                        <a:pt x="62" y="2254"/>
                        <a:pt x="75" y="2256"/>
                        <a:pt x="92" y="2256"/>
                      </a:cubicBezTo>
                      <a:cubicBezTo>
                        <a:pt x="163" y="2256"/>
                        <a:pt x="289" y="2216"/>
                        <a:pt x="316" y="2189"/>
                      </a:cubicBezTo>
                      <a:cubicBezTo>
                        <a:pt x="335" y="2165"/>
                        <a:pt x="376" y="2124"/>
                        <a:pt x="437" y="2124"/>
                      </a:cubicBezTo>
                      <a:cubicBezTo>
                        <a:pt x="460" y="2124"/>
                        <a:pt x="485" y="2129"/>
                        <a:pt x="514" y="2143"/>
                      </a:cubicBezTo>
                      <a:cubicBezTo>
                        <a:pt x="619" y="2196"/>
                        <a:pt x="744" y="2249"/>
                        <a:pt x="797" y="2328"/>
                      </a:cubicBezTo>
                      <a:cubicBezTo>
                        <a:pt x="856" y="2407"/>
                        <a:pt x="1007" y="2571"/>
                        <a:pt x="1047" y="2630"/>
                      </a:cubicBezTo>
                      <a:cubicBezTo>
                        <a:pt x="1086" y="2696"/>
                        <a:pt x="1099" y="2782"/>
                        <a:pt x="1132" y="2821"/>
                      </a:cubicBezTo>
                      <a:cubicBezTo>
                        <a:pt x="1142" y="2833"/>
                        <a:pt x="1165" y="2840"/>
                        <a:pt x="1191" y="2840"/>
                      </a:cubicBezTo>
                      <a:cubicBezTo>
                        <a:pt x="1236" y="2840"/>
                        <a:pt x="1288" y="2821"/>
                        <a:pt x="1297" y="2775"/>
                      </a:cubicBezTo>
                      <a:cubicBezTo>
                        <a:pt x="1307" y="2716"/>
                        <a:pt x="1314" y="2653"/>
                        <a:pt x="1348" y="2653"/>
                      </a:cubicBezTo>
                      <a:cubicBezTo>
                        <a:pt x="1356" y="2653"/>
                        <a:pt x="1365" y="2656"/>
                        <a:pt x="1376" y="2663"/>
                      </a:cubicBezTo>
                      <a:cubicBezTo>
                        <a:pt x="1435" y="2696"/>
                        <a:pt x="1474" y="2762"/>
                        <a:pt x="1573" y="2854"/>
                      </a:cubicBezTo>
                      <a:cubicBezTo>
                        <a:pt x="1665" y="2953"/>
                        <a:pt x="1659" y="2953"/>
                        <a:pt x="1771" y="2999"/>
                      </a:cubicBezTo>
                      <a:cubicBezTo>
                        <a:pt x="1882" y="3052"/>
                        <a:pt x="1889" y="3019"/>
                        <a:pt x="1955" y="3078"/>
                      </a:cubicBezTo>
                      <a:cubicBezTo>
                        <a:pt x="2027" y="3144"/>
                        <a:pt x="2152" y="3177"/>
                        <a:pt x="2179" y="3190"/>
                      </a:cubicBezTo>
                      <a:cubicBezTo>
                        <a:pt x="2205" y="3203"/>
                        <a:pt x="2205" y="3183"/>
                        <a:pt x="2291" y="3295"/>
                      </a:cubicBezTo>
                      <a:cubicBezTo>
                        <a:pt x="2376" y="3414"/>
                        <a:pt x="2547" y="3453"/>
                        <a:pt x="2547" y="3453"/>
                      </a:cubicBezTo>
                      <a:cubicBezTo>
                        <a:pt x="2547" y="3453"/>
                        <a:pt x="2620" y="3519"/>
                        <a:pt x="2679" y="3578"/>
                      </a:cubicBezTo>
                      <a:cubicBezTo>
                        <a:pt x="2738" y="3644"/>
                        <a:pt x="2817" y="3710"/>
                        <a:pt x="2817" y="3762"/>
                      </a:cubicBezTo>
                      <a:cubicBezTo>
                        <a:pt x="2817" y="3815"/>
                        <a:pt x="2857" y="3887"/>
                        <a:pt x="2903" y="3914"/>
                      </a:cubicBezTo>
                      <a:cubicBezTo>
                        <a:pt x="2949" y="3940"/>
                        <a:pt x="3061" y="3953"/>
                        <a:pt x="3093" y="3986"/>
                      </a:cubicBezTo>
                      <a:cubicBezTo>
                        <a:pt x="3120" y="4026"/>
                        <a:pt x="3192" y="4098"/>
                        <a:pt x="3159" y="4151"/>
                      </a:cubicBezTo>
                      <a:cubicBezTo>
                        <a:pt x="3120" y="4197"/>
                        <a:pt x="3041" y="4249"/>
                        <a:pt x="3021" y="4276"/>
                      </a:cubicBezTo>
                      <a:cubicBezTo>
                        <a:pt x="2995" y="4309"/>
                        <a:pt x="2936" y="4302"/>
                        <a:pt x="2903" y="4374"/>
                      </a:cubicBezTo>
                      <a:cubicBezTo>
                        <a:pt x="2870" y="4447"/>
                        <a:pt x="2857" y="4467"/>
                        <a:pt x="2870" y="4585"/>
                      </a:cubicBezTo>
                      <a:cubicBezTo>
                        <a:pt x="2883" y="4657"/>
                        <a:pt x="2863" y="4796"/>
                        <a:pt x="2968" y="4822"/>
                      </a:cubicBezTo>
                      <a:cubicBezTo>
                        <a:pt x="2976" y="4825"/>
                        <a:pt x="2984" y="4826"/>
                        <a:pt x="2992" y="4826"/>
                      </a:cubicBezTo>
                      <a:cubicBezTo>
                        <a:pt x="3087" y="4826"/>
                        <a:pt x="3204" y="4659"/>
                        <a:pt x="3271" y="4605"/>
                      </a:cubicBezTo>
                      <a:cubicBezTo>
                        <a:pt x="3317" y="4565"/>
                        <a:pt x="3376" y="4559"/>
                        <a:pt x="3416" y="4519"/>
                      </a:cubicBezTo>
                      <a:cubicBezTo>
                        <a:pt x="3515" y="4414"/>
                        <a:pt x="3574" y="4249"/>
                        <a:pt x="3620" y="4111"/>
                      </a:cubicBezTo>
                      <a:cubicBezTo>
                        <a:pt x="3653" y="4012"/>
                        <a:pt x="3679" y="3907"/>
                        <a:pt x="3752" y="3828"/>
                      </a:cubicBezTo>
                      <a:cubicBezTo>
                        <a:pt x="3791" y="3789"/>
                        <a:pt x="3850" y="3762"/>
                        <a:pt x="3896" y="3723"/>
                      </a:cubicBezTo>
                      <a:cubicBezTo>
                        <a:pt x="3982" y="3657"/>
                        <a:pt x="4002" y="3545"/>
                        <a:pt x="4087" y="3479"/>
                      </a:cubicBezTo>
                      <a:cubicBezTo>
                        <a:pt x="4173" y="3414"/>
                        <a:pt x="4272" y="3361"/>
                        <a:pt x="4364" y="3308"/>
                      </a:cubicBezTo>
                      <a:cubicBezTo>
                        <a:pt x="4502" y="3236"/>
                        <a:pt x="4805" y="2979"/>
                        <a:pt x="4857" y="2894"/>
                      </a:cubicBezTo>
                      <a:cubicBezTo>
                        <a:pt x="4910" y="2802"/>
                        <a:pt x="5318" y="2071"/>
                        <a:pt x="5417" y="1874"/>
                      </a:cubicBezTo>
                      <a:cubicBezTo>
                        <a:pt x="5436" y="1834"/>
                        <a:pt x="5469" y="1788"/>
                        <a:pt x="5509" y="1735"/>
                      </a:cubicBezTo>
                      <a:cubicBezTo>
                        <a:pt x="5515" y="1722"/>
                        <a:pt x="5522" y="1716"/>
                        <a:pt x="5529" y="1709"/>
                      </a:cubicBezTo>
                      <a:cubicBezTo>
                        <a:pt x="5548" y="1683"/>
                        <a:pt x="5568" y="1656"/>
                        <a:pt x="5588" y="1637"/>
                      </a:cubicBezTo>
                      <a:cubicBezTo>
                        <a:pt x="5561" y="1584"/>
                        <a:pt x="5542" y="1551"/>
                        <a:pt x="5542" y="1544"/>
                      </a:cubicBezTo>
                      <a:cubicBezTo>
                        <a:pt x="5522" y="1512"/>
                        <a:pt x="5496" y="1479"/>
                        <a:pt x="5496" y="1479"/>
                      </a:cubicBezTo>
                      <a:cubicBezTo>
                        <a:pt x="5496" y="1479"/>
                        <a:pt x="5459" y="1490"/>
                        <a:pt x="5432" y="1490"/>
                      </a:cubicBezTo>
                      <a:cubicBezTo>
                        <a:pt x="5423" y="1490"/>
                        <a:pt x="5415" y="1489"/>
                        <a:pt x="5410" y="1485"/>
                      </a:cubicBezTo>
                      <a:cubicBezTo>
                        <a:pt x="5408" y="1484"/>
                        <a:pt x="5406" y="1483"/>
                        <a:pt x="5403" y="1483"/>
                      </a:cubicBezTo>
                      <a:cubicBezTo>
                        <a:pt x="5389" y="1483"/>
                        <a:pt x="5368" y="1503"/>
                        <a:pt x="5343" y="1503"/>
                      </a:cubicBezTo>
                      <a:cubicBezTo>
                        <a:pt x="5331" y="1503"/>
                        <a:pt x="5318" y="1499"/>
                        <a:pt x="5305" y="1485"/>
                      </a:cubicBezTo>
                      <a:cubicBezTo>
                        <a:pt x="5285" y="1465"/>
                        <a:pt x="5280" y="1460"/>
                        <a:pt x="5283" y="1460"/>
                      </a:cubicBezTo>
                      <a:cubicBezTo>
                        <a:pt x="5285" y="1460"/>
                        <a:pt x="5293" y="1464"/>
                        <a:pt x="5301" y="1464"/>
                      </a:cubicBezTo>
                      <a:cubicBezTo>
                        <a:pt x="5308" y="1464"/>
                        <a:pt x="5314" y="1462"/>
                        <a:pt x="5318" y="1452"/>
                      </a:cubicBezTo>
                      <a:cubicBezTo>
                        <a:pt x="5338" y="1419"/>
                        <a:pt x="5410" y="1347"/>
                        <a:pt x="5436" y="1288"/>
                      </a:cubicBezTo>
                      <a:cubicBezTo>
                        <a:pt x="5463" y="1229"/>
                        <a:pt x="5436" y="1169"/>
                        <a:pt x="5456" y="1156"/>
                      </a:cubicBezTo>
                      <a:cubicBezTo>
                        <a:pt x="5476" y="1136"/>
                        <a:pt x="5555" y="1117"/>
                        <a:pt x="5608" y="1005"/>
                      </a:cubicBezTo>
                      <a:cubicBezTo>
                        <a:pt x="5640" y="943"/>
                        <a:pt x="5603" y="930"/>
                        <a:pt x="5560" y="930"/>
                      </a:cubicBezTo>
                      <a:cubicBezTo>
                        <a:pt x="5525" y="930"/>
                        <a:pt x="5485" y="939"/>
                        <a:pt x="5476" y="939"/>
                      </a:cubicBezTo>
                      <a:cubicBezTo>
                        <a:pt x="5456" y="939"/>
                        <a:pt x="5226" y="972"/>
                        <a:pt x="5153" y="972"/>
                      </a:cubicBezTo>
                      <a:cubicBezTo>
                        <a:pt x="5081" y="972"/>
                        <a:pt x="4910" y="880"/>
                        <a:pt x="4851" y="801"/>
                      </a:cubicBezTo>
                      <a:cubicBezTo>
                        <a:pt x="4798" y="722"/>
                        <a:pt x="4337" y="373"/>
                        <a:pt x="4324" y="334"/>
                      </a:cubicBezTo>
                      <a:cubicBezTo>
                        <a:pt x="4311" y="301"/>
                        <a:pt x="4239" y="287"/>
                        <a:pt x="4239" y="287"/>
                      </a:cubicBezTo>
                      <a:cubicBezTo>
                        <a:pt x="4239" y="287"/>
                        <a:pt x="3995" y="241"/>
                        <a:pt x="3923" y="222"/>
                      </a:cubicBezTo>
                      <a:cubicBezTo>
                        <a:pt x="3857" y="195"/>
                        <a:pt x="3673" y="90"/>
                        <a:pt x="3528" y="44"/>
                      </a:cubicBezTo>
                      <a:cubicBezTo>
                        <a:pt x="3431" y="9"/>
                        <a:pt x="3235" y="0"/>
                        <a:pt x="3104" y="0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E98AAC"/>
                    </a:solidFill>
                  </a:endParaRPr>
                </a:p>
              </p:txBody>
            </p:sp>
            <p:sp>
              <p:nvSpPr>
                <p:cNvPr id="72" name="Google Shape;1586;p19">
                  <a:extLst>
                    <a:ext uri="{FF2B5EF4-FFF2-40B4-BE49-F238E27FC236}">
                      <a16:creationId xmlns:a16="http://schemas.microsoft.com/office/drawing/2014/main" id="{18676C99-0BC9-6082-E7B8-76334CE76A6E}"/>
                    </a:ext>
                  </a:extLst>
                </p:cNvPr>
                <p:cNvSpPr/>
                <p:nvPr/>
              </p:nvSpPr>
              <p:spPr>
                <a:xfrm>
                  <a:off x="6796849" y="2989624"/>
                  <a:ext cx="560338" cy="5470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4" h="5012" extrusionOk="0">
                      <a:moveTo>
                        <a:pt x="1342" y="1"/>
                      </a:moveTo>
                      <a:cubicBezTo>
                        <a:pt x="1306" y="1"/>
                        <a:pt x="1277" y="5"/>
                        <a:pt x="1257" y="29"/>
                      </a:cubicBezTo>
                      <a:cubicBezTo>
                        <a:pt x="1231" y="75"/>
                        <a:pt x="1224" y="82"/>
                        <a:pt x="1165" y="82"/>
                      </a:cubicBezTo>
                      <a:cubicBezTo>
                        <a:pt x="1124" y="82"/>
                        <a:pt x="1055" y="46"/>
                        <a:pt x="995" y="46"/>
                      </a:cubicBezTo>
                      <a:cubicBezTo>
                        <a:pt x="958" y="46"/>
                        <a:pt x="924" y="59"/>
                        <a:pt x="902" y="102"/>
                      </a:cubicBezTo>
                      <a:cubicBezTo>
                        <a:pt x="836" y="220"/>
                        <a:pt x="665" y="358"/>
                        <a:pt x="599" y="391"/>
                      </a:cubicBezTo>
                      <a:cubicBezTo>
                        <a:pt x="540" y="424"/>
                        <a:pt x="500" y="417"/>
                        <a:pt x="408" y="424"/>
                      </a:cubicBezTo>
                      <a:lnTo>
                        <a:pt x="342" y="424"/>
                      </a:lnTo>
                      <a:cubicBezTo>
                        <a:pt x="342" y="464"/>
                        <a:pt x="349" y="523"/>
                        <a:pt x="369" y="556"/>
                      </a:cubicBezTo>
                      <a:cubicBezTo>
                        <a:pt x="408" y="615"/>
                        <a:pt x="474" y="661"/>
                        <a:pt x="481" y="700"/>
                      </a:cubicBezTo>
                      <a:cubicBezTo>
                        <a:pt x="481" y="740"/>
                        <a:pt x="428" y="766"/>
                        <a:pt x="408" y="786"/>
                      </a:cubicBezTo>
                      <a:cubicBezTo>
                        <a:pt x="388" y="806"/>
                        <a:pt x="362" y="799"/>
                        <a:pt x="349" y="898"/>
                      </a:cubicBezTo>
                      <a:cubicBezTo>
                        <a:pt x="329" y="990"/>
                        <a:pt x="303" y="1102"/>
                        <a:pt x="303" y="1122"/>
                      </a:cubicBezTo>
                      <a:cubicBezTo>
                        <a:pt x="296" y="1141"/>
                        <a:pt x="309" y="1128"/>
                        <a:pt x="323" y="1201"/>
                      </a:cubicBezTo>
                      <a:cubicBezTo>
                        <a:pt x="342" y="1273"/>
                        <a:pt x="356" y="1372"/>
                        <a:pt x="323" y="1378"/>
                      </a:cubicBezTo>
                      <a:cubicBezTo>
                        <a:pt x="321" y="1379"/>
                        <a:pt x="320" y="1379"/>
                        <a:pt x="318" y="1379"/>
                      </a:cubicBezTo>
                      <a:cubicBezTo>
                        <a:pt x="301" y="1379"/>
                        <a:pt x="279" y="1356"/>
                        <a:pt x="258" y="1356"/>
                      </a:cubicBezTo>
                      <a:cubicBezTo>
                        <a:pt x="248" y="1356"/>
                        <a:pt x="239" y="1362"/>
                        <a:pt x="231" y="1378"/>
                      </a:cubicBezTo>
                      <a:cubicBezTo>
                        <a:pt x="198" y="1431"/>
                        <a:pt x="66" y="1721"/>
                        <a:pt x="53" y="1753"/>
                      </a:cubicBezTo>
                      <a:cubicBezTo>
                        <a:pt x="33" y="1786"/>
                        <a:pt x="0" y="1832"/>
                        <a:pt x="40" y="1872"/>
                      </a:cubicBezTo>
                      <a:cubicBezTo>
                        <a:pt x="73" y="1905"/>
                        <a:pt x="132" y="1911"/>
                        <a:pt x="178" y="1957"/>
                      </a:cubicBezTo>
                      <a:cubicBezTo>
                        <a:pt x="217" y="2004"/>
                        <a:pt x="184" y="2050"/>
                        <a:pt x="184" y="2050"/>
                      </a:cubicBezTo>
                      <a:cubicBezTo>
                        <a:pt x="184" y="2050"/>
                        <a:pt x="20" y="2076"/>
                        <a:pt x="13" y="2096"/>
                      </a:cubicBezTo>
                      <a:cubicBezTo>
                        <a:pt x="7" y="2115"/>
                        <a:pt x="0" y="2300"/>
                        <a:pt x="59" y="2379"/>
                      </a:cubicBezTo>
                      <a:cubicBezTo>
                        <a:pt x="112" y="2451"/>
                        <a:pt x="152" y="2510"/>
                        <a:pt x="184" y="2570"/>
                      </a:cubicBezTo>
                      <a:cubicBezTo>
                        <a:pt x="211" y="2629"/>
                        <a:pt x="244" y="2734"/>
                        <a:pt x="224" y="2853"/>
                      </a:cubicBezTo>
                      <a:cubicBezTo>
                        <a:pt x="204" y="2978"/>
                        <a:pt x="152" y="3149"/>
                        <a:pt x="152" y="3149"/>
                      </a:cubicBezTo>
                      <a:cubicBezTo>
                        <a:pt x="152" y="3149"/>
                        <a:pt x="105" y="3188"/>
                        <a:pt x="125" y="3234"/>
                      </a:cubicBezTo>
                      <a:cubicBezTo>
                        <a:pt x="152" y="3280"/>
                        <a:pt x="178" y="3267"/>
                        <a:pt x="178" y="3320"/>
                      </a:cubicBezTo>
                      <a:cubicBezTo>
                        <a:pt x="178" y="3372"/>
                        <a:pt x="171" y="3478"/>
                        <a:pt x="132" y="3491"/>
                      </a:cubicBezTo>
                      <a:cubicBezTo>
                        <a:pt x="92" y="3504"/>
                        <a:pt x="86" y="3570"/>
                        <a:pt x="138" y="3570"/>
                      </a:cubicBezTo>
                      <a:cubicBezTo>
                        <a:pt x="158" y="3572"/>
                        <a:pt x="175" y="3573"/>
                        <a:pt x="191" y="3573"/>
                      </a:cubicBezTo>
                      <a:cubicBezTo>
                        <a:pt x="222" y="3573"/>
                        <a:pt x="250" y="3570"/>
                        <a:pt x="290" y="3570"/>
                      </a:cubicBezTo>
                      <a:cubicBezTo>
                        <a:pt x="293" y="3570"/>
                        <a:pt x="296" y="3570"/>
                        <a:pt x="299" y="3570"/>
                      </a:cubicBezTo>
                      <a:cubicBezTo>
                        <a:pt x="332" y="3570"/>
                        <a:pt x="342" y="3548"/>
                        <a:pt x="359" y="3548"/>
                      </a:cubicBezTo>
                      <a:cubicBezTo>
                        <a:pt x="368" y="3548"/>
                        <a:pt x="379" y="3553"/>
                        <a:pt x="395" y="3570"/>
                      </a:cubicBezTo>
                      <a:cubicBezTo>
                        <a:pt x="448" y="3629"/>
                        <a:pt x="514" y="3675"/>
                        <a:pt x="592" y="3675"/>
                      </a:cubicBezTo>
                      <a:cubicBezTo>
                        <a:pt x="641" y="3675"/>
                        <a:pt x="794" y="3687"/>
                        <a:pt x="919" y="3687"/>
                      </a:cubicBezTo>
                      <a:cubicBezTo>
                        <a:pt x="981" y="3687"/>
                        <a:pt x="1036" y="3684"/>
                        <a:pt x="1066" y="3675"/>
                      </a:cubicBezTo>
                      <a:cubicBezTo>
                        <a:pt x="1152" y="3655"/>
                        <a:pt x="1165" y="3563"/>
                        <a:pt x="1198" y="3563"/>
                      </a:cubicBezTo>
                      <a:cubicBezTo>
                        <a:pt x="1237" y="3563"/>
                        <a:pt x="1277" y="3590"/>
                        <a:pt x="1310" y="3629"/>
                      </a:cubicBezTo>
                      <a:cubicBezTo>
                        <a:pt x="1343" y="3675"/>
                        <a:pt x="1441" y="3708"/>
                        <a:pt x="1481" y="3708"/>
                      </a:cubicBezTo>
                      <a:cubicBezTo>
                        <a:pt x="1512" y="3708"/>
                        <a:pt x="1519" y="3691"/>
                        <a:pt x="1540" y="3691"/>
                      </a:cubicBezTo>
                      <a:cubicBezTo>
                        <a:pt x="1550" y="3691"/>
                        <a:pt x="1564" y="3695"/>
                        <a:pt x="1586" y="3708"/>
                      </a:cubicBezTo>
                      <a:cubicBezTo>
                        <a:pt x="1652" y="3741"/>
                        <a:pt x="1744" y="3794"/>
                        <a:pt x="1751" y="3840"/>
                      </a:cubicBezTo>
                      <a:cubicBezTo>
                        <a:pt x="1764" y="3892"/>
                        <a:pt x="1777" y="3958"/>
                        <a:pt x="1784" y="3978"/>
                      </a:cubicBezTo>
                      <a:cubicBezTo>
                        <a:pt x="1790" y="4004"/>
                        <a:pt x="1836" y="4004"/>
                        <a:pt x="1823" y="4077"/>
                      </a:cubicBezTo>
                      <a:cubicBezTo>
                        <a:pt x="1817" y="4149"/>
                        <a:pt x="1784" y="4182"/>
                        <a:pt x="1790" y="4254"/>
                      </a:cubicBezTo>
                      <a:cubicBezTo>
                        <a:pt x="1790" y="4320"/>
                        <a:pt x="1836" y="4347"/>
                        <a:pt x="1856" y="4399"/>
                      </a:cubicBezTo>
                      <a:cubicBezTo>
                        <a:pt x="1876" y="4452"/>
                        <a:pt x="1869" y="4498"/>
                        <a:pt x="1869" y="4531"/>
                      </a:cubicBezTo>
                      <a:cubicBezTo>
                        <a:pt x="1869" y="4564"/>
                        <a:pt x="1836" y="4616"/>
                        <a:pt x="1863" y="4682"/>
                      </a:cubicBezTo>
                      <a:cubicBezTo>
                        <a:pt x="1896" y="4741"/>
                        <a:pt x="1929" y="4787"/>
                        <a:pt x="1929" y="4834"/>
                      </a:cubicBezTo>
                      <a:cubicBezTo>
                        <a:pt x="1929" y="4880"/>
                        <a:pt x="1909" y="4919"/>
                        <a:pt x="2021" y="4939"/>
                      </a:cubicBezTo>
                      <a:cubicBezTo>
                        <a:pt x="2105" y="4954"/>
                        <a:pt x="2207" y="4972"/>
                        <a:pt x="2264" y="4972"/>
                      </a:cubicBezTo>
                      <a:cubicBezTo>
                        <a:pt x="2283" y="4972"/>
                        <a:pt x="2297" y="4970"/>
                        <a:pt x="2304" y="4965"/>
                      </a:cubicBezTo>
                      <a:cubicBezTo>
                        <a:pt x="2330" y="4945"/>
                        <a:pt x="2422" y="4899"/>
                        <a:pt x="2442" y="4886"/>
                      </a:cubicBezTo>
                      <a:cubicBezTo>
                        <a:pt x="2457" y="4882"/>
                        <a:pt x="2514" y="4879"/>
                        <a:pt x="2561" y="4879"/>
                      </a:cubicBezTo>
                      <a:cubicBezTo>
                        <a:pt x="2595" y="4879"/>
                        <a:pt x="2623" y="4881"/>
                        <a:pt x="2626" y="4886"/>
                      </a:cubicBezTo>
                      <a:cubicBezTo>
                        <a:pt x="2626" y="4893"/>
                        <a:pt x="2685" y="4985"/>
                        <a:pt x="2699" y="5011"/>
                      </a:cubicBezTo>
                      <a:cubicBezTo>
                        <a:pt x="2699" y="5011"/>
                        <a:pt x="2771" y="5005"/>
                        <a:pt x="2843" y="4965"/>
                      </a:cubicBezTo>
                      <a:cubicBezTo>
                        <a:pt x="2916" y="4926"/>
                        <a:pt x="2896" y="4906"/>
                        <a:pt x="2916" y="4840"/>
                      </a:cubicBezTo>
                      <a:cubicBezTo>
                        <a:pt x="2935" y="4781"/>
                        <a:pt x="2929" y="4735"/>
                        <a:pt x="2949" y="4656"/>
                      </a:cubicBezTo>
                      <a:cubicBezTo>
                        <a:pt x="2968" y="4577"/>
                        <a:pt x="3028" y="4590"/>
                        <a:pt x="3080" y="4551"/>
                      </a:cubicBezTo>
                      <a:cubicBezTo>
                        <a:pt x="3139" y="4511"/>
                        <a:pt x="3113" y="4478"/>
                        <a:pt x="3113" y="4452"/>
                      </a:cubicBezTo>
                      <a:cubicBezTo>
                        <a:pt x="3113" y="4425"/>
                        <a:pt x="3146" y="4294"/>
                        <a:pt x="3186" y="4254"/>
                      </a:cubicBezTo>
                      <a:cubicBezTo>
                        <a:pt x="3225" y="4208"/>
                        <a:pt x="3390" y="4083"/>
                        <a:pt x="3462" y="4037"/>
                      </a:cubicBezTo>
                      <a:cubicBezTo>
                        <a:pt x="3462" y="4037"/>
                        <a:pt x="3475" y="4031"/>
                        <a:pt x="3482" y="4024"/>
                      </a:cubicBezTo>
                      <a:cubicBezTo>
                        <a:pt x="3488" y="4017"/>
                        <a:pt x="3488" y="4017"/>
                        <a:pt x="3495" y="4011"/>
                      </a:cubicBezTo>
                      <a:cubicBezTo>
                        <a:pt x="3501" y="4004"/>
                        <a:pt x="3508" y="4004"/>
                        <a:pt x="3515" y="3998"/>
                      </a:cubicBezTo>
                      <a:cubicBezTo>
                        <a:pt x="3528" y="3991"/>
                        <a:pt x="3534" y="3978"/>
                        <a:pt x="3548" y="3971"/>
                      </a:cubicBezTo>
                      <a:cubicBezTo>
                        <a:pt x="3554" y="3971"/>
                        <a:pt x="3554" y="3965"/>
                        <a:pt x="3561" y="3958"/>
                      </a:cubicBezTo>
                      <a:cubicBezTo>
                        <a:pt x="3567" y="3952"/>
                        <a:pt x="3574" y="3952"/>
                        <a:pt x="3580" y="3945"/>
                      </a:cubicBezTo>
                      <a:cubicBezTo>
                        <a:pt x="3653" y="3879"/>
                        <a:pt x="3745" y="3807"/>
                        <a:pt x="3824" y="3741"/>
                      </a:cubicBezTo>
                      <a:cubicBezTo>
                        <a:pt x="3831" y="3734"/>
                        <a:pt x="3837" y="3728"/>
                        <a:pt x="3844" y="3721"/>
                      </a:cubicBezTo>
                      <a:cubicBezTo>
                        <a:pt x="3857" y="3708"/>
                        <a:pt x="3870" y="3695"/>
                        <a:pt x="3883" y="3688"/>
                      </a:cubicBezTo>
                      <a:cubicBezTo>
                        <a:pt x="3890" y="3682"/>
                        <a:pt x="3896" y="3675"/>
                        <a:pt x="3903" y="3669"/>
                      </a:cubicBezTo>
                      <a:cubicBezTo>
                        <a:pt x="3923" y="3649"/>
                        <a:pt x="3942" y="3636"/>
                        <a:pt x="3949" y="3623"/>
                      </a:cubicBezTo>
                      <a:lnTo>
                        <a:pt x="3956" y="3623"/>
                      </a:lnTo>
                      <a:cubicBezTo>
                        <a:pt x="3982" y="3590"/>
                        <a:pt x="4094" y="3537"/>
                        <a:pt x="4179" y="3471"/>
                      </a:cubicBezTo>
                      <a:cubicBezTo>
                        <a:pt x="4265" y="3405"/>
                        <a:pt x="4291" y="3405"/>
                        <a:pt x="4278" y="3372"/>
                      </a:cubicBezTo>
                      <a:cubicBezTo>
                        <a:pt x="4265" y="3333"/>
                        <a:pt x="4278" y="3267"/>
                        <a:pt x="4311" y="3241"/>
                      </a:cubicBezTo>
                      <a:cubicBezTo>
                        <a:pt x="4337" y="3221"/>
                        <a:pt x="4423" y="3188"/>
                        <a:pt x="4423" y="3188"/>
                      </a:cubicBezTo>
                      <a:cubicBezTo>
                        <a:pt x="4423" y="3188"/>
                        <a:pt x="4416" y="3063"/>
                        <a:pt x="4397" y="3030"/>
                      </a:cubicBezTo>
                      <a:cubicBezTo>
                        <a:pt x="4383" y="2997"/>
                        <a:pt x="4416" y="2964"/>
                        <a:pt x="4515" y="2833"/>
                      </a:cubicBezTo>
                      <a:cubicBezTo>
                        <a:pt x="4553" y="2785"/>
                        <a:pt x="4577" y="2772"/>
                        <a:pt x="4595" y="2772"/>
                      </a:cubicBezTo>
                      <a:cubicBezTo>
                        <a:pt x="4619" y="2772"/>
                        <a:pt x="4633" y="2793"/>
                        <a:pt x="4653" y="2793"/>
                      </a:cubicBezTo>
                      <a:cubicBezTo>
                        <a:pt x="4659" y="2793"/>
                        <a:pt x="4666" y="2791"/>
                        <a:pt x="4673" y="2787"/>
                      </a:cubicBezTo>
                      <a:cubicBezTo>
                        <a:pt x="4726" y="2754"/>
                        <a:pt x="4673" y="2701"/>
                        <a:pt x="4673" y="2635"/>
                      </a:cubicBezTo>
                      <a:cubicBezTo>
                        <a:pt x="4673" y="2570"/>
                        <a:pt x="4653" y="2438"/>
                        <a:pt x="4719" y="2359"/>
                      </a:cubicBezTo>
                      <a:cubicBezTo>
                        <a:pt x="4778" y="2280"/>
                        <a:pt x="4956" y="2273"/>
                        <a:pt x="4976" y="2273"/>
                      </a:cubicBezTo>
                      <a:cubicBezTo>
                        <a:pt x="4989" y="2273"/>
                        <a:pt x="5061" y="2122"/>
                        <a:pt x="5061" y="2122"/>
                      </a:cubicBezTo>
                      <a:cubicBezTo>
                        <a:pt x="5061" y="2122"/>
                        <a:pt x="5041" y="2017"/>
                        <a:pt x="5041" y="1997"/>
                      </a:cubicBezTo>
                      <a:cubicBezTo>
                        <a:pt x="5041" y="1971"/>
                        <a:pt x="5022" y="1865"/>
                        <a:pt x="5022" y="1826"/>
                      </a:cubicBezTo>
                      <a:cubicBezTo>
                        <a:pt x="5022" y="1786"/>
                        <a:pt x="5068" y="1767"/>
                        <a:pt x="5134" y="1714"/>
                      </a:cubicBezTo>
                      <a:cubicBezTo>
                        <a:pt x="5081" y="1655"/>
                        <a:pt x="5055" y="1576"/>
                        <a:pt x="4982" y="1536"/>
                      </a:cubicBezTo>
                      <a:cubicBezTo>
                        <a:pt x="4910" y="1497"/>
                        <a:pt x="4897" y="1477"/>
                        <a:pt x="4877" y="1444"/>
                      </a:cubicBezTo>
                      <a:cubicBezTo>
                        <a:pt x="4857" y="1418"/>
                        <a:pt x="4732" y="1365"/>
                        <a:pt x="4686" y="1359"/>
                      </a:cubicBezTo>
                      <a:cubicBezTo>
                        <a:pt x="4647" y="1352"/>
                        <a:pt x="4443" y="1332"/>
                        <a:pt x="4357" y="1266"/>
                      </a:cubicBezTo>
                      <a:cubicBezTo>
                        <a:pt x="4271" y="1201"/>
                        <a:pt x="4179" y="1155"/>
                        <a:pt x="4140" y="1089"/>
                      </a:cubicBezTo>
                      <a:cubicBezTo>
                        <a:pt x="4094" y="1030"/>
                        <a:pt x="4081" y="1049"/>
                        <a:pt x="3956" y="1036"/>
                      </a:cubicBezTo>
                      <a:cubicBezTo>
                        <a:pt x="3931" y="1033"/>
                        <a:pt x="3915" y="1032"/>
                        <a:pt x="3905" y="1032"/>
                      </a:cubicBezTo>
                      <a:cubicBezTo>
                        <a:pt x="3865" y="1032"/>
                        <a:pt x="3905" y="1051"/>
                        <a:pt x="3837" y="1082"/>
                      </a:cubicBezTo>
                      <a:cubicBezTo>
                        <a:pt x="3820" y="1089"/>
                        <a:pt x="3806" y="1093"/>
                        <a:pt x="3795" y="1093"/>
                      </a:cubicBezTo>
                      <a:cubicBezTo>
                        <a:pt x="3756" y="1093"/>
                        <a:pt x="3748" y="1055"/>
                        <a:pt x="3712" y="1030"/>
                      </a:cubicBezTo>
                      <a:cubicBezTo>
                        <a:pt x="3666" y="1003"/>
                        <a:pt x="3725" y="957"/>
                        <a:pt x="3752" y="937"/>
                      </a:cubicBezTo>
                      <a:cubicBezTo>
                        <a:pt x="3771" y="918"/>
                        <a:pt x="3804" y="799"/>
                        <a:pt x="3804" y="799"/>
                      </a:cubicBezTo>
                      <a:cubicBezTo>
                        <a:pt x="3804" y="799"/>
                        <a:pt x="3633" y="786"/>
                        <a:pt x="3567" y="733"/>
                      </a:cubicBezTo>
                      <a:cubicBezTo>
                        <a:pt x="3501" y="674"/>
                        <a:pt x="3567" y="621"/>
                        <a:pt x="3567" y="621"/>
                      </a:cubicBezTo>
                      <a:cubicBezTo>
                        <a:pt x="3501" y="621"/>
                        <a:pt x="3350" y="556"/>
                        <a:pt x="3324" y="556"/>
                      </a:cubicBezTo>
                      <a:cubicBezTo>
                        <a:pt x="3291" y="556"/>
                        <a:pt x="3166" y="569"/>
                        <a:pt x="3146" y="569"/>
                      </a:cubicBezTo>
                      <a:cubicBezTo>
                        <a:pt x="3126" y="569"/>
                        <a:pt x="3041" y="470"/>
                        <a:pt x="3041" y="450"/>
                      </a:cubicBezTo>
                      <a:cubicBezTo>
                        <a:pt x="3041" y="431"/>
                        <a:pt x="3061" y="385"/>
                        <a:pt x="3100" y="338"/>
                      </a:cubicBezTo>
                      <a:cubicBezTo>
                        <a:pt x="3146" y="286"/>
                        <a:pt x="3186" y="259"/>
                        <a:pt x="3186" y="207"/>
                      </a:cubicBezTo>
                      <a:cubicBezTo>
                        <a:pt x="3186" y="161"/>
                        <a:pt x="3146" y="3"/>
                        <a:pt x="3126" y="3"/>
                      </a:cubicBezTo>
                      <a:cubicBezTo>
                        <a:pt x="3107" y="3"/>
                        <a:pt x="2929" y="174"/>
                        <a:pt x="2929" y="174"/>
                      </a:cubicBezTo>
                      <a:cubicBezTo>
                        <a:pt x="2929" y="174"/>
                        <a:pt x="2903" y="174"/>
                        <a:pt x="2870" y="227"/>
                      </a:cubicBezTo>
                      <a:cubicBezTo>
                        <a:pt x="2837" y="279"/>
                        <a:pt x="2758" y="319"/>
                        <a:pt x="2758" y="319"/>
                      </a:cubicBezTo>
                      <a:cubicBezTo>
                        <a:pt x="2758" y="319"/>
                        <a:pt x="2705" y="292"/>
                        <a:pt x="2659" y="253"/>
                      </a:cubicBezTo>
                      <a:cubicBezTo>
                        <a:pt x="2612" y="223"/>
                        <a:pt x="2607" y="124"/>
                        <a:pt x="2529" y="124"/>
                      </a:cubicBezTo>
                      <a:cubicBezTo>
                        <a:pt x="2521" y="124"/>
                        <a:pt x="2511" y="125"/>
                        <a:pt x="2501" y="128"/>
                      </a:cubicBezTo>
                      <a:cubicBezTo>
                        <a:pt x="2402" y="154"/>
                        <a:pt x="2310" y="187"/>
                        <a:pt x="2290" y="213"/>
                      </a:cubicBezTo>
                      <a:cubicBezTo>
                        <a:pt x="2272" y="237"/>
                        <a:pt x="2282" y="267"/>
                        <a:pt x="2199" y="267"/>
                      </a:cubicBezTo>
                      <a:cubicBezTo>
                        <a:pt x="2191" y="267"/>
                        <a:pt x="2182" y="267"/>
                        <a:pt x="2172" y="266"/>
                      </a:cubicBezTo>
                      <a:cubicBezTo>
                        <a:pt x="2054" y="259"/>
                        <a:pt x="1843" y="115"/>
                        <a:pt x="1823" y="108"/>
                      </a:cubicBezTo>
                      <a:cubicBezTo>
                        <a:pt x="1797" y="102"/>
                        <a:pt x="1488" y="3"/>
                        <a:pt x="1422" y="3"/>
                      </a:cubicBezTo>
                      <a:cubicBezTo>
                        <a:pt x="1393" y="3"/>
                        <a:pt x="1366" y="1"/>
                        <a:pt x="1342" y="1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1475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8" name="CaixaDeTexto 35">
                <a:extLst>
                  <a:ext uri="{FF2B5EF4-FFF2-40B4-BE49-F238E27FC236}">
                    <a16:creationId xmlns:a16="http://schemas.microsoft.com/office/drawing/2014/main" id="{9D37214D-ABF3-0831-2CCD-FA732E7E1270}"/>
                  </a:ext>
                </a:extLst>
              </p:cNvPr>
              <p:cNvSpPr txBox="1"/>
              <p:nvPr/>
            </p:nvSpPr>
            <p:spPr>
              <a:xfrm>
                <a:off x="5204839" y="992262"/>
                <a:ext cx="1055191" cy="191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 sz="800">
                  <a:latin typeface="Montserrat" panose="00000500000000000000" pitchFamily="2" charset="0"/>
                </a:endParaRPr>
              </a:p>
            </p:txBody>
          </p:sp>
        </p:grpSp>
        <p:pic>
          <p:nvPicPr>
            <p:cNvPr id="73" name="Picture 2" descr="Banco do Nordeste – Wikipédia, a enciclopédia livre">
              <a:extLst>
                <a:ext uri="{FF2B5EF4-FFF2-40B4-BE49-F238E27FC236}">
                  <a16:creationId xmlns:a16="http://schemas.microsoft.com/office/drawing/2014/main" id="{27C703A3-4635-CE89-FBE1-6B5C907E0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6810" y="5779328"/>
              <a:ext cx="1356826" cy="6297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6" descr="KION South America apresenta braço financeiro e fortalece estratégia na  América Latina">
              <a:extLst>
                <a:ext uri="{FF2B5EF4-FFF2-40B4-BE49-F238E27FC236}">
                  <a16:creationId xmlns:a16="http://schemas.microsoft.com/office/drawing/2014/main" id="{FAED5B95-0463-B018-8E0E-69C726C392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650" t="28905" r="4322" b="28478"/>
            <a:stretch>
              <a:fillRect/>
            </a:stretch>
          </p:blipFill>
          <p:spPr bwMode="auto">
            <a:xfrm>
              <a:off x="7834507" y="5572079"/>
              <a:ext cx="1512593" cy="10859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5" name="Agrupar 74">
              <a:extLst>
                <a:ext uri="{FF2B5EF4-FFF2-40B4-BE49-F238E27FC236}">
                  <a16:creationId xmlns:a16="http://schemas.microsoft.com/office/drawing/2014/main" id="{6924D7C5-F362-52DD-D1CB-E8E5A3127FA5}"/>
                </a:ext>
              </a:extLst>
            </p:cNvPr>
            <p:cNvGrpSpPr/>
            <p:nvPr/>
          </p:nvGrpSpPr>
          <p:grpSpPr>
            <a:xfrm>
              <a:off x="6639212" y="3529988"/>
              <a:ext cx="1961576" cy="903114"/>
              <a:chOff x="6615366" y="3493977"/>
              <a:chExt cx="2007626" cy="1001122"/>
            </a:xfrm>
          </p:grpSpPr>
          <p:sp>
            <p:nvSpPr>
              <p:cNvPr id="76" name="TextBox 10">
                <a:extLst>
                  <a:ext uri="{FF2B5EF4-FFF2-40B4-BE49-F238E27FC236}">
                    <a16:creationId xmlns:a16="http://schemas.microsoft.com/office/drawing/2014/main" id="{27EB2363-6D70-2320-C415-6B5AC5084D50}"/>
                  </a:ext>
                </a:extLst>
              </p:cNvPr>
              <p:cNvSpPr txBox="1"/>
              <p:nvPr/>
            </p:nvSpPr>
            <p:spPr>
              <a:xfrm>
                <a:off x="6615366" y="3659041"/>
                <a:ext cx="971685" cy="650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pt-BR" sz="2800">
                    <a:solidFill>
                      <a:srgbClr val="C0000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97% </a:t>
                </a:r>
                <a:endParaRPr lang="en-US" sz="1600">
                  <a:solidFill>
                    <a:srgbClr val="0E284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pic>
            <p:nvPicPr>
              <p:cNvPr id="77" name="Picture 8" descr="Generated image">
                <a:extLst>
                  <a:ext uri="{FF2B5EF4-FFF2-40B4-BE49-F238E27FC236}">
                    <a16:creationId xmlns:a16="http://schemas.microsoft.com/office/drawing/2014/main" id="{420CA57F-66C7-D3C6-3250-51D8533061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50661" y="3493977"/>
                <a:ext cx="1072331" cy="1001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37" name="AutoShape 14" descr="E-20 | STILL Brasil">
              <a:extLst>
                <a:ext uri="{FF2B5EF4-FFF2-40B4-BE49-F238E27FC236}">
                  <a16:creationId xmlns:a16="http://schemas.microsoft.com/office/drawing/2014/main" id="{AC252BAA-6DEF-658F-7205-8D456615DA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162800" y="39624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AutoShape 16" descr="FM-X 17/20 | STILL Brasil">
              <a:extLst>
                <a:ext uri="{FF2B5EF4-FFF2-40B4-BE49-F238E27FC236}">
                  <a16:creationId xmlns:a16="http://schemas.microsoft.com/office/drawing/2014/main" id="{4A26D4A6-CA01-EA9A-0610-98F69C6857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315200" y="41148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40" name="Imagem 139" descr="Caminhão de bombeiros&#10;&#10;O conteúdo gerado por IA pode estar incorreto.">
              <a:extLst>
                <a:ext uri="{FF2B5EF4-FFF2-40B4-BE49-F238E27FC236}">
                  <a16:creationId xmlns:a16="http://schemas.microsoft.com/office/drawing/2014/main" id="{746A53BD-DE32-2C74-0205-A811C1075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72362" y="3194869"/>
              <a:ext cx="1072331" cy="1072331"/>
            </a:xfrm>
            <a:prstGeom prst="rect">
              <a:avLst/>
            </a:prstGeom>
          </p:spPr>
        </p:pic>
        <p:pic>
          <p:nvPicPr>
            <p:cNvPr id="142" name="Picture 2" descr="Generated image">
              <a:extLst>
                <a:ext uri="{FF2B5EF4-FFF2-40B4-BE49-F238E27FC236}">
                  <a16:creationId xmlns:a16="http://schemas.microsoft.com/office/drawing/2014/main" id="{E5A8BA30-8576-292F-F131-C71E2918A5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449" b="41112"/>
            <a:stretch>
              <a:fillRect/>
            </a:stretch>
          </p:blipFill>
          <p:spPr bwMode="auto">
            <a:xfrm>
              <a:off x="2394700" y="3766701"/>
              <a:ext cx="1852911" cy="363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4" name="Imagem 143" descr="Uma imagem contendo terno, homem, mulher, segurando&#10;&#10;O conteúdo gerado por IA pode estar incorreto.">
              <a:extLst>
                <a:ext uri="{FF2B5EF4-FFF2-40B4-BE49-F238E27FC236}">
                  <a16:creationId xmlns:a16="http://schemas.microsoft.com/office/drawing/2014/main" id="{463E5D55-5523-3FC8-CCC9-2937269D7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234050" y="5811380"/>
              <a:ext cx="1148953" cy="7180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3173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F8B03-6F75-B1C8-7B2F-598463AF4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C0A01A8-4A11-27DF-517E-295E009D078D}"/>
              </a:ext>
            </a:extLst>
          </p:cNvPr>
          <p:cNvSpPr txBox="1">
            <a:spLocks/>
          </p:cNvSpPr>
          <p:nvPr/>
        </p:nvSpPr>
        <p:spPr>
          <a:xfrm>
            <a:off x="922918" y="399301"/>
            <a:ext cx="10349444" cy="1188199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>
                <a:latin typeface="Montserrat" panose="00000500000000000000" pitchFamily="2" charset="0"/>
              </a:rPr>
              <a:t>Uma parceria duradoura que tende a trazer sinergias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C503859D-B633-07AA-8DFD-B8481974AE60}"/>
              </a:ext>
            </a:extLst>
          </p:cNvPr>
          <p:cNvSpPr/>
          <p:nvPr/>
        </p:nvSpPr>
        <p:spPr>
          <a:xfrm>
            <a:off x="1463040" y="1480373"/>
            <a:ext cx="12433300" cy="6029451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89C1B58-7D03-0645-7EA0-3A6222825150}"/>
              </a:ext>
            </a:extLst>
          </p:cNvPr>
          <p:cNvSpPr/>
          <p:nvPr/>
        </p:nvSpPr>
        <p:spPr>
          <a:xfrm>
            <a:off x="1632461" y="1799271"/>
            <a:ext cx="11969723" cy="56307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98645B67-7EBA-2543-960B-F5971A3EF59C}"/>
              </a:ext>
            </a:extLst>
          </p:cNvPr>
          <p:cNvSpPr txBox="1"/>
          <p:nvPr/>
        </p:nvSpPr>
        <p:spPr>
          <a:xfrm>
            <a:off x="5401970" y="2901892"/>
            <a:ext cx="455544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b="1" dirty="0">
                <a:solidFill>
                  <a:srgbClr val="0E2841"/>
                </a:solidFill>
                <a:latin typeface="Poppins"/>
                <a:cs typeface="Poppins"/>
              </a:rPr>
              <a:t>Porquê a KION é o parceiro certo?</a:t>
            </a:r>
            <a:endParaRPr lang="pt-BR" sz="2400" b="1" dirty="0">
              <a:solidFill>
                <a:srgbClr val="0E284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9F006AC5-43C5-7D5D-D64D-6F7FE9798E10}"/>
              </a:ext>
            </a:extLst>
          </p:cNvPr>
          <p:cNvGrpSpPr/>
          <p:nvPr/>
        </p:nvGrpSpPr>
        <p:grpSpPr>
          <a:xfrm>
            <a:off x="5903125" y="1795742"/>
            <a:ext cx="3553131" cy="838213"/>
            <a:chOff x="5654369" y="1795742"/>
            <a:chExt cx="3553131" cy="838213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D9E487D-C6B2-1CD7-2EDC-B2A85BA23450}"/>
                </a:ext>
              </a:extLst>
            </p:cNvPr>
            <p:cNvSpPr/>
            <p:nvPr/>
          </p:nvSpPr>
          <p:spPr>
            <a:xfrm>
              <a:off x="5654369" y="1795742"/>
              <a:ext cx="3553131" cy="838213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2" descr="Generated image">
              <a:extLst>
                <a:ext uri="{FF2B5EF4-FFF2-40B4-BE49-F238E27FC236}">
                  <a16:creationId xmlns:a16="http://schemas.microsoft.com/office/drawing/2014/main" id="{63C5BDA7-2D73-9175-07F4-EDB92208F0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449" b="41112"/>
            <a:stretch>
              <a:fillRect/>
            </a:stretch>
          </p:blipFill>
          <p:spPr bwMode="auto">
            <a:xfrm>
              <a:off x="5950144" y="1833399"/>
              <a:ext cx="3051289" cy="598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567083A9-F8DD-EC7C-F7DA-C7AA04BA351B}"/>
              </a:ext>
            </a:extLst>
          </p:cNvPr>
          <p:cNvGrpSpPr/>
          <p:nvPr/>
        </p:nvGrpSpPr>
        <p:grpSpPr>
          <a:xfrm>
            <a:off x="2123305" y="3616960"/>
            <a:ext cx="10876250" cy="3714529"/>
            <a:chOff x="1941405" y="3483182"/>
            <a:chExt cx="11317870" cy="3865354"/>
          </a:xfrm>
        </p:grpSpPr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89C22370-75DB-B07F-F9D2-ABC82667A3D7}"/>
                </a:ext>
              </a:extLst>
            </p:cNvPr>
            <p:cNvSpPr txBox="1"/>
            <p:nvPr/>
          </p:nvSpPr>
          <p:spPr>
            <a:xfrm>
              <a:off x="4813656" y="6413823"/>
              <a:ext cx="2588543" cy="343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pt-BR" sz="144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02A5BC78-A092-F727-C9DA-FDB47678D7AA}"/>
                </a:ext>
              </a:extLst>
            </p:cNvPr>
            <p:cNvSpPr txBox="1"/>
            <p:nvPr/>
          </p:nvSpPr>
          <p:spPr>
            <a:xfrm>
              <a:off x="5853007" y="4546350"/>
              <a:ext cx="3745297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pt-BR" sz="1400">
                  <a:solidFill>
                    <a:srgbClr val="0E2841"/>
                  </a:solidFill>
                  <a:latin typeface="Poppins" panose="00000500000000000000" pitchFamily="2" charset="0"/>
                  <a:ea typeface="+mn-lt"/>
                  <a:cs typeface="Poppins" panose="00000500000000000000" pitchFamily="2" charset="0"/>
                </a:rPr>
                <a:t>Portfolio completo e diferenciado</a:t>
              </a:r>
              <a:endParaRPr lang="pt-BR" sz="14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" name="TextBox 10">
              <a:extLst>
                <a:ext uri="{FF2B5EF4-FFF2-40B4-BE49-F238E27FC236}">
                  <a16:creationId xmlns:a16="http://schemas.microsoft.com/office/drawing/2014/main" id="{5B3EF991-5D51-911F-765F-A09C6992A8FF}"/>
                </a:ext>
              </a:extLst>
            </p:cNvPr>
            <p:cNvSpPr txBox="1"/>
            <p:nvPr/>
          </p:nvSpPr>
          <p:spPr>
            <a:xfrm>
              <a:off x="2093385" y="6494970"/>
              <a:ext cx="2588543" cy="5950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pt-BR" sz="1400">
                  <a:latin typeface="Poppins" panose="00000500000000000000" pitchFamily="2" charset="0"/>
                  <a:cs typeface="Poppins" panose="00000500000000000000" pitchFamily="2" charset="0"/>
                </a:rPr>
                <a:t>Soluções que se alinham com o futuro da logística </a:t>
              </a:r>
              <a:endParaRPr lang="en-US" sz="140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2308049-DE00-2066-CDBE-7E99A99C0CEA}"/>
                </a:ext>
              </a:extLst>
            </p:cNvPr>
            <p:cNvSpPr txBox="1"/>
            <p:nvPr/>
          </p:nvSpPr>
          <p:spPr>
            <a:xfrm>
              <a:off x="1941405" y="4475265"/>
              <a:ext cx="2892501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pt-BR" sz="1400" dirty="0">
                  <a:solidFill>
                    <a:srgbClr val="0E2841"/>
                  </a:solidFill>
                  <a:latin typeface="Poppins"/>
                  <a:ea typeface="+mn-lt"/>
                  <a:cs typeface="Poppins"/>
                </a:rPr>
                <a:t>Liderança global com marcas consolidadas</a:t>
              </a:r>
              <a:endParaRPr lang="pt-BR" dirty="0"/>
            </a:p>
          </p:txBody>
        </p:sp>
        <p:sp>
          <p:nvSpPr>
            <p:cNvPr id="57" name="TextBox 10">
              <a:extLst>
                <a:ext uri="{FF2B5EF4-FFF2-40B4-BE49-F238E27FC236}">
                  <a16:creationId xmlns:a16="http://schemas.microsoft.com/office/drawing/2014/main" id="{94776BA7-66DB-FF6A-9C3C-4FC74A1FDAB9}"/>
                </a:ext>
              </a:extLst>
            </p:cNvPr>
            <p:cNvSpPr txBox="1"/>
            <p:nvPr/>
          </p:nvSpPr>
          <p:spPr>
            <a:xfrm>
              <a:off x="10534846" y="4546350"/>
              <a:ext cx="2588543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pt-BR" sz="1400">
                  <a:solidFill>
                    <a:srgbClr val="0E2841"/>
                  </a:solidFill>
                  <a:latin typeface="Poppins"/>
                  <a:ea typeface="+mn-lt"/>
                  <a:cs typeface="Poppins"/>
                </a:rPr>
                <a:t>Suporte técnico, comercial  e logístico estruturado</a:t>
              </a:r>
              <a:endParaRPr lang="en-US" sz="140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8" name="TextBox 10">
              <a:extLst>
                <a:ext uri="{FF2B5EF4-FFF2-40B4-BE49-F238E27FC236}">
                  <a16:creationId xmlns:a16="http://schemas.microsoft.com/office/drawing/2014/main" id="{CC50E702-FA93-0A57-B1B7-88D523AF08BE}"/>
                </a:ext>
              </a:extLst>
            </p:cNvPr>
            <p:cNvSpPr txBox="1"/>
            <p:nvPr/>
          </p:nvSpPr>
          <p:spPr>
            <a:xfrm>
              <a:off x="5949315" y="6494970"/>
              <a:ext cx="3460750" cy="7673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pt-BR" sz="1400">
                  <a:solidFill>
                    <a:srgbClr val="0E2841"/>
                  </a:solidFill>
                  <a:latin typeface="Poppins"/>
                  <a:ea typeface="+mn-lt"/>
                  <a:cs typeface="Poppins"/>
                </a:rPr>
                <a:t>Alinhamento com a estratégia da </a:t>
              </a:r>
              <a:r>
                <a:rPr lang="pt-BR" sz="1400" err="1">
                  <a:solidFill>
                    <a:srgbClr val="0E2841"/>
                  </a:solidFill>
                  <a:latin typeface="Poppins"/>
                  <a:ea typeface="+mn-lt"/>
                  <a:cs typeface="Poppins"/>
                </a:rPr>
                <a:t>Multylog</a:t>
              </a:r>
              <a:endParaRPr lang="pt-BR"/>
            </a:p>
            <a:p>
              <a:pPr algn="ctr">
                <a:lnSpc>
                  <a:spcPct val="120000"/>
                </a:lnSpc>
              </a:pPr>
              <a:endParaRPr lang="en-US" sz="140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9" name="TextBox 10">
              <a:extLst>
                <a:ext uri="{FF2B5EF4-FFF2-40B4-BE49-F238E27FC236}">
                  <a16:creationId xmlns:a16="http://schemas.microsoft.com/office/drawing/2014/main" id="{C52FEA7C-768C-95C9-903C-F70F514AE08A}"/>
                </a:ext>
              </a:extLst>
            </p:cNvPr>
            <p:cNvSpPr txBox="1"/>
            <p:nvPr/>
          </p:nvSpPr>
          <p:spPr>
            <a:xfrm>
              <a:off x="10670731" y="6236437"/>
              <a:ext cx="2588544" cy="11120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pt-BR" sz="1400" dirty="0">
                  <a:solidFill>
                    <a:srgbClr val="0E2841"/>
                  </a:solidFill>
                  <a:latin typeface="Poppins"/>
                  <a:cs typeface="Poppins"/>
                </a:rPr>
                <a:t>Força da marca e impulsionamento de demanda</a:t>
              </a:r>
              <a:endParaRPr lang="pt-BR" sz="1400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>
                <a:lnSpc>
                  <a:spcPct val="120000"/>
                </a:lnSpc>
              </a:pPr>
              <a:endParaRPr lang="pt-BR" sz="1400" dirty="0">
                <a:solidFill>
                  <a:srgbClr val="0E284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" name="Picture 6" descr="KION South America apresenta braço financeiro e fortalece estratégia na  América Latina">
              <a:extLst>
                <a:ext uri="{FF2B5EF4-FFF2-40B4-BE49-F238E27FC236}">
                  <a16:creationId xmlns:a16="http://schemas.microsoft.com/office/drawing/2014/main" id="{F2457AE0-9FAE-3B42-52C3-87C09878A0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650" t="28905" r="4322" b="28478"/>
            <a:stretch>
              <a:fillRect/>
            </a:stretch>
          </p:blipFill>
          <p:spPr bwMode="auto">
            <a:xfrm>
              <a:off x="2737162" y="3483182"/>
              <a:ext cx="1512593" cy="10859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27F86702-1E3B-2AAA-D488-B84406CF45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5397" y="5576109"/>
              <a:ext cx="1444515" cy="756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6707BF61-1788-AAD4-4A9C-E28BA4E5E964}"/>
                </a:ext>
              </a:extLst>
            </p:cNvPr>
            <p:cNvGrpSpPr/>
            <p:nvPr/>
          </p:nvGrpSpPr>
          <p:grpSpPr>
            <a:xfrm>
              <a:off x="6458986" y="3707313"/>
              <a:ext cx="2316672" cy="722585"/>
              <a:chOff x="5846573" y="3182629"/>
              <a:chExt cx="3625151" cy="1108430"/>
            </a:xfrm>
          </p:grpSpPr>
          <p:pic>
            <p:nvPicPr>
              <p:cNvPr id="5" name="Imagem 4" descr="Caminhão de bombeiros&#10;&#10;O conteúdo gerado por IA pode estar incorreto.">
                <a:extLst>
                  <a:ext uri="{FF2B5EF4-FFF2-40B4-BE49-F238E27FC236}">
                    <a16:creationId xmlns:a16="http://schemas.microsoft.com/office/drawing/2014/main" id="{B946B99B-8563-C9D2-9977-ED7098481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46573" y="3272116"/>
                <a:ext cx="929456" cy="929456"/>
              </a:xfrm>
              <a:prstGeom prst="rect">
                <a:avLst/>
              </a:prstGeom>
            </p:spPr>
          </p:pic>
          <p:pic>
            <p:nvPicPr>
              <p:cNvPr id="5124" name="Picture 4">
                <a:extLst>
                  <a:ext uri="{FF2B5EF4-FFF2-40B4-BE49-F238E27FC236}">
                    <a16:creationId xmlns:a16="http://schemas.microsoft.com/office/drawing/2014/main" id="{BFD9BC31-8AEF-FA1D-1908-70077DE5B6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37365" y="3182629"/>
                <a:ext cx="1387475" cy="11084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26" name="Picture 6">
                <a:extLst>
                  <a:ext uri="{FF2B5EF4-FFF2-40B4-BE49-F238E27FC236}">
                    <a16:creationId xmlns:a16="http://schemas.microsoft.com/office/drawing/2014/main" id="{255F630C-7390-D4E0-4308-D1492C197C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86176" y="3342123"/>
                <a:ext cx="1185548" cy="7894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5" name="Gráfico 14" descr="Blockchain com preenchimento sólido">
              <a:extLst>
                <a:ext uri="{FF2B5EF4-FFF2-40B4-BE49-F238E27FC236}">
                  <a16:creationId xmlns:a16="http://schemas.microsoft.com/office/drawing/2014/main" id="{06D0A5B0-D0D2-3603-92F2-AE210C2D2B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399366" y="3590266"/>
              <a:ext cx="914400" cy="914400"/>
            </a:xfrm>
            <a:prstGeom prst="rect">
              <a:avLst/>
            </a:prstGeom>
          </p:spPr>
        </p:pic>
        <p:pic>
          <p:nvPicPr>
            <p:cNvPr id="21" name="Gráfico 20" descr="Marca de seleção com preenchimento sólido">
              <a:extLst>
                <a:ext uri="{FF2B5EF4-FFF2-40B4-BE49-F238E27FC236}">
                  <a16:creationId xmlns:a16="http://schemas.microsoft.com/office/drawing/2014/main" id="{BA0350FC-75D9-9B7E-C1DD-A9BE4CDEE8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590307" y="5404541"/>
              <a:ext cx="749392" cy="749392"/>
            </a:xfrm>
            <a:prstGeom prst="rect">
              <a:avLst/>
            </a:prstGeom>
          </p:spPr>
        </p:pic>
        <p:pic>
          <p:nvPicPr>
            <p:cNvPr id="23" name="Gráfico 22" descr="Régua com preenchimento sólido">
              <a:extLst>
                <a:ext uri="{FF2B5EF4-FFF2-40B4-BE49-F238E27FC236}">
                  <a16:creationId xmlns:a16="http://schemas.microsoft.com/office/drawing/2014/main" id="{3F71B3E1-8247-F556-387D-06AE57A859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174662" y="5552037"/>
              <a:ext cx="827795" cy="827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7413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D8D02-59A9-5BA4-2B6B-A8DC5A18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aixaDeTexto 36">
            <a:extLst>
              <a:ext uri="{FF2B5EF4-FFF2-40B4-BE49-F238E27FC236}">
                <a16:creationId xmlns:a16="http://schemas.microsoft.com/office/drawing/2014/main" id="{33719FF3-6E33-A994-DE2B-815F9D30524D}"/>
              </a:ext>
            </a:extLst>
          </p:cNvPr>
          <p:cNvSpPr txBox="1"/>
          <p:nvPr/>
        </p:nvSpPr>
        <p:spPr>
          <a:xfrm>
            <a:off x="1018885" y="437086"/>
            <a:ext cx="9097397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Kion</a:t>
            </a:r>
            <a:r>
              <a:rPr lang="pt-B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 e MULTYLOG uma parceria a ser lançada na MULTIMODAL em Agosto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939291A-230F-9DF6-107A-7744E63E7A9E}"/>
              </a:ext>
            </a:extLst>
          </p:cNvPr>
          <p:cNvGrpSpPr/>
          <p:nvPr/>
        </p:nvGrpSpPr>
        <p:grpSpPr>
          <a:xfrm>
            <a:off x="1167297" y="1894016"/>
            <a:ext cx="9786253" cy="5457664"/>
            <a:chOff x="3367088" y="1671638"/>
            <a:chExt cx="8457765" cy="4886325"/>
          </a:xfrm>
        </p:grpSpPr>
        <p:pic>
          <p:nvPicPr>
            <p:cNvPr id="6148" name="Picture 4">
              <a:extLst>
                <a:ext uri="{FF2B5EF4-FFF2-40B4-BE49-F238E27FC236}">
                  <a16:creationId xmlns:a16="http://schemas.microsoft.com/office/drawing/2014/main" id="{65ECE059-B39F-D350-32BA-B6F911F090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7088" y="1671638"/>
              <a:ext cx="7896225" cy="4886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3A31BF19-7DEF-9B50-272D-72548AD8294C}"/>
                </a:ext>
              </a:extLst>
            </p:cNvPr>
            <p:cNvSpPr/>
            <p:nvPr/>
          </p:nvSpPr>
          <p:spPr>
            <a:xfrm>
              <a:off x="7364360" y="2894754"/>
              <a:ext cx="471934" cy="391160"/>
            </a:xfrm>
            <a:prstGeom prst="ellipse">
              <a:avLst/>
            </a:prstGeom>
            <a:noFill/>
            <a:ln w="825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cxnSp>
          <p:nvCxnSpPr>
            <p:cNvPr id="3" name="Conector de Seta Reta 2">
              <a:extLst>
                <a:ext uri="{FF2B5EF4-FFF2-40B4-BE49-F238E27FC236}">
                  <a16:creationId xmlns:a16="http://schemas.microsoft.com/office/drawing/2014/main" id="{8E5F3C63-2A3F-DEB4-E043-35EE308139F8}"/>
                </a:ext>
              </a:extLst>
            </p:cNvPr>
            <p:cNvCxnSpPr>
              <a:cxnSpLocks/>
              <a:stCxn id="2" idx="5"/>
            </p:cNvCxnSpPr>
            <p:nvPr/>
          </p:nvCxnSpPr>
          <p:spPr>
            <a:xfrm>
              <a:off x="7767181" y="3228630"/>
              <a:ext cx="4057672" cy="0"/>
            </a:xfrm>
            <a:prstGeom prst="straightConnector1">
              <a:avLst/>
            </a:prstGeom>
            <a:ln w="508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15">
            <a:extLst>
              <a:ext uri="{FF2B5EF4-FFF2-40B4-BE49-F238E27FC236}">
                <a16:creationId xmlns:a16="http://schemas.microsoft.com/office/drawing/2014/main" id="{1FBD1020-3732-1DB1-EA07-AD446CB9E0E9}"/>
              </a:ext>
            </a:extLst>
          </p:cNvPr>
          <p:cNvSpPr txBox="1"/>
          <p:nvPr/>
        </p:nvSpPr>
        <p:spPr>
          <a:xfrm>
            <a:off x="11419644" y="3361063"/>
            <a:ext cx="2948688" cy="543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39"/>
              </a:lnSpc>
              <a:spcBef>
                <a:spcPct val="0"/>
              </a:spcBef>
            </a:pPr>
            <a:r>
              <a:rPr lang="pt-BR" sz="1400" b="1" dirty="0">
                <a:latin typeface="Poppins" panose="00000500000000000000" pitchFamily="2" charset="0"/>
                <a:ea typeface="Open Sans Bold"/>
                <a:cs typeface="Poppins" panose="00000500000000000000" pitchFamily="2" charset="0"/>
                <a:sym typeface="Open Sans Bold"/>
              </a:rPr>
              <a:t>Stand MULTYLOG  confirmado na MULTIMODAL 2025 </a:t>
            </a:r>
          </a:p>
        </p:txBody>
      </p:sp>
    </p:spTree>
    <p:extLst>
      <p:ext uri="{BB962C8B-B14F-4D97-AF65-F5344CB8AC3E}">
        <p14:creationId xmlns:p14="http://schemas.microsoft.com/office/powerpoint/2010/main" val="3274046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9937310-C885-AA60-6AA1-A567DE64938F}"/>
              </a:ext>
            </a:extLst>
          </p:cNvPr>
          <p:cNvSpPr txBox="1"/>
          <p:nvPr/>
        </p:nvSpPr>
        <p:spPr>
          <a:xfrm>
            <a:off x="4892902" y="3425223"/>
            <a:ext cx="48445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Obrigado!</a:t>
            </a:r>
            <a:endParaRPr lang="pt-BR" sz="4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200" name="Picture 8" descr="Luís Felipe Penna">
            <a:extLst>
              <a:ext uri="{FF2B5EF4-FFF2-40B4-BE49-F238E27FC236}">
                <a16:creationId xmlns:a16="http://schemas.microsoft.com/office/drawing/2014/main" id="{44CCF7A9-F08C-23AC-0363-3D3DC4AF4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7089" y="5795738"/>
            <a:ext cx="1180146" cy="118014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Ana Carolina Moura">
            <a:extLst>
              <a:ext uri="{FF2B5EF4-FFF2-40B4-BE49-F238E27FC236}">
                <a16:creationId xmlns:a16="http://schemas.microsoft.com/office/drawing/2014/main" id="{BB6F5648-A10B-D2AE-467F-347D2C57C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941" y="5795738"/>
            <a:ext cx="1180146" cy="118014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Gennaro Di Liddo">
            <a:extLst>
              <a:ext uri="{FF2B5EF4-FFF2-40B4-BE49-F238E27FC236}">
                <a16:creationId xmlns:a16="http://schemas.microsoft.com/office/drawing/2014/main" id="{1EDF8EBC-858E-1A83-9848-FDD41AFF3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015" y="5795738"/>
            <a:ext cx="1180146" cy="118014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ereza Arteiro Penna">
            <a:extLst>
              <a:ext uri="{FF2B5EF4-FFF2-40B4-BE49-F238E27FC236}">
                <a16:creationId xmlns:a16="http://schemas.microsoft.com/office/drawing/2014/main" id="{B775144F-E205-7EBE-9214-139D2B001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867" y="5795738"/>
            <a:ext cx="1180146" cy="118014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A9AA14A1-1833-710C-BE94-DA99C703DA49}"/>
              </a:ext>
            </a:extLst>
          </p:cNvPr>
          <p:cNvSpPr txBox="1"/>
          <p:nvPr/>
        </p:nvSpPr>
        <p:spPr>
          <a:xfrm>
            <a:off x="-784593" y="5079501"/>
            <a:ext cx="392265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Poppins"/>
                <a:ea typeface="+mn-lt"/>
                <a:cs typeface="Poppins"/>
              </a:rPr>
              <a:t>Participantes: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D82293F7-4B4A-C663-FD85-C6CEE1B5DB39}"/>
              </a:ext>
            </a:extLst>
          </p:cNvPr>
          <p:cNvSpPr txBox="1"/>
          <p:nvPr/>
        </p:nvSpPr>
        <p:spPr>
          <a:xfrm>
            <a:off x="941724" y="7303011"/>
            <a:ext cx="3018284" cy="3961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Poppins"/>
                <a:ea typeface="+mn-lt"/>
                <a:cs typeface="Poppins"/>
              </a:rPr>
              <a:t>Romero Penna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0F2A1657-7E40-3556-2C49-A8813DB3AC68}"/>
              </a:ext>
            </a:extLst>
          </p:cNvPr>
          <p:cNvSpPr txBox="1"/>
          <p:nvPr/>
        </p:nvSpPr>
        <p:spPr>
          <a:xfrm>
            <a:off x="3415798" y="7303011"/>
            <a:ext cx="3018284" cy="3961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Poppins"/>
                <a:ea typeface="+mn-lt"/>
                <a:cs typeface="Poppins"/>
              </a:rPr>
              <a:t>Tereza Penna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EA6E4A4-AA0A-48C3-28A0-DA4AFD58FFBA}"/>
              </a:ext>
            </a:extLst>
          </p:cNvPr>
          <p:cNvSpPr txBox="1"/>
          <p:nvPr/>
        </p:nvSpPr>
        <p:spPr>
          <a:xfrm>
            <a:off x="5889872" y="7303011"/>
            <a:ext cx="3018284" cy="3961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Poppins"/>
                <a:ea typeface="+mn-lt"/>
                <a:cs typeface="Poppins"/>
              </a:rPr>
              <a:t>Carolina Moura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AEEE2-8C4E-34E7-82C5-389EF7B1D762}"/>
              </a:ext>
            </a:extLst>
          </p:cNvPr>
          <p:cNvSpPr txBox="1"/>
          <p:nvPr/>
        </p:nvSpPr>
        <p:spPr>
          <a:xfrm>
            <a:off x="8363946" y="7303011"/>
            <a:ext cx="301828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Poppins"/>
                <a:ea typeface="+mn-lt"/>
                <a:cs typeface="Poppins"/>
              </a:rPr>
              <a:t>Gennaro Di </a:t>
            </a:r>
            <a:r>
              <a:rPr lang="pt-BR" sz="2000" dirty="0" err="1">
                <a:solidFill>
                  <a:schemeClr val="bg1"/>
                </a:solidFill>
                <a:latin typeface="Poppins"/>
                <a:ea typeface="+mn-lt"/>
                <a:cs typeface="Poppins"/>
              </a:rPr>
              <a:t>Liddo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BA49423-2CBB-B9E0-58BA-6141B146FA39}"/>
              </a:ext>
            </a:extLst>
          </p:cNvPr>
          <p:cNvSpPr txBox="1"/>
          <p:nvPr/>
        </p:nvSpPr>
        <p:spPr>
          <a:xfrm>
            <a:off x="10838020" y="7303011"/>
            <a:ext cx="3018284" cy="3961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Poppins"/>
                <a:ea typeface="+mn-lt"/>
                <a:cs typeface="Poppins"/>
              </a:rPr>
              <a:t>Luis Penna</a:t>
            </a:r>
            <a:endParaRPr lang="pt-BR" sz="2800" dirty="0">
              <a:solidFill>
                <a:schemeClr val="bg1"/>
              </a:solidFill>
            </a:endParaRPr>
          </a:p>
        </p:txBody>
      </p:sp>
      <p:pic>
        <p:nvPicPr>
          <p:cNvPr id="8204" name="Picture 12">
            <a:extLst>
              <a:ext uri="{FF2B5EF4-FFF2-40B4-BE49-F238E27FC236}">
                <a16:creationId xmlns:a16="http://schemas.microsoft.com/office/drawing/2014/main" id="{774DFCAA-00E3-20C9-166E-B56FA4BCC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387" y="5795411"/>
            <a:ext cx="1178958" cy="11808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367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6DE660E-20B9-2F5F-5824-9151BB4EB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864655"/>
              </p:ext>
            </p:extLst>
          </p:nvPr>
        </p:nvGraphicFramePr>
        <p:xfrm>
          <a:off x="1332013" y="1410095"/>
          <a:ext cx="12442350" cy="6041280"/>
        </p:xfrm>
        <a:graphic>
          <a:graphicData uri="http://schemas.openxmlformats.org/drawingml/2006/table">
            <a:tbl>
              <a:tblPr/>
              <a:tblGrid>
                <a:gridCol w="3457036">
                  <a:extLst>
                    <a:ext uri="{9D8B030D-6E8A-4147-A177-3AD203B41FA5}">
                      <a16:colId xmlns:a16="http://schemas.microsoft.com/office/drawing/2014/main" val="1974414276"/>
                    </a:ext>
                  </a:extLst>
                </a:gridCol>
                <a:gridCol w="551338">
                  <a:extLst>
                    <a:ext uri="{9D8B030D-6E8A-4147-A177-3AD203B41FA5}">
                      <a16:colId xmlns:a16="http://schemas.microsoft.com/office/drawing/2014/main" val="3733479523"/>
                    </a:ext>
                  </a:extLst>
                </a:gridCol>
                <a:gridCol w="819556">
                  <a:extLst>
                    <a:ext uri="{9D8B030D-6E8A-4147-A177-3AD203B41FA5}">
                      <a16:colId xmlns:a16="http://schemas.microsoft.com/office/drawing/2014/main" val="557589577"/>
                    </a:ext>
                  </a:extLst>
                </a:gridCol>
                <a:gridCol w="864259">
                  <a:extLst>
                    <a:ext uri="{9D8B030D-6E8A-4147-A177-3AD203B41FA5}">
                      <a16:colId xmlns:a16="http://schemas.microsoft.com/office/drawing/2014/main" val="259782716"/>
                    </a:ext>
                  </a:extLst>
                </a:gridCol>
                <a:gridCol w="1221884">
                  <a:extLst>
                    <a:ext uri="{9D8B030D-6E8A-4147-A177-3AD203B41FA5}">
                      <a16:colId xmlns:a16="http://schemas.microsoft.com/office/drawing/2014/main" val="1760059520"/>
                    </a:ext>
                  </a:extLst>
                </a:gridCol>
                <a:gridCol w="864259">
                  <a:extLst>
                    <a:ext uri="{9D8B030D-6E8A-4147-A177-3AD203B41FA5}">
                      <a16:colId xmlns:a16="http://schemas.microsoft.com/office/drawing/2014/main" val="49692454"/>
                    </a:ext>
                  </a:extLst>
                </a:gridCol>
                <a:gridCol w="953665">
                  <a:extLst>
                    <a:ext uri="{9D8B030D-6E8A-4147-A177-3AD203B41FA5}">
                      <a16:colId xmlns:a16="http://schemas.microsoft.com/office/drawing/2014/main" val="4000158876"/>
                    </a:ext>
                  </a:extLst>
                </a:gridCol>
                <a:gridCol w="953665">
                  <a:extLst>
                    <a:ext uri="{9D8B030D-6E8A-4147-A177-3AD203B41FA5}">
                      <a16:colId xmlns:a16="http://schemas.microsoft.com/office/drawing/2014/main" val="3883429195"/>
                    </a:ext>
                  </a:extLst>
                </a:gridCol>
                <a:gridCol w="953665">
                  <a:extLst>
                    <a:ext uri="{9D8B030D-6E8A-4147-A177-3AD203B41FA5}">
                      <a16:colId xmlns:a16="http://schemas.microsoft.com/office/drawing/2014/main" val="3291219114"/>
                    </a:ext>
                  </a:extLst>
                </a:gridCol>
                <a:gridCol w="953665">
                  <a:extLst>
                    <a:ext uri="{9D8B030D-6E8A-4147-A177-3AD203B41FA5}">
                      <a16:colId xmlns:a16="http://schemas.microsoft.com/office/drawing/2014/main" val="1111123867"/>
                    </a:ext>
                  </a:extLst>
                </a:gridCol>
                <a:gridCol w="849358">
                  <a:extLst>
                    <a:ext uri="{9D8B030D-6E8A-4147-A177-3AD203B41FA5}">
                      <a16:colId xmlns:a16="http://schemas.microsoft.com/office/drawing/2014/main" val="2759175445"/>
                    </a:ext>
                  </a:extLst>
                </a:gridCol>
              </a:tblGrid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Fluxo de Caixa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7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979404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Caixa Inicial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98.038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3.110.471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3.645.622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5.895.998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8.413.562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11.731.853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16.652.029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135,3%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817931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729778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EBIT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4.094.985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3.544.840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5.533.564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8.972.171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12.008.731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15.547.465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19.625.510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26531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D&amp;A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2.851.739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3.806.181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5.473.403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7.158.625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10.167.690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13.431.849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16.740.222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694059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+/- Variação WC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1.043.967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-490.494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-1.756.532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-1.712.384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-1.859.700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-2.037.722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-2.233.129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074040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Aumento em Outros Ativos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794164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Aumentos em Outros Passivos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357927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Fluxo de Caixa da Operação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7.990.691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6.860.527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9.250.435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14.418.412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20.316.721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26.941.592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34.132.603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087384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999545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Capex Não Frota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-188.009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-774.286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-529.838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-446.874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-488.142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-521.564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-583.901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432906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Capex Frota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-4.809.812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-7.591.909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-8.075.195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-14.847.555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-16.121.311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-16.348.857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-19.006.860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959787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Fluxo de Caixa Após Investimentos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2.992.871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-1.505.668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645.403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-876.016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3.707.268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10.071.171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14.541.842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647749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705108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Novas Dívidas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2.760.299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5.393.918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8.075.195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14.847.555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16.121.311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16.348.857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19.006.860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27530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Sinal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-357.122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-599.324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-897.244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-1.649.728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-1.791.257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-1.816.540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-2.111.873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903715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Juros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-73.809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-417.684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-1.246.748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-2.558.402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-4.130.432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-5.136.153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-6.023.798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337690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Amortização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-113.050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-1.013.260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-2.192.177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-4.115.898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-6.784.842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-9.605.153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-13.123.774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299509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IR e CSLL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-506.246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-1.168.989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-1.581.469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-2.381.145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-2.964.683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-3.938.729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-5.190.751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05632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Distribuição de Lucros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-1.690.510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-453.843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-552.584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-748.800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-839.075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-1.003.278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-1.189.975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294930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Aumento de Capital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300.000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08752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Fluxo de Caixa Após Financiamentos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3.012.433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535.151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2.250.376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2.517.565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3.318.291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4.920.175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5.908.531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083393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377"/>
                  </a:ext>
                </a:extLst>
              </a:tr>
              <a:tr h="2517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Caixa Final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98.038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3.110.471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3.645.622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5.895.998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8.413.562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11.731.853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16.652.029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22.560.560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36605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0F9F0E1B-C1FF-8B88-01FC-24E7B5B515EF}"/>
              </a:ext>
            </a:extLst>
          </p:cNvPr>
          <p:cNvSpPr txBox="1"/>
          <p:nvPr/>
        </p:nvSpPr>
        <p:spPr>
          <a:xfrm>
            <a:off x="1018885" y="437086"/>
            <a:ext cx="909739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Apêndice</a:t>
            </a:r>
          </a:p>
        </p:txBody>
      </p:sp>
    </p:spTree>
    <p:extLst>
      <p:ext uri="{BB962C8B-B14F-4D97-AF65-F5344CB8AC3E}">
        <p14:creationId xmlns:p14="http://schemas.microsoft.com/office/powerpoint/2010/main" val="3468684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31E57-74A3-EDF4-BB50-D2E39725B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187576C-35DD-ECE5-44E0-27CABAA7F6E1}"/>
              </a:ext>
            </a:extLst>
          </p:cNvPr>
          <p:cNvSpPr txBox="1"/>
          <p:nvPr/>
        </p:nvSpPr>
        <p:spPr>
          <a:xfrm>
            <a:off x="1018885" y="437086"/>
            <a:ext cx="909739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Apêndice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80845DAA-9606-4504-B35F-CF858FB770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4420211"/>
              </p:ext>
            </p:extLst>
          </p:nvPr>
        </p:nvGraphicFramePr>
        <p:xfrm>
          <a:off x="165100" y="960306"/>
          <a:ext cx="14312900" cy="6570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2490B60C-9441-45BD-8589-7A38B12DAC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9706932"/>
              </p:ext>
            </p:extLst>
          </p:nvPr>
        </p:nvGraphicFramePr>
        <p:xfrm>
          <a:off x="1018884" y="863600"/>
          <a:ext cx="13052715" cy="666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22296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E4145-6BBE-CE1C-3FBE-D280DB109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2CC5CE9-956A-F325-54E5-200B34FF5100}"/>
              </a:ext>
            </a:extLst>
          </p:cNvPr>
          <p:cNvSpPr txBox="1"/>
          <p:nvPr/>
        </p:nvSpPr>
        <p:spPr>
          <a:xfrm>
            <a:off x="1018885" y="437086"/>
            <a:ext cx="909739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 ExtraBold" panose="020B0004020202020204" pitchFamily="34" charset="0"/>
              </a:rPr>
              <a:t>Apêndice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7D1FCBF9-0562-4D8B-ABBD-B761973E05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0188688"/>
              </p:ext>
            </p:extLst>
          </p:nvPr>
        </p:nvGraphicFramePr>
        <p:xfrm>
          <a:off x="304800" y="1181100"/>
          <a:ext cx="13957300" cy="6489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04491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A3CA9-2558-CDA4-FFD1-68421ADF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35882B17-E161-D96A-D7FC-5F6FA1F1F866}"/>
              </a:ext>
            </a:extLst>
          </p:cNvPr>
          <p:cNvSpPr txBox="1">
            <a:spLocks/>
          </p:cNvSpPr>
          <p:nvPr/>
        </p:nvSpPr>
        <p:spPr>
          <a:xfrm>
            <a:off x="922918" y="399301"/>
            <a:ext cx="10349444" cy="1188199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 dirty="0">
                <a:latin typeface="Montserrat" panose="00000500000000000000" pitchFamily="2" charset="0"/>
              </a:rPr>
              <a:t>Uma parceria que necessita de impulsos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F5CCBB6-027B-8DA6-CED9-8BF874D39575}"/>
              </a:ext>
            </a:extLst>
          </p:cNvPr>
          <p:cNvSpPr txBox="1"/>
          <p:nvPr/>
        </p:nvSpPr>
        <p:spPr>
          <a:xfrm>
            <a:off x="1122943" y="1587500"/>
            <a:ext cx="12907382" cy="44069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>
              <a:lnSpc>
                <a:spcPct val="115000"/>
              </a:lnSpc>
              <a:spcAft>
                <a:spcPts val="800"/>
              </a:spcAft>
              <a:buNone/>
              <a:defRPr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sz="2200" b="1">
                <a:latin typeface="Aptos"/>
                <a:cs typeface="Times New Roman"/>
              </a:rPr>
              <a:t>1. CONTRATO E EXCLUSIVIDADE</a:t>
            </a:r>
            <a:endParaRPr lang="en-US" sz="2200" b="1">
              <a:latin typeface="Aptos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latin typeface="Aptos"/>
                <a:cs typeface="Times New Roman"/>
              </a:rPr>
              <a:t>Minuta do contrato – Solicitação de envio para análise jurídica prévia.</a:t>
            </a:r>
            <a:endParaRPr lang="en-US" sz="2400">
              <a:latin typeface="Aptos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latin typeface="Aptos"/>
                <a:cs typeface="Times New Roman"/>
              </a:rPr>
              <a:t>Prazo contratual – Definição do tempo de contrato mínimo e possibilidade de renovação automática.</a:t>
            </a:r>
            <a:endParaRPr lang="en-US" sz="2400">
              <a:latin typeface="Aptos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latin typeface="Aptos"/>
                <a:cs typeface="Times New Roman"/>
              </a:rPr>
              <a:t>Exclusividade – Garantia de exclusividade nas regiões PE, PB e AL. Especificar limites geográficos e cidades-chave. Política clara de proteção de território. </a:t>
            </a:r>
            <a:endParaRPr lang="en-US" sz="2400">
              <a:latin typeface="Aptos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latin typeface="Aptos"/>
                <a:cs typeface="Times New Roman"/>
              </a:rPr>
              <a:t>Condições de rescisão – Estabelecimento de cláusulas justas para ambas as partes, considerando o investimento necessário pela </a:t>
            </a:r>
            <a:r>
              <a:rPr lang="pt-BR" sz="2400" err="1">
                <a:latin typeface="Aptos"/>
                <a:cs typeface="Times New Roman"/>
              </a:rPr>
              <a:t>Multylog</a:t>
            </a:r>
            <a:r>
              <a:rPr lang="pt-BR" sz="2400">
                <a:latin typeface="Aptos"/>
                <a:cs typeface="Times New Roman"/>
              </a:rPr>
              <a:t>.</a:t>
            </a:r>
          </a:p>
          <a:p>
            <a:pPr marL="342900" indent="-342900"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lang="pt-BR" sz="2400">
                <a:latin typeface="Aptos"/>
                <a:cs typeface="Times New Roman"/>
              </a:rPr>
              <a:t>Locação e manutenção multimarcas</a:t>
            </a:r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44426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F8EF-653E-4839-2C17-388FA5C5C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86EB9790-B979-B7E9-3D0C-64F9D37FD31E}"/>
              </a:ext>
            </a:extLst>
          </p:cNvPr>
          <p:cNvSpPr txBox="1">
            <a:spLocks/>
          </p:cNvSpPr>
          <p:nvPr/>
        </p:nvSpPr>
        <p:spPr>
          <a:xfrm>
            <a:off x="922918" y="399301"/>
            <a:ext cx="10349444" cy="1188199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 dirty="0">
                <a:latin typeface="Montserrat" panose="00000500000000000000" pitchFamily="2" charset="0"/>
              </a:rPr>
              <a:t>Uma parceria que necessita de impulsos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634D155-F8CA-D4E9-1289-B07C3BFB5EAF}"/>
              </a:ext>
            </a:extLst>
          </p:cNvPr>
          <p:cNvSpPr txBox="1"/>
          <p:nvPr/>
        </p:nvSpPr>
        <p:spPr>
          <a:xfrm>
            <a:off x="922918" y="1276949"/>
            <a:ext cx="13115924" cy="67693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22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2. PLANO COMERCIAL </a:t>
            </a:r>
            <a:endParaRPr lang="en-US" sz="2200" b="1" kern="10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Condições comerciais diferenciadas– Apoio especial nos primeiros 12 a 24 meses para recuperação da marca.</a:t>
            </a:r>
            <a:endParaRPr lang="en-US" sz="2400" kern="10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Análise de mercado – Solicitação dos dados históricos de vendas da </a:t>
            </a:r>
            <a:r>
              <a:rPr lang="pt-BR" sz="2400" kern="100" err="1">
                <a:effectLst/>
                <a:latin typeface="Aptos"/>
                <a:ea typeface="Aptos" panose="020B0004020202020204" pitchFamily="34" charset="0"/>
                <a:cs typeface="Times New Roman"/>
              </a:rPr>
              <a:t>Greentech</a:t>
            </a: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por estado e por marca (Still, Linde, </a:t>
            </a:r>
            <a:r>
              <a:rPr lang="pt-BR" sz="2400" kern="100" err="1">
                <a:effectLst/>
                <a:latin typeface="Aptos"/>
                <a:ea typeface="Aptos" panose="020B0004020202020204" pitchFamily="34" charset="0"/>
                <a:cs typeface="Times New Roman"/>
              </a:rPr>
              <a:t>Baoli</a:t>
            </a: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) nos últimos 5 anos.</a:t>
            </a:r>
            <a:endParaRPr lang="en-US" sz="2400" kern="10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>
                <a:latin typeface="Aptos"/>
                <a:ea typeface="Aptos" panose="020B0004020202020204" pitchFamily="34" charset="0"/>
                <a:cs typeface="Times New Roman"/>
              </a:rPr>
              <a:t>Readequação</a:t>
            </a: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da quota </a:t>
            </a:r>
            <a:r>
              <a:rPr lang="pt-BR" sz="2400" kern="100">
                <a:latin typeface="Aptos"/>
                <a:ea typeface="Aptos" panose="020B0004020202020204" pitchFamily="34" charset="0"/>
                <a:cs typeface="Times New Roman"/>
              </a:rPr>
              <a:t>inicial de 2026</a:t>
            </a: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</a:t>
            </a:r>
            <a:r>
              <a:rPr lang="pt-BR" sz="2400" kern="100">
                <a:latin typeface="Aptos"/>
                <a:ea typeface="Aptos" panose="020B0004020202020204" pitchFamily="34" charset="0"/>
                <a:cs typeface="Times New Roman"/>
              </a:rPr>
              <a:t>de  aquisição e vendas máquinas</a:t>
            </a: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.</a:t>
            </a:r>
            <a:endParaRPr lang="en-US" sz="2400" kern="10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Política de preços e descontos progressivos – Margens </a:t>
            </a:r>
            <a:r>
              <a:rPr lang="pt-BR" sz="2400" kern="100">
                <a:latin typeface="Aptos"/>
                <a:ea typeface="Aptos" panose="020B0004020202020204" pitchFamily="34" charset="0"/>
                <a:cs typeface="Times New Roman"/>
              </a:rPr>
              <a:t>competitivas</a:t>
            </a: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e tabela diferenciada no início da operação.</a:t>
            </a:r>
            <a:endParaRPr lang="en-US" sz="2400" kern="10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Comissões diferenciadas e bônus por performance – Condições que estimulem o crescimento rápido de vendas.</a:t>
            </a:r>
            <a:endParaRPr lang="en-US" sz="2400" kern="10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Crédito, taxas financeiras e pagamentos flexíveis – Condições iniciais facilitadas para formação de estoque e negociação com clientes finais.</a:t>
            </a:r>
            <a:endParaRPr lang="en-US" sz="2400" kern="10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Acesso direto a um gerente de conta dedicado para agilizar processos e suporte.</a:t>
            </a:r>
            <a:endParaRPr lang="en-US" sz="2400" kern="10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670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D28F6-C7F0-D501-3B27-D2AA027D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01F5BD24-F554-B24D-6182-9036A36D790B}"/>
              </a:ext>
            </a:extLst>
          </p:cNvPr>
          <p:cNvSpPr txBox="1">
            <a:spLocks/>
          </p:cNvSpPr>
          <p:nvPr/>
        </p:nvSpPr>
        <p:spPr>
          <a:xfrm>
            <a:off x="922918" y="399301"/>
            <a:ext cx="10349444" cy="1188199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 dirty="0">
                <a:latin typeface="Montserrat" panose="00000500000000000000" pitchFamily="2" charset="0"/>
              </a:rPr>
              <a:t>Uma parceria que necessita de impulsos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E3C0C4C-3D87-7163-6B8C-A423E898361A}"/>
              </a:ext>
            </a:extLst>
          </p:cNvPr>
          <p:cNvSpPr txBox="1"/>
          <p:nvPr/>
        </p:nvSpPr>
        <p:spPr>
          <a:xfrm>
            <a:off x="1028700" y="1587500"/>
            <a:ext cx="13115924" cy="53235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2200" b="1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3. MARKETING E POSICIONAMENTO REGIONAL</a:t>
            </a:r>
            <a:endParaRPr lang="en-US" sz="2200" b="1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Apoio em marketing digital (tráfego pago) – Custeio parcial ou total das campanhas digitais regionais.</a:t>
            </a:r>
            <a:endParaRPr lang="en-US" sz="2400" kern="100" dirty="0"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Geração de leads e repasse estruturado – Compartilhamento automático e rastreável dos leads oriundos do canal </a:t>
            </a:r>
            <a:r>
              <a:rPr lang="pt-BR" sz="2400" kern="100" dirty="0" err="1">
                <a:effectLst/>
                <a:latin typeface="Aptos"/>
                <a:ea typeface="Aptos" panose="020B0004020202020204" pitchFamily="34" charset="0"/>
                <a:cs typeface="Times New Roman"/>
              </a:rPr>
              <a:t>Kion</a:t>
            </a:r>
            <a:r>
              <a:rPr lang="pt-BR" sz="24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.</a:t>
            </a:r>
            <a:endParaRPr lang="en-US" sz="2400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Fundo de marketing cooperado – Retorno percentual sobre vendas (via conta corrente) para aplicação exclusiva em ações de marca na região.</a:t>
            </a:r>
            <a:r>
              <a:rPr lang="pt-BR" sz="2400" kern="100" dirty="0">
                <a:latin typeface="Aptos"/>
                <a:ea typeface="Aptos" panose="020B0004020202020204" pitchFamily="34" charset="0"/>
                <a:cs typeface="Times New Roman"/>
              </a:rPr>
              <a:t> Participação em eventos e feiras.</a:t>
            </a:r>
            <a:endParaRPr lang="en-US" sz="2400" kern="100" dirty="0">
              <a:effectLst/>
              <a:latin typeface="Aptos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Reposicionamento da imagem da </a:t>
            </a:r>
            <a:r>
              <a:rPr lang="pt-BR" sz="2400" kern="100" dirty="0" err="1">
                <a:effectLst/>
                <a:latin typeface="Aptos"/>
                <a:ea typeface="Aptos" panose="020B0004020202020204" pitchFamily="34" charset="0"/>
                <a:cs typeface="Times New Roman"/>
              </a:rPr>
              <a:t>Kion</a:t>
            </a:r>
            <a:r>
              <a:rPr lang="pt-BR" sz="24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 – Estratégia conjunta para reconquistar a credibilidade nas regiões afetadas.</a:t>
            </a:r>
            <a:endParaRPr lang="en-US" sz="2400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Materiais de marketing gratuitos ou subsidiados (catálogos, brindes, amostras, banners etc.).  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Open House no </a:t>
            </a:r>
            <a:r>
              <a:rPr lang="en-U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arbetura</a:t>
            </a: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do </a:t>
            </a:r>
            <a:r>
              <a:rPr lang="en-US" sz="2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galpão</a:t>
            </a:r>
            <a:endParaRPr lang="en-US" sz="2400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717677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957C-5652-9D51-3187-2D2C86EB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0D6617C-DEF1-45AC-7E95-46E3D11CA26A}"/>
              </a:ext>
            </a:extLst>
          </p:cNvPr>
          <p:cNvSpPr txBox="1">
            <a:spLocks/>
          </p:cNvSpPr>
          <p:nvPr/>
        </p:nvSpPr>
        <p:spPr>
          <a:xfrm>
            <a:off x="922918" y="192267"/>
            <a:ext cx="11488130" cy="601603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 dirty="0">
                <a:latin typeface="Montserrat" panose="00000500000000000000" pitchFamily="2" charset="0"/>
              </a:rPr>
              <a:t>Uma parceria que necessita de impulsos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D6645A-27C6-EEC9-94D1-F9982B978996}"/>
              </a:ext>
            </a:extLst>
          </p:cNvPr>
          <p:cNvSpPr txBox="1"/>
          <p:nvPr/>
        </p:nvSpPr>
        <p:spPr>
          <a:xfrm>
            <a:off x="755354" y="1225670"/>
            <a:ext cx="13875046" cy="55659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2200" b="1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4. SUPORTE TÉCNICO E PÓS-VENDA</a:t>
            </a:r>
            <a:endParaRPr lang="en-US" sz="2200" b="1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Treinamento técnico – Formação completa da equipe </a:t>
            </a:r>
            <a:r>
              <a:rPr lang="pt-BR" sz="2200" kern="100" dirty="0" err="1">
                <a:effectLst/>
                <a:latin typeface="Aptos"/>
                <a:ea typeface="Aptos" panose="020B0004020202020204" pitchFamily="34" charset="0"/>
                <a:cs typeface="Times New Roman"/>
              </a:rPr>
              <a:t>Multylog</a:t>
            </a: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 (mecânicos e vendedores) nas três marcas</a:t>
            </a:r>
            <a:r>
              <a:rPr lang="pt-BR" sz="2200" kern="100" dirty="0">
                <a:latin typeface="Aptos"/>
                <a:ea typeface="Aptos" panose="020B0004020202020204" pitchFamily="34" charset="0"/>
                <a:cs typeface="Times New Roman"/>
              </a:rPr>
              <a:t>;</a:t>
            </a:r>
            <a:endParaRPr lang="en-US" sz="2200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Mecânico </a:t>
            </a:r>
            <a:r>
              <a:rPr lang="pt-BR" sz="2200" kern="100" dirty="0" err="1">
                <a:effectLst/>
                <a:latin typeface="Aptos"/>
                <a:ea typeface="Aptos" panose="020B0004020202020204" pitchFamily="34" charset="0"/>
                <a:cs typeface="Times New Roman"/>
              </a:rPr>
              <a:t>Kion</a:t>
            </a: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 residente temporário – Suporte técnico presencial nos primeiros meses de operação</a:t>
            </a:r>
            <a:r>
              <a:rPr lang="pt-BR" sz="2200" kern="100" dirty="0">
                <a:latin typeface="Aptos"/>
                <a:ea typeface="Aptos" panose="020B0004020202020204" pitchFamily="34" charset="0"/>
                <a:cs typeface="Times New Roman"/>
              </a:rPr>
              <a:t>;</a:t>
            </a:r>
            <a:endParaRPr lang="en-US" sz="2200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Ferramentas de diagnóstico e conectividade – </a:t>
            </a:r>
            <a:r>
              <a:rPr lang="pt-BR" sz="2200" kern="100" dirty="0">
                <a:latin typeface="Aptos"/>
                <a:ea typeface="Aptos" panose="020B0004020202020204" pitchFamily="34" charset="0"/>
                <a:cs typeface="Times New Roman"/>
              </a:rPr>
              <a:t>desconto na aquisição</a:t>
            </a: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 </a:t>
            </a:r>
            <a:r>
              <a:rPr lang="pt-BR" sz="2200" kern="100" dirty="0">
                <a:latin typeface="Aptos"/>
                <a:ea typeface="Aptos" panose="020B0004020202020204" pitchFamily="34" charset="0"/>
                <a:cs typeface="Times New Roman"/>
              </a:rPr>
              <a:t>de peças e</a:t>
            </a: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 capacitação </a:t>
            </a:r>
            <a:r>
              <a:rPr lang="pt-BR" sz="2200" kern="100" dirty="0">
                <a:latin typeface="Aptos"/>
                <a:ea typeface="Aptos" panose="020B0004020202020204" pitchFamily="34" charset="0"/>
                <a:cs typeface="Times New Roman"/>
              </a:rPr>
              <a:t>para seu uso;</a:t>
            </a:r>
            <a:endParaRPr lang="en-US" sz="2200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Estoque de peças em consignação – Disponibilização inicial para agilidade nos atendimentos.</a:t>
            </a:r>
            <a:endParaRPr lang="en-US" sz="2200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Serviço de garantia:</a:t>
            </a:r>
            <a:endParaRPr lang="en-US" sz="2200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pt-BR" sz="2200" kern="100" dirty="0">
                <a:latin typeface="Aptos"/>
                <a:ea typeface="Aptos" panose="020B0004020202020204" pitchFamily="34" charset="0"/>
                <a:cs typeface="Times New Roman"/>
              </a:rPr>
              <a:t>      1. Levantamento</a:t>
            </a: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 das máquinas vendidas pela </a:t>
            </a:r>
            <a:r>
              <a:rPr lang="pt-BR" sz="2200" kern="100" dirty="0" err="1">
                <a:effectLst/>
                <a:latin typeface="Aptos"/>
                <a:ea typeface="Aptos" panose="020B0004020202020204" pitchFamily="34" charset="0"/>
                <a:cs typeface="Times New Roman"/>
              </a:rPr>
              <a:t>Greentech</a:t>
            </a: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 ainda em garantia;</a:t>
            </a:r>
            <a:endParaRPr lang="en-US" sz="2200" kern="100" dirty="0">
              <a:latin typeface="Aptos"/>
              <a:ea typeface="Aptos" panose="020B0004020202020204" pitchFamily="34" charset="0"/>
              <a:cs typeface="Times New Roman"/>
            </a:endParaRPr>
          </a:p>
          <a:p>
            <a:pPr>
              <a:lnSpc>
                <a:spcPct val="114999"/>
              </a:lnSpc>
            </a:pPr>
            <a:r>
              <a:rPr lang="pt-BR" sz="2200" kern="100" dirty="0">
                <a:latin typeface="Aptos"/>
                <a:ea typeface="Aptos" panose="020B0004020202020204" pitchFamily="34" charset="0"/>
                <a:cs typeface="Times New Roman"/>
              </a:rPr>
              <a:t>      2. Política</a:t>
            </a: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 clara de remuneração dos serviços de garantia executados pela </a:t>
            </a:r>
            <a:r>
              <a:rPr lang="pt-BR" sz="2200" kern="100" dirty="0" err="1">
                <a:effectLst/>
                <a:latin typeface="Aptos"/>
                <a:ea typeface="Aptos" panose="020B0004020202020204" pitchFamily="34" charset="0"/>
                <a:cs typeface="Times New Roman"/>
              </a:rPr>
              <a:t>Multylog</a:t>
            </a: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 de vendas da</a:t>
            </a:r>
            <a:r>
              <a:rPr lang="pt-BR" sz="2200" kern="100" dirty="0">
                <a:latin typeface="Aptos"/>
                <a:ea typeface="Aptos" panose="020B0004020202020204" pitchFamily="34" charset="0"/>
                <a:cs typeface="Times New Roman"/>
              </a:rPr>
              <a:t> </a:t>
            </a:r>
            <a:r>
              <a:rPr lang="pt-BR" sz="2200" kern="100" dirty="0" err="1">
                <a:effectLst/>
                <a:latin typeface="Aptos"/>
                <a:ea typeface="Aptos" panose="020B0004020202020204" pitchFamily="34" charset="0"/>
                <a:cs typeface="Times New Roman"/>
              </a:rPr>
              <a:t>Greentech</a:t>
            </a: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;</a:t>
            </a:r>
            <a:endParaRPr lang="en-US" sz="2200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200" kern="100" dirty="0">
                <a:latin typeface="Aptos"/>
                <a:ea typeface="Aptos" panose="020B0004020202020204" pitchFamily="34" charset="0"/>
                <a:cs typeface="Times New Roman"/>
              </a:rPr>
              <a:t>      3. Transferência</a:t>
            </a: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 oficial da responsabilidade técnica e administrativa.</a:t>
            </a:r>
            <a:endParaRPr lang="en-US" sz="2200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Entrega técnica – Esclarecimento de como será feita para produtos Still e Linde.</a:t>
            </a:r>
            <a:endParaRPr lang="en-US" sz="2200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lang="pt-BR" sz="2200" kern="100" dirty="0">
                <a:latin typeface="Aptos"/>
                <a:ea typeface="Aptos" panose="020B0004020202020204" pitchFamily="34" charset="0"/>
                <a:cs typeface="Times New Roman"/>
              </a:rPr>
              <a:t>Readequação da quota inicial de 2026 de </a:t>
            </a: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peças – Histórico de vendas da </a:t>
            </a:r>
            <a:r>
              <a:rPr lang="pt-BR" sz="2200" kern="100" dirty="0" err="1">
                <a:effectLst/>
                <a:latin typeface="Aptos"/>
                <a:ea typeface="Aptos" panose="020B0004020202020204" pitchFamily="34" charset="0"/>
                <a:cs typeface="Times New Roman"/>
              </a:rPr>
              <a:t>Greentech</a:t>
            </a:r>
            <a:r>
              <a:rPr lang="pt-BR" sz="2200" kern="100" dirty="0">
                <a:effectLst/>
                <a:latin typeface="Aptos"/>
                <a:ea typeface="Aptos" panose="020B0004020202020204" pitchFamily="34" charset="0"/>
                <a:cs typeface="Times New Roman"/>
              </a:rPr>
              <a:t> + proposta de metas realistas de crescimento.</a:t>
            </a:r>
            <a:endParaRPr lang="en-US" sz="2200" kern="100" dirty="0">
              <a:effectLst/>
              <a:latin typeface="Aptos"/>
              <a:ea typeface="Aptos" panose="020B0004020202020204" pitchFamily="34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77865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A883D-0816-54A1-1B14-3C3D09269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34712068-CDFA-FD7E-A4D8-9531D1E3CEF7}"/>
              </a:ext>
            </a:extLst>
          </p:cNvPr>
          <p:cNvSpPr txBox="1">
            <a:spLocks/>
          </p:cNvSpPr>
          <p:nvPr/>
        </p:nvSpPr>
        <p:spPr>
          <a:xfrm>
            <a:off x="922918" y="399301"/>
            <a:ext cx="10349444" cy="1188199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 dirty="0">
                <a:latin typeface="Montserrat" panose="00000500000000000000" pitchFamily="2" charset="0"/>
              </a:rPr>
              <a:t>Uma parceria que necessita de impulsos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44C8385-96EE-F4CC-3757-F295279E91DD}"/>
              </a:ext>
            </a:extLst>
          </p:cNvPr>
          <p:cNvSpPr txBox="1"/>
          <p:nvPr/>
        </p:nvSpPr>
        <p:spPr>
          <a:xfrm>
            <a:off x="930735" y="1242443"/>
            <a:ext cx="13115924" cy="40177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22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5. TRANSFERÊNCIA REPRESENTAÇÃO</a:t>
            </a:r>
            <a:endParaRPr lang="en-US" sz="2200" b="1" kern="100"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Plano de transição com a </a:t>
            </a:r>
            <a:r>
              <a:rPr lang="pt-BR" sz="2400" kern="100" err="1">
                <a:effectLst/>
                <a:latin typeface="Aptos"/>
                <a:ea typeface="Aptos" panose="020B0004020202020204" pitchFamily="34" charset="0"/>
                <a:cs typeface="Times New Roman"/>
              </a:rPr>
              <a:t>Greentech</a:t>
            </a: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– Caso haja sobreposição, definir como será o encerramento ou transição de contratos.</a:t>
            </a:r>
            <a:endParaRPr lang="en-US" sz="2400" kern="10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Documentação completa dos contratos em andamento – Clientes com manutenções ativas, garantias vigentes ou pendências.</a:t>
            </a:r>
            <a:endParaRPr lang="en-US" sz="2400" kern="10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Canal direto de suporte com a fábrica – Ponto focal para emergências técnicas, treinamentos e dúvidas comerciais.</a:t>
            </a:r>
            <a:endParaRPr lang="en-US" sz="2400" kern="10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523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Poppins" panose="00000500000000000000" pitchFamily="2" charset="0"/>
            <a:cs typeface="Poppins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5632</TotalTime>
  <Words>3107</Words>
  <Application>Microsoft Office PowerPoint</Application>
  <PresentationFormat>Personalizar</PresentationFormat>
  <Paragraphs>881</Paragraphs>
  <Slides>35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35</vt:i4>
      </vt:variant>
    </vt:vector>
  </HeadingPairs>
  <TitlesOfParts>
    <vt:vector size="49" baseType="lpstr">
      <vt:lpstr>Cantora One</vt:lpstr>
      <vt:lpstr>Arial</vt:lpstr>
      <vt:lpstr>Montserrat</vt:lpstr>
      <vt:lpstr>Popppins</vt:lpstr>
      <vt:lpstr>Quicksand</vt:lpstr>
      <vt:lpstr>Poppins</vt:lpstr>
      <vt:lpstr>Poppins Regular</vt:lpstr>
      <vt:lpstr>Aptos ExtraBold</vt:lpstr>
      <vt:lpstr>Calibri</vt:lpstr>
      <vt:lpstr>Aptos</vt:lpstr>
      <vt:lpstr>Poppins Light</vt:lpstr>
      <vt:lpstr>Poppins Medium</vt:lpstr>
      <vt:lpstr>Office Theme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Felipe Arteiro Penna</cp:lastModifiedBy>
  <cp:revision>6</cp:revision>
  <dcterms:created xsi:type="dcterms:W3CDTF">2025-06-11T20:57:08Z</dcterms:created>
  <dcterms:modified xsi:type="dcterms:W3CDTF">2026-04-19T02:13:10Z</dcterms:modified>
</cp:coreProperties>
</file>